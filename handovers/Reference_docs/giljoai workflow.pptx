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7" r:id="rId3"/>
    <p:sldId id="263" r:id="rId4"/>
    <p:sldId id="258" r:id="rId5"/>
    <p:sldId id="259" r:id="rId6"/>
    <p:sldId id="265" r:id="rId7"/>
    <p:sldId id="267" r:id="rId8"/>
    <p:sldId id="271" r:id="rId9"/>
    <p:sldId id="266" r:id="rId10"/>
    <p:sldId id="269" r:id="rId11"/>
    <p:sldId id="268" r:id="rId12"/>
    <p:sldId id="284" r:id="rId13"/>
    <p:sldId id="270" r:id="rId14"/>
    <p:sldId id="272" r:id="rId15"/>
    <p:sldId id="273" r:id="rId16"/>
    <p:sldId id="279" r:id="rId17"/>
    <p:sldId id="280" r:id="rId18"/>
    <p:sldId id="289" r:id="rId19"/>
    <p:sldId id="281" r:id="rId20"/>
    <p:sldId id="277" r:id="rId21"/>
    <p:sldId id="285" r:id="rId22"/>
    <p:sldId id="286" r:id="rId23"/>
    <p:sldId id="299" r:id="rId24"/>
    <p:sldId id="300" r:id="rId25"/>
    <p:sldId id="302" r:id="rId26"/>
    <p:sldId id="301" r:id="rId27"/>
    <p:sldId id="303" r:id="rId28"/>
    <p:sldId id="290" r:id="rId29"/>
    <p:sldId id="291" r:id="rId30"/>
    <p:sldId id="292" r:id="rId31"/>
    <p:sldId id="282" r:id="rId32"/>
    <p:sldId id="294" r:id="rId33"/>
    <p:sldId id="295" r:id="rId34"/>
    <p:sldId id="288" r:id="rId35"/>
    <p:sldId id="297" r:id="rId36"/>
    <p:sldId id="298" r:id="rId37"/>
    <p:sldId id="283" r:id="rId38"/>
    <p:sldId id="296" r:id="rId39"/>
    <p:sldId id="29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0645D1-77D4-41E1-AEA8-CB9342155CD1}" v="75" dt="2025-11-29T17:18:24.1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70" d="100"/>
          <a:sy n="70" d="100"/>
        </p:scale>
        <p:origin x="46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rik Pettersson" userId="3187dd6c-039a-4ec1-98cc-e78086e5eb8e" providerId="ADAL" clId="{01F9DA00-6B78-4E64-BC25-288FEAD26F8D}"/>
    <pc:docChg chg="undo custSel addSld delSld modSld sldOrd">
      <pc:chgData name="Patrik Pettersson" userId="3187dd6c-039a-4ec1-98cc-e78086e5eb8e" providerId="ADAL" clId="{01F9DA00-6B78-4E64-BC25-288FEAD26F8D}" dt="2025-11-29T17:19:07.947" v="9908" actId="20577"/>
      <pc:docMkLst>
        <pc:docMk/>
      </pc:docMkLst>
      <pc:sldChg chg="modSp mod">
        <pc:chgData name="Patrik Pettersson" userId="3187dd6c-039a-4ec1-98cc-e78086e5eb8e" providerId="ADAL" clId="{01F9DA00-6B78-4E64-BC25-288FEAD26F8D}" dt="2025-11-29T15:45:40.966" v="5733" actId="6549"/>
        <pc:sldMkLst>
          <pc:docMk/>
          <pc:sldMk cId="994534354" sldId="272"/>
        </pc:sldMkLst>
        <pc:spChg chg="mod">
          <ac:chgData name="Patrik Pettersson" userId="3187dd6c-039a-4ec1-98cc-e78086e5eb8e" providerId="ADAL" clId="{01F9DA00-6B78-4E64-BC25-288FEAD26F8D}" dt="2025-11-29T15:45:40.966" v="5733" actId="6549"/>
          <ac:spMkLst>
            <pc:docMk/>
            <pc:sldMk cId="994534354" sldId="272"/>
            <ac:spMk id="28" creationId="{40E854CE-8858-AB19-5901-2B0D4A682B85}"/>
          </ac:spMkLst>
        </pc:spChg>
      </pc:sldChg>
      <pc:sldChg chg="modSp mod">
        <pc:chgData name="Patrik Pettersson" userId="3187dd6c-039a-4ec1-98cc-e78086e5eb8e" providerId="ADAL" clId="{01F9DA00-6B78-4E64-BC25-288FEAD26F8D}" dt="2025-11-29T17:08:51.967" v="9439" actId="20577"/>
        <pc:sldMkLst>
          <pc:docMk/>
          <pc:sldMk cId="2586570838" sldId="273"/>
        </pc:sldMkLst>
        <pc:spChg chg="mod">
          <ac:chgData name="Patrik Pettersson" userId="3187dd6c-039a-4ec1-98cc-e78086e5eb8e" providerId="ADAL" clId="{01F9DA00-6B78-4E64-BC25-288FEAD26F8D}" dt="2025-11-29T17:08:51.967" v="9439" actId="20577"/>
          <ac:spMkLst>
            <pc:docMk/>
            <pc:sldMk cId="2586570838" sldId="273"/>
            <ac:spMk id="2" creationId="{B864D05F-F8B0-80E9-B1EB-4C916FE74AC6}"/>
          </ac:spMkLst>
        </pc:spChg>
      </pc:sldChg>
      <pc:sldChg chg="modSp mod">
        <pc:chgData name="Patrik Pettersson" userId="3187dd6c-039a-4ec1-98cc-e78086e5eb8e" providerId="ADAL" clId="{01F9DA00-6B78-4E64-BC25-288FEAD26F8D}" dt="2025-11-29T17:10:25.883" v="9589" actId="1076"/>
        <pc:sldMkLst>
          <pc:docMk/>
          <pc:sldMk cId="3537910348" sldId="280"/>
        </pc:sldMkLst>
        <pc:spChg chg="mod">
          <ac:chgData name="Patrik Pettersson" userId="3187dd6c-039a-4ec1-98cc-e78086e5eb8e" providerId="ADAL" clId="{01F9DA00-6B78-4E64-BC25-288FEAD26F8D}" dt="2025-11-29T17:09:02.272" v="9441" actId="20577"/>
          <ac:spMkLst>
            <pc:docMk/>
            <pc:sldMk cId="3537910348" sldId="280"/>
            <ac:spMk id="2" creationId="{E88FFFC2-C7CC-4204-A0C8-3C72C4287591}"/>
          </ac:spMkLst>
        </pc:spChg>
        <pc:spChg chg="mod">
          <ac:chgData name="Patrik Pettersson" userId="3187dd6c-039a-4ec1-98cc-e78086e5eb8e" providerId="ADAL" clId="{01F9DA00-6B78-4E64-BC25-288FEAD26F8D}" dt="2025-11-29T17:10:25.883" v="9589" actId="1076"/>
          <ac:spMkLst>
            <pc:docMk/>
            <pc:sldMk cId="3537910348" sldId="280"/>
            <ac:spMk id="5" creationId="{7C5BCF09-87C7-BD55-B55A-4C57B7E8237F}"/>
          </ac:spMkLst>
        </pc:spChg>
        <pc:cxnChg chg="mod">
          <ac:chgData name="Patrik Pettersson" userId="3187dd6c-039a-4ec1-98cc-e78086e5eb8e" providerId="ADAL" clId="{01F9DA00-6B78-4E64-BC25-288FEAD26F8D}" dt="2025-11-29T17:10:25.883" v="9589" actId="1076"/>
          <ac:cxnSpMkLst>
            <pc:docMk/>
            <pc:sldMk cId="3537910348" sldId="280"/>
            <ac:cxnSpMk id="8" creationId="{FB46BCF2-568E-576F-4A0B-B2C8789586C2}"/>
          </ac:cxnSpMkLst>
        </pc:cxnChg>
      </pc:sldChg>
      <pc:sldChg chg="modSp mod">
        <pc:chgData name="Patrik Pettersson" userId="3187dd6c-039a-4ec1-98cc-e78086e5eb8e" providerId="ADAL" clId="{01F9DA00-6B78-4E64-BC25-288FEAD26F8D}" dt="2025-11-29T17:12:06.361" v="9669" actId="6549"/>
        <pc:sldMkLst>
          <pc:docMk/>
          <pc:sldMk cId="1566266498" sldId="281"/>
        </pc:sldMkLst>
        <pc:spChg chg="mod">
          <ac:chgData name="Patrik Pettersson" userId="3187dd6c-039a-4ec1-98cc-e78086e5eb8e" providerId="ADAL" clId="{01F9DA00-6B78-4E64-BC25-288FEAD26F8D}" dt="2025-11-29T17:12:06.361" v="9669" actId="6549"/>
          <ac:spMkLst>
            <pc:docMk/>
            <pc:sldMk cId="1566266498" sldId="281"/>
            <ac:spMk id="6" creationId="{7B8943BF-211C-40C9-AC6D-08109DBDAF01}"/>
          </ac:spMkLst>
        </pc:spChg>
      </pc:sldChg>
      <pc:sldChg chg="addSp delSp modSp mod">
        <pc:chgData name="Patrik Pettersson" userId="3187dd6c-039a-4ec1-98cc-e78086e5eb8e" providerId="ADAL" clId="{01F9DA00-6B78-4E64-BC25-288FEAD26F8D}" dt="2025-11-29T14:23:10.116" v="216" actId="14100"/>
        <pc:sldMkLst>
          <pc:docMk/>
          <pc:sldMk cId="3118313940" sldId="282"/>
        </pc:sldMkLst>
        <pc:spChg chg="add mod">
          <ac:chgData name="Patrik Pettersson" userId="3187dd6c-039a-4ec1-98cc-e78086e5eb8e" providerId="ADAL" clId="{01F9DA00-6B78-4E64-BC25-288FEAD26F8D}" dt="2025-11-29T14:22:04.402" v="192" actId="1076"/>
          <ac:spMkLst>
            <pc:docMk/>
            <pc:sldMk cId="3118313940" sldId="282"/>
            <ac:spMk id="12" creationId="{99F65B32-E818-9D91-841B-5491D690758E}"/>
          </ac:spMkLst>
        </pc:spChg>
        <pc:spChg chg="mod">
          <ac:chgData name="Patrik Pettersson" userId="3187dd6c-039a-4ec1-98cc-e78086e5eb8e" providerId="ADAL" clId="{01F9DA00-6B78-4E64-BC25-288FEAD26F8D}" dt="2025-11-29T14:19:48.528" v="6" actId="14100"/>
          <ac:spMkLst>
            <pc:docMk/>
            <pc:sldMk cId="3118313940" sldId="282"/>
            <ac:spMk id="23" creationId="{38D5791E-91EB-C301-A56F-50184CF96219}"/>
          </ac:spMkLst>
        </pc:spChg>
        <pc:spChg chg="mod">
          <ac:chgData name="Patrik Pettersson" userId="3187dd6c-039a-4ec1-98cc-e78086e5eb8e" providerId="ADAL" clId="{01F9DA00-6B78-4E64-BC25-288FEAD26F8D}" dt="2025-11-29T14:18:36.972" v="2" actId="14100"/>
          <ac:spMkLst>
            <pc:docMk/>
            <pc:sldMk cId="3118313940" sldId="282"/>
            <ac:spMk id="28" creationId="{BAE03266-ADB5-04A8-3A1E-64B6A85CDC13}"/>
          </ac:spMkLst>
        </pc:spChg>
        <pc:spChg chg="mod">
          <ac:chgData name="Patrik Pettersson" userId="3187dd6c-039a-4ec1-98cc-e78086e5eb8e" providerId="ADAL" clId="{01F9DA00-6B78-4E64-BC25-288FEAD26F8D}" dt="2025-11-29T14:22:48.720" v="212" actId="20577"/>
          <ac:spMkLst>
            <pc:docMk/>
            <pc:sldMk cId="3118313940" sldId="282"/>
            <ac:spMk id="111" creationId="{F77DB1FE-9CA2-98EC-61DE-8B4835AA6EBB}"/>
          </ac:spMkLst>
        </pc:spChg>
        <pc:graphicFrameChg chg="add del mod">
          <ac:chgData name="Patrik Pettersson" userId="3187dd6c-039a-4ec1-98cc-e78086e5eb8e" providerId="ADAL" clId="{01F9DA00-6B78-4E64-BC25-288FEAD26F8D}" dt="2025-11-29T14:19:59.506" v="8" actId="478"/>
          <ac:graphicFrameMkLst>
            <pc:docMk/>
            <pc:sldMk cId="3118313940" sldId="282"/>
            <ac:graphicFrameMk id="8" creationId="{B9FFE7A6-1631-E804-EDA0-0934992B0B52}"/>
          </ac:graphicFrameMkLst>
        </pc:graphicFrameChg>
        <pc:graphicFrameChg chg="add del mod">
          <ac:chgData name="Patrik Pettersson" userId="3187dd6c-039a-4ec1-98cc-e78086e5eb8e" providerId="ADAL" clId="{01F9DA00-6B78-4E64-BC25-288FEAD26F8D}" dt="2025-11-29T14:20:05.214" v="10" actId="478"/>
          <ac:graphicFrameMkLst>
            <pc:docMk/>
            <pc:sldMk cId="3118313940" sldId="282"/>
            <ac:graphicFrameMk id="9" creationId="{EDFDF31A-2C05-36A7-83E0-9EFDC2F16C9B}"/>
          </ac:graphicFrameMkLst>
        </pc:graphicFrameChg>
        <pc:cxnChg chg="add mod">
          <ac:chgData name="Patrik Pettersson" userId="3187dd6c-039a-4ec1-98cc-e78086e5eb8e" providerId="ADAL" clId="{01F9DA00-6B78-4E64-BC25-288FEAD26F8D}" dt="2025-11-29T14:22:04.402" v="192" actId="1076"/>
          <ac:cxnSpMkLst>
            <pc:docMk/>
            <pc:sldMk cId="3118313940" sldId="282"/>
            <ac:cxnSpMk id="13" creationId="{AC4070B7-37BB-48B9-C4ED-F0F87D024E76}"/>
          </ac:cxnSpMkLst>
        </pc:cxnChg>
        <pc:cxnChg chg="add mod">
          <ac:chgData name="Patrik Pettersson" userId="3187dd6c-039a-4ec1-98cc-e78086e5eb8e" providerId="ADAL" clId="{01F9DA00-6B78-4E64-BC25-288FEAD26F8D}" dt="2025-11-29T14:23:10.116" v="216" actId="14100"/>
          <ac:cxnSpMkLst>
            <pc:docMk/>
            <pc:sldMk cId="3118313940" sldId="282"/>
            <ac:cxnSpMk id="17" creationId="{D52836CA-3E89-AEEA-C022-274129E212F9}"/>
          </ac:cxnSpMkLst>
        </pc:cxnChg>
        <pc:cxnChg chg="mod">
          <ac:chgData name="Patrik Pettersson" userId="3187dd6c-039a-4ec1-98cc-e78086e5eb8e" providerId="ADAL" clId="{01F9DA00-6B78-4E64-BC25-288FEAD26F8D}" dt="2025-11-29T14:18:36.972" v="2" actId="14100"/>
          <ac:cxnSpMkLst>
            <pc:docMk/>
            <pc:sldMk cId="3118313940" sldId="282"/>
            <ac:cxnSpMk id="38" creationId="{2E8BD93F-BAE3-8065-1BC3-B7374DD36A4D}"/>
          </ac:cxnSpMkLst>
        </pc:cxnChg>
        <pc:cxnChg chg="mod">
          <ac:chgData name="Patrik Pettersson" userId="3187dd6c-039a-4ec1-98cc-e78086e5eb8e" providerId="ADAL" clId="{01F9DA00-6B78-4E64-BC25-288FEAD26F8D}" dt="2025-11-29T14:18:36.972" v="2" actId="14100"/>
          <ac:cxnSpMkLst>
            <pc:docMk/>
            <pc:sldMk cId="3118313940" sldId="282"/>
            <ac:cxnSpMk id="39" creationId="{8C6F7BE3-AB3C-41E8-0C7A-01CDBF0A07E1}"/>
          </ac:cxnSpMkLst>
        </pc:cxnChg>
        <pc:cxnChg chg="mod">
          <ac:chgData name="Patrik Pettersson" userId="3187dd6c-039a-4ec1-98cc-e78086e5eb8e" providerId="ADAL" clId="{01F9DA00-6B78-4E64-BC25-288FEAD26F8D}" dt="2025-11-29T14:19:48.528" v="6" actId="14100"/>
          <ac:cxnSpMkLst>
            <pc:docMk/>
            <pc:sldMk cId="3118313940" sldId="282"/>
            <ac:cxnSpMk id="117" creationId="{1DE4C457-EC22-4E33-F8FE-6F3A9A4E87B6}"/>
          </ac:cxnSpMkLst>
        </pc:cxnChg>
      </pc:sldChg>
      <pc:sldChg chg="addSp modSp mod ord">
        <pc:chgData name="Patrik Pettersson" userId="3187dd6c-039a-4ec1-98cc-e78086e5eb8e" providerId="ADAL" clId="{01F9DA00-6B78-4E64-BC25-288FEAD26F8D}" dt="2025-11-29T16:55:51.076" v="9422"/>
        <pc:sldMkLst>
          <pc:docMk/>
          <pc:sldMk cId="850352372" sldId="283"/>
        </pc:sldMkLst>
        <pc:spChg chg="mod">
          <ac:chgData name="Patrik Pettersson" userId="3187dd6c-039a-4ec1-98cc-e78086e5eb8e" providerId="ADAL" clId="{01F9DA00-6B78-4E64-BC25-288FEAD26F8D}" dt="2025-11-29T16:55:43.769" v="9418" actId="20577"/>
          <ac:spMkLst>
            <pc:docMk/>
            <pc:sldMk cId="850352372" sldId="283"/>
            <ac:spMk id="2" creationId="{36349054-934E-3F86-63BB-E12541B40DA2}"/>
          </ac:spMkLst>
        </pc:spChg>
        <pc:spChg chg="add mod">
          <ac:chgData name="Patrik Pettersson" userId="3187dd6c-039a-4ec1-98cc-e78086e5eb8e" providerId="ADAL" clId="{01F9DA00-6B78-4E64-BC25-288FEAD26F8D}" dt="2025-11-29T14:39:38.035" v="1141" actId="1076"/>
          <ac:spMkLst>
            <pc:docMk/>
            <pc:sldMk cId="850352372" sldId="283"/>
            <ac:spMk id="5" creationId="{8CE39694-2CCC-5FDB-67E9-8C60CDFD7F3C}"/>
          </ac:spMkLst>
        </pc:spChg>
        <pc:spChg chg="add mod">
          <ac:chgData name="Patrik Pettersson" userId="3187dd6c-039a-4ec1-98cc-e78086e5eb8e" providerId="ADAL" clId="{01F9DA00-6B78-4E64-BC25-288FEAD26F8D}" dt="2025-11-29T14:41:01.574" v="1175" actId="20577"/>
          <ac:spMkLst>
            <pc:docMk/>
            <pc:sldMk cId="850352372" sldId="283"/>
            <ac:spMk id="8" creationId="{A1A6B07C-AC80-08F4-D0E4-4C42D3D8BD74}"/>
          </ac:spMkLst>
        </pc:spChg>
        <pc:spChg chg="mod">
          <ac:chgData name="Patrik Pettersson" userId="3187dd6c-039a-4ec1-98cc-e78086e5eb8e" providerId="ADAL" clId="{01F9DA00-6B78-4E64-BC25-288FEAD26F8D}" dt="2025-11-29T14:41:30.465" v="1217" actId="20577"/>
          <ac:spMkLst>
            <pc:docMk/>
            <pc:sldMk cId="850352372" sldId="283"/>
            <ac:spMk id="25" creationId="{C5D1D0C6-484B-32D5-A3FC-E28DD1F3069A}"/>
          </ac:spMkLst>
        </pc:spChg>
        <pc:spChg chg="mod">
          <ac:chgData name="Patrik Pettersson" userId="3187dd6c-039a-4ec1-98cc-e78086e5eb8e" providerId="ADAL" clId="{01F9DA00-6B78-4E64-BC25-288FEAD26F8D}" dt="2025-11-29T14:43:37.301" v="1386" actId="14100"/>
          <ac:spMkLst>
            <pc:docMk/>
            <pc:sldMk cId="850352372" sldId="283"/>
            <ac:spMk id="37" creationId="{A11854C9-4B8D-4B9A-BE86-C6381CB3E5E0}"/>
          </ac:spMkLst>
        </pc:spChg>
        <pc:spChg chg="mod">
          <ac:chgData name="Patrik Pettersson" userId="3187dd6c-039a-4ec1-98cc-e78086e5eb8e" providerId="ADAL" clId="{01F9DA00-6B78-4E64-BC25-288FEAD26F8D}" dt="2025-11-29T16:46:02.019" v="9014" actId="14100"/>
          <ac:spMkLst>
            <pc:docMk/>
            <pc:sldMk cId="850352372" sldId="283"/>
            <ac:spMk id="41" creationId="{9C438023-60E0-D744-8ED9-B64FE88B4894}"/>
          </ac:spMkLst>
        </pc:spChg>
        <pc:cxnChg chg="add mod">
          <ac:chgData name="Patrik Pettersson" userId="3187dd6c-039a-4ec1-98cc-e78086e5eb8e" providerId="ADAL" clId="{01F9DA00-6B78-4E64-BC25-288FEAD26F8D}" dt="2025-11-29T14:40:26.569" v="1162" actId="14100"/>
          <ac:cxnSpMkLst>
            <pc:docMk/>
            <pc:sldMk cId="850352372" sldId="283"/>
            <ac:cxnSpMk id="10" creationId="{D711EA4B-3C4E-52E8-DA93-274A57F6713C}"/>
          </ac:cxnSpMkLst>
        </pc:cxnChg>
        <pc:cxnChg chg="add mod">
          <ac:chgData name="Patrik Pettersson" userId="3187dd6c-039a-4ec1-98cc-e78086e5eb8e" providerId="ADAL" clId="{01F9DA00-6B78-4E64-BC25-288FEAD26F8D}" dt="2025-11-29T14:41:59.006" v="1221" actId="14100"/>
          <ac:cxnSpMkLst>
            <pc:docMk/>
            <pc:sldMk cId="850352372" sldId="283"/>
            <ac:cxnSpMk id="13" creationId="{4C1859BC-207E-2074-FBD6-8F96C21B4C3E}"/>
          </ac:cxnSpMkLst>
        </pc:cxnChg>
        <pc:cxnChg chg="mod">
          <ac:chgData name="Patrik Pettersson" userId="3187dd6c-039a-4ec1-98cc-e78086e5eb8e" providerId="ADAL" clId="{01F9DA00-6B78-4E64-BC25-288FEAD26F8D}" dt="2025-11-29T16:46:02.019" v="9014" actId="14100"/>
          <ac:cxnSpMkLst>
            <pc:docMk/>
            <pc:sldMk cId="850352372" sldId="283"/>
            <ac:cxnSpMk id="55" creationId="{88C40782-E82B-09DB-0763-1396D8E75E8D}"/>
          </ac:cxnSpMkLst>
        </pc:cxnChg>
        <pc:cxnChg chg="mod">
          <ac:chgData name="Patrik Pettersson" userId="3187dd6c-039a-4ec1-98cc-e78086e5eb8e" providerId="ADAL" clId="{01F9DA00-6B78-4E64-BC25-288FEAD26F8D}" dt="2025-11-29T14:43:37.301" v="1386" actId="14100"/>
          <ac:cxnSpMkLst>
            <pc:docMk/>
            <pc:sldMk cId="850352372" sldId="283"/>
            <ac:cxnSpMk id="64" creationId="{5770AFA9-ED5C-1DB3-17C9-4E1160826765}"/>
          </ac:cxnSpMkLst>
        </pc:cxnChg>
        <pc:cxnChg chg="mod">
          <ac:chgData name="Patrik Pettersson" userId="3187dd6c-039a-4ec1-98cc-e78086e5eb8e" providerId="ADAL" clId="{01F9DA00-6B78-4E64-BC25-288FEAD26F8D}" dt="2025-11-29T14:43:37.301" v="1386" actId="14100"/>
          <ac:cxnSpMkLst>
            <pc:docMk/>
            <pc:sldMk cId="850352372" sldId="283"/>
            <ac:cxnSpMk id="74" creationId="{AC92C21B-30C5-BAAE-E3F9-720A41398E16}"/>
          </ac:cxnSpMkLst>
        </pc:cxnChg>
        <pc:cxnChg chg="mod">
          <ac:chgData name="Patrik Pettersson" userId="3187dd6c-039a-4ec1-98cc-e78086e5eb8e" providerId="ADAL" clId="{01F9DA00-6B78-4E64-BC25-288FEAD26F8D}" dt="2025-11-29T14:40:20.277" v="1159" actId="1076"/>
          <ac:cxnSpMkLst>
            <pc:docMk/>
            <pc:sldMk cId="850352372" sldId="283"/>
            <ac:cxnSpMk id="76" creationId="{7AE517C3-5F33-E7FE-54C1-F29A3AC3CC6F}"/>
          </ac:cxnSpMkLst>
        </pc:cxnChg>
      </pc:sldChg>
      <pc:sldChg chg="modSp del mod">
        <pc:chgData name="Patrik Pettersson" userId="3187dd6c-039a-4ec1-98cc-e78086e5eb8e" providerId="ADAL" clId="{01F9DA00-6B78-4E64-BC25-288FEAD26F8D}" dt="2025-11-29T14:37:17.639" v="974" actId="47"/>
        <pc:sldMkLst>
          <pc:docMk/>
          <pc:sldMk cId="1615218882" sldId="287"/>
        </pc:sldMkLst>
        <pc:spChg chg="mod">
          <ac:chgData name="Patrik Pettersson" userId="3187dd6c-039a-4ec1-98cc-e78086e5eb8e" providerId="ADAL" clId="{01F9DA00-6B78-4E64-BC25-288FEAD26F8D}" dt="2025-11-29T14:23:20.721" v="218" actId="20577"/>
          <ac:spMkLst>
            <pc:docMk/>
            <pc:sldMk cId="1615218882" sldId="287"/>
            <ac:spMk id="19" creationId="{DF76CD54-263C-BAF1-30A4-2F41C42C32AA}"/>
          </ac:spMkLst>
        </pc:spChg>
        <pc:spChg chg="mod">
          <ac:chgData name="Patrik Pettersson" userId="3187dd6c-039a-4ec1-98cc-e78086e5eb8e" providerId="ADAL" clId="{01F9DA00-6B78-4E64-BC25-288FEAD26F8D}" dt="2025-11-29T14:23:29.737" v="220" actId="20577"/>
          <ac:spMkLst>
            <pc:docMk/>
            <pc:sldMk cId="1615218882" sldId="287"/>
            <ac:spMk id="29" creationId="{59369A28-D29E-3B90-E549-8B739AAEF650}"/>
          </ac:spMkLst>
        </pc:spChg>
      </pc:sldChg>
      <pc:sldChg chg="addSp delSp modSp mod">
        <pc:chgData name="Patrik Pettersson" userId="3187dd6c-039a-4ec1-98cc-e78086e5eb8e" providerId="ADAL" clId="{01F9DA00-6B78-4E64-BC25-288FEAD26F8D}" dt="2025-11-29T15:16:45.147" v="4036" actId="14100"/>
        <pc:sldMkLst>
          <pc:docMk/>
          <pc:sldMk cId="1967812310" sldId="288"/>
        </pc:sldMkLst>
        <pc:spChg chg="mod">
          <ac:chgData name="Patrik Pettersson" userId="3187dd6c-039a-4ec1-98cc-e78086e5eb8e" providerId="ADAL" clId="{01F9DA00-6B78-4E64-BC25-288FEAD26F8D}" dt="2025-11-29T15:03:49.753" v="2833" actId="20577"/>
          <ac:spMkLst>
            <pc:docMk/>
            <pc:sldMk cId="1967812310" sldId="288"/>
            <ac:spMk id="2" creationId="{18A942B4-F971-989D-FB00-794D2E28A186}"/>
          </ac:spMkLst>
        </pc:spChg>
        <pc:spChg chg="mod">
          <ac:chgData name="Patrik Pettersson" userId="3187dd6c-039a-4ec1-98cc-e78086e5eb8e" providerId="ADAL" clId="{01F9DA00-6B78-4E64-BC25-288FEAD26F8D}" dt="2025-11-29T15:07:05.097" v="2972" actId="14100"/>
          <ac:spMkLst>
            <pc:docMk/>
            <pc:sldMk cId="1967812310" sldId="288"/>
            <ac:spMk id="3" creationId="{5BB63C60-23C4-8B5E-81FA-9635CC8F327F}"/>
          </ac:spMkLst>
        </pc:spChg>
        <pc:spChg chg="add mod">
          <ac:chgData name="Patrik Pettersson" userId="3187dd6c-039a-4ec1-98cc-e78086e5eb8e" providerId="ADAL" clId="{01F9DA00-6B78-4E64-BC25-288FEAD26F8D}" dt="2025-11-29T15:09:26.721" v="3245" actId="313"/>
          <ac:spMkLst>
            <pc:docMk/>
            <pc:sldMk cId="1967812310" sldId="288"/>
            <ac:spMk id="9" creationId="{BDA645E7-1D22-15F4-FBDF-B437F9AD5B21}"/>
          </ac:spMkLst>
        </pc:spChg>
        <pc:spChg chg="mod">
          <ac:chgData name="Patrik Pettersson" userId="3187dd6c-039a-4ec1-98cc-e78086e5eb8e" providerId="ADAL" clId="{01F9DA00-6B78-4E64-BC25-288FEAD26F8D}" dt="2025-11-29T15:15:59.033" v="3993" actId="20577"/>
          <ac:spMkLst>
            <pc:docMk/>
            <pc:sldMk cId="1967812310" sldId="288"/>
            <ac:spMk id="17" creationId="{C07A67B8-636C-EFB5-D44A-9BD573F0666D}"/>
          </ac:spMkLst>
        </pc:spChg>
        <pc:spChg chg="mod">
          <ac:chgData name="Patrik Pettersson" userId="3187dd6c-039a-4ec1-98cc-e78086e5eb8e" providerId="ADAL" clId="{01F9DA00-6B78-4E64-BC25-288FEAD26F8D}" dt="2025-11-29T15:13:28.769" v="3786" actId="313"/>
          <ac:spMkLst>
            <pc:docMk/>
            <pc:sldMk cId="1967812310" sldId="288"/>
            <ac:spMk id="23" creationId="{099B75D9-D436-137D-AED9-E370D66195E7}"/>
          </ac:spMkLst>
        </pc:spChg>
        <pc:spChg chg="mod">
          <ac:chgData name="Patrik Pettersson" userId="3187dd6c-039a-4ec1-98cc-e78086e5eb8e" providerId="ADAL" clId="{01F9DA00-6B78-4E64-BC25-288FEAD26F8D}" dt="2025-11-29T15:14:06.984" v="3807" actId="20577"/>
          <ac:spMkLst>
            <pc:docMk/>
            <pc:sldMk cId="1967812310" sldId="288"/>
            <ac:spMk id="25" creationId="{B71A640C-BC75-5883-8C69-6D1FDF030F2C}"/>
          </ac:spMkLst>
        </pc:spChg>
        <pc:spChg chg="del mod">
          <ac:chgData name="Patrik Pettersson" userId="3187dd6c-039a-4ec1-98cc-e78086e5eb8e" providerId="ADAL" clId="{01F9DA00-6B78-4E64-BC25-288FEAD26F8D}" dt="2025-11-29T15:11:55.121" v="3548" actId="478"/>
          <ac:spMkLst>
            <pc:docMk/>
            <pc:sldMk cId="1967812310" sldId="288"/>
            <ac:spMk id="31" creationId="{16231A7D-802C-93F1-4E3C-251145A4BA89}"/>
          </ac:spMkLst>
        </pc:spChg>
        <pc:spChg chg="mod">
          <ac:chgData name="Patrik Pettersson" userId="3187dd6c-039a-4ec1-98cc-e78086e5eb8e" providerId="ADAL" clId="{01F9DA00-6B78-4E64-BC25-288FEAD26F8D}" dt="2025-11-29T15:16:41.671" v="4035" actId="1076"/>
          <ac:spMkLst>
            <pc:docMk/>
            <pc:sldMk cId="1967812310" sldId="288"/>
            <ac:spMk id="41" creationId="{74AE6459-4C22-CA7D-5E66-C6544BDD4171}"/>
          </ac:spMkLst>
        </pc:spChg>
        <pc:spChg chg="mod">
          <ac:chgData name="Patrik Pettersson" userId="3187dd6c-039a-4ec1-98cc-e78086e5eb8e" providerId="ADAL" clId="{01F9DA00-6B78-4E64-BC25-288FEAD26F8D}" dt="2025-11-29T15:16:45.147" v="4036" actId="14100"/>
          <ac:spMkLst>
            <pc:docMk/>
            <pc:sldMk cId="1967812310" sldId="288"/>
            <ac:spMk id="46" creationId="{AED8A782-0830-A9DD-678F-1B52063D8AC2}"/>
          </ac:spMkLst>
        </pc:spChg>
        <pc:spChg chg="mod">
          <ac:chgData name="Patrik Pettersson" userId="3187dd6c-039a-4ec1-98cc-e78086e5eb8e" providerId="ADAL" clId="{01F9DA00-6B78-4E64-BC25-288FEAD26F8D}" dt="2025-11-29T15:15:03.924" v="3904" actId="1076"/>
          <ac:spMkLst>
            <pc:docMk/>
            <pc:sldMk cId="1967812310" sldId="288"/>
            <ac:spMk id="47" creationId="{919BE6F5-B495-E5CC-FD40-CA866C048D5D}"/>
          </ac:spMkLst>
        </pc:spChg>
        <pc:spChg chg="mod">
          <ac:chgData name="Patrik Pettersson" userId="3187dd6c-039a-4ec1-98cc-e78086e5eb8e" providerId="ADAL" clId="{01F9DA00-6B78-4E64-BC25-288FEAD26F8D}" dt="2025-11-29T15:15:01.710" v="3903" actId="1076"/>
          <ac:spMkLst>
            <pc:docMk/>
            <pc:sldMk cId="1967812310" sldId="288"/>
            <ac:spMk id="49" creationId="{509A2470-52A9-3258-C19D-92831B9CC0D4}"/>
          </ac:spMkLst>
        </pc:spChg>
        <pc:spChg chg="mod">
          <ac:chgData name="Patrik Pettersson" userId="3187dd6c-039a-4ec1-98cc-e78086e5eb8e" providerId="ADAL" clId="{01F9DA00-6B78-4E64-BC25-288FEAD26F8D}" dt="2025-11-29T15:15:33.746" v="3975" actId="14100"/>
          <ac:spMkLst>
            <pc:docMk/>
            <pc:sldMk cId="1967812310" sldId="288"/>
            <ac:spMk id="51" creationId="{70CB9701-4743-126B-4E7F-CCC23CFB6D41}"/>
          </ac:spMkLst>
        </pc:spChg>
        <pc:cxnChg chg="mod">
          <ac:chgData name="Patrik Pettersson" userId="3187dd6c-039a-4ec1-98cc-e78086e5eb8e" providerId="ADAL" clId="{01F9DA00-6B78-4E64-BC25-288FEAD26F8D}" dt="2025-11-29T15:13:25.525" v="3785" actId="14100"/>
          <ac:cxnSpMkLst>
            <pc:docMk/>
            <pc:sldMk cId="1967812310" sldId="288"/>
            <ac:cxnSpMk id="34" creationId="{2591F3FD-1999-AE04-2D17-E8BBC1E59EF2}"/>
          </ac:cxnSpMkLst>
        </pc:cxnChg>
        <pc:cxnChg chg="mod">
          <ac:chgData name="Patrik Pettersson" userId="3187dd6c-039a-4ec1-98cc-e78086e5eb8e" providerId="ADAL" clId="{01F9DA00-6B78-4E64-BC25-288FEAD26F8D}" dt="2025-11-29T15:13:25.525" v="3785" actId="14100"/>
          <ac:cxnSpMkLst>
            <pc:docMk/>
            <pc:sldMk cId="1967812310" sldId="288"/>
            <ac:cxnSpMk id="39" creationId="{A752A62D-5D9D-A338-694C-9185050F4AC4}"/>
          </ac:cxnSpMkLst>
        </pc:cxnChg>
        <pc:cxnChg chg="mod">
          <ac:chgData name="Patrik Pettersson" userId="3187dd6c-039a-4ec1-98cc-e78086e5eb8e" providerId="ADAL" clId="{01F9DA00-6B78-4E64-BC25-288FEAD26F8D}" dt="2025-11-29T15:11:50.238" v="3547" actId="14100"/>
          <ac:cxnSpMkLst>
            <pc:docMk/>
            <pc:sldMk cId="1967812310" sldId="288"/>
            <ac:cxnSpMk id="53" creationId="{265C7CA7-9737-4C08-F69E-984D3B8DFF8A}"/>
          </ac:cxnSpMkLst>
        </pc:cxnChg>
        <pc:cxnChg chg="mod">
          <ac:chgData name="Patrik Pettersson" userId="3187dd6c-039a-4ec1-98cc-e78086e5eb8e" providerId="ADAL" clId="{01F9DA00-6B78-4E64-BC25-288FEAD26F8D}" dt="2025-11-29T15:16:41.671" v="4035" actId="1076"/>
          <ac:cxnSpMkLst>
            <pc:docMk/>
            <pc:sldMk cId="1967812310" sldId="288"/>
            <ac:cxnSpMk id="59" creationId="{81532850-53E1-12C0-F18D-EE27FE04049A}"/>
          </ac:cxnSpMkLst>
        </pc:cxnChg>
        <pc:cxnChg chg="mod">
          <ac:chgData name="Patrik Pettersson" userId="3187dd6c-039a-4ec1-98cc-e78086e5eb8e" providerId="ADAL" clId="{01F9DA00-6B78-4E64-BC25-288FEAD26F8D}" dt="2025-11-29T15:16:41.671" v="4035" actId="1076"/>
          <ac:cxnSpMkLst>
            <pc:docMk/>
            <pc:sldMk cId="1967812310" sldId="288"/>
            <ac:cxnSpMk id="63" creationId="{624E55F1-A486-E6EC-E93D-977907005BEE}"/>
          </ac:cxnSpMkLst>
        </pc:cxnChg>
        <pc:cxnChg chg="mod">
          <ac:chgData name="Patrik Pettersson" userId="3187dd6c-039a-4ec1-98cc-e78086e5eb8e" providerId="ADAL" clId="{01F9DA00-6B78-4E64-BC25-288FEAD26F8D}" dt="2025-11-29T15:16:45.147" v="4036" actId="14100"/>
          <ac:cxnSpMkLst>
            <pc:docMk/>
            <pc:sldMk cId="1967812310" sldId="288"/>
            <ac:cxnSpMk id="69" creationId="{36F34F3F-364B-5304-52B1-92FE03A04EE0}"/>
          </ac:cxnSpMkLst>
        </pc:cxnChg>
        <pc:cxnChg chg="mod">
          <ac:chgData name="Patrik Pettersson" userId="3187dd6c-039a-4ec1-98cc-e78086e5eb8e" providerId="ADAL" clId="{01F9DA00-6B78-4E64-BC25-288FEAD26F8D}" dt="2025-11-29T15:16:45.147" v="4036" actId="14100"/>
          <ac:cxnSpMkLst>
            <pc:docMk/>
            <pc:sldMk cId="1967812310" sldId="288"/>
            <ac:cxnSpMk id="73" creationId="{E7225A3C-7B68-6AD2-03A2-EAD4DC5B5D5B}"/>
          </ac:cxnSpMkLst>
        </pc:cxnChg>
        <pc:cxnChg chg="mod">
          <ac:chgData name="Patrik Pettersson" userId="3187dd6c-039a-4ec1-98cc-e78086e5eb8e" providerId="ADAL" clId="{01F9DA00-6B78-4E64-BC25-288FEAD26F8D}" dt="2025-11-29T15:15:33.746" v="3975" actId="14100"/>
          <ac:cxnSpMkLst>
            <pc:docMk/>
            <pc:sldMk cId="1967812310" sldId="288"/>
            <ac:cxnSpMk id="78" creationId="{13423874-3B9A-A867-B570-830FAD25F9D0}"/>
          </ac:cxnSpMkLst>
        </pc:cxnChg>
        <pc:cxnChg chg="mod">
          <ac:chgData name="Patrik Pettersson" userId="3187dd6c-039a-4ec1-98cc-e78086e5eb8e" providerId="ADAL" clId="{01F9DA00-6B78-4E64-BC25-288FEAD26F8D}" dt="2025-11-29T15:15:03.924" v="3904" actId="1076"/>
          <ac:cxnSpMkLst>
            <pc:docMk/>
            <pc:sldMk cId="1967812310" sldId="288"/>
            <ac:cxnSpMk id="83" creationId="{85A6BC2B-50D2-9DD9-D04E-03CE941E8EAF}"/>
          </ac:cxnSpMkLst>
        </pc:cxnChg>
      </pc:sldChg>
      <pc:sldChg chg="addSp modSp mod">
        <pc:chgData name="Patrik Pettersson" userId="3187dd6c-039a-4ec1-98cc-e78086e5eb8e" providerId="ADAL" clId="{01F9DA00-6B78-4E64-BC25-288FEAD26F8D}" dt="2025-11-29T17:09:57.056" v="9586" actId="14100"/>
        <pc:sldMkLst>
          <pc:docMk/>
          <pc:sldMk cId="1684048179" sldId="289"/>
        </pc:sldMkLst>
        <pc:spChg chg="add mod">
          <ac:chgData name="Patrik Pettersson" userId="3187dd6c-039a-4ec1-98cc-e78086e5eb8e" providerId="ADAL" clId="{01F9DA00-6B78-4E64-BC25-288FEAD26F8D}" dt="2025-11-29T17:09:57.056" v="9586" actId="14100"/>
          <ac:spMkLst>
            <pc:docMk/>
            <pc:sldMk cId="1684048179" sldId="289"/>
            <ac:spMk id="4" creationId="{A2DC1D1A-F2F0-73F1-9B97-A47079E13DD1}"/>
          </ac:spMkLst>
        </pc:spChg>
      </pc:sldChg>
      <pc:sldChg chg="modSp mod">
        <pc:chgData name="Patrik Pettersson" userId="3187dd6c-039a-4ec1-98cc-e78086e5eb8e" providerId="ADAL" clId="{01F9DA00-6B78-4E64-BC25-288FEAD26F8D}" dt="2025-11-29T17:15:21.899" v="9785" actId="20577"/>
        <pc:sldMkLst>
          <pc:docMk/>
          <pc:sldMk cId="3007169405" sldId="290"/>
        </pc:sldMkLst>
        <pc:spChg chg="mod">
          <ac:chgData name="Patrik Pettersson" userId="3187dd6c-039a-4ec1-98cc-e78086e5eb8e" providerId="ADAL" clId="{01F9DA00-6B78-4E64-BC25-288FEAD26F8D}" dt="2025-11-29T17:13:37.303" v="9677" actId="20577"/>
          <ac:spMkLst>
            <pc:docMk/>
            <pc:sldMk cId="3007169405" sldId="290"/>
            <ac:spMk id="20" creationId="{687F0168-A60F-FC28-F276-735A776B54CD}"/>
          </ac:spMkLst>
        </pc:spChg>
        <pc:spChg chg="mod">
          <ac:chgData name="Patrik Pettersson" userId="3187dd6c-039a-4ec1-98cc-e78086e5eb8e" providerId="ADAL" clId="{01F9DA00-6B78-4E64-BC25-288FEAD26F8D}" dt="2025-11-29T17:14:05.777" v="9732" actId="6549"/>
          <ac:spMkLst>
            <pc:docMk/>
            <pc:sldMk cId="3007169405" sldId="290"/>
            <ac:spMk id="21" creationId="{B29E0FE3-092E-13A1-3D56-68A7AF808C74}"/>
          </ac:spMkLst>
        </pc:spChg>
        <pc:spChg chg="mod">
          <ac:chgData name="Patrik Pettersson" userId="3187dd6c-039a-4ec1-98cc-e78086e5eb8e" providerId="ADAL" clId="{01F9DA00-6B78-4E64-BC25-288FEAD26F8D}" dt="2025-11-29T17:14:40.767" v="9760" actId="20577"/>
          <ac:spMkLst>
            <pc:docMk/>
            <pc:sldMk cId="3007169405" sldId="290"/>
            <ac:spMk id="24" creationId="{54508765-C78F-C4C9-1C36-240C4E07D960}"/>
          </ac:spMkLst>
        </pc:spChg>
        <pc:spChg chg="mod">
          <ac:chgData name="Patrik Pettersson" userId="3187dd6c-039a-4ec1-98cc-e78086e5eb8e" providerId="ADAL" clId="{01F9DA00-6B78-4E64-BC25-288FEAD26F8D}" dt="2025-11-29T17:15:21.899" v="9785" actId="20577"/>
          <ac:spMkLst>
            <pc:docMk/>
            <pc:sldMk cId="3007169405" sldId="290"/>
            <ac:spMk id="27" creationId="{6A8B36FF-8682-F137-DC2D-8ADA205206E5}"/>
          </ac:spMkLst>
        </pc:spChg>
      </pc:sldChg>
      <pc:sldChg chg="modSp mod">
        <pc:chgData name="Patrik Pettersson" userId="3187dd6c-039a-4ec1-98cc-e78086e5eb8e" providerId="ADAL" clId="{01F9DA00-6B78-4E64-BC25-288FEAD26F8D}" dt="2025-11-29T17:17:25.521" v="9827" actId="20577"/>
        <pc:sldMkLst>
          <pc:docMk/>
          <pc:sldMk cId="3821459302" sldId="291"/>
        </pc:sldMkLst>
        <pc:spChg chg="mod">
          <ac:chgData name="Patrik Pettersson" userId="3187dd6c-039a-4ec1-98cc-e78086e5eb8e" providerId="ADAL" clId="{01F9DA00-6B78-4E64-BC25-288FEAD26F8D}" dt="2025-11-29T16:47:46.142" v="9016" actId="1076"/>
          <ac:spMkLst>
            <pc:docMk/>
            <pc:sldMk cId="3821459302" sldId="291"/>
            <ac:spMk id="2" creationId="{9CE0E731-1CC0-2CC6-D232-ECEE88CD0CE4}"/>
          </ac:spMkLst>
        </pc:spChg>
        <pc:spChg chg="mod">
          <ac:chgData name="Patrik Pettersson" userId="3187dd6c-039a-4ec1-98cc-e78086e5eb8e" providerId="ADAL" clId="{01F9DA00-6B78-4E64-BC25-288FEAD26F8D}" dt="2025-11-29T17:16:19.356" v="9789" actId="20577"/>
          <ac:spMkLst>
            <pc:docMk/>
            <pc:sldMk cId="3821459302" sldId="291"/>
            <ac:spMk id="20" creationId="{52F607CD-9BE0-930F-893B-FB8D2148E47A}"/>
          </ac:spMkLst>
        </pc:spChg>
        <pc:spChg chg="mod">
          <ac:chgData name="Patrik Pettersson" userId="3187dd6c-039a-4ec1-98cc-e78086e5eb8e" providerId="ADAL" clId="{01F9DA00-6B78-4E64-BC25-288FEAD26F8D}" dt="2025-11-29T17:17:11.156" v="9800" actId="6549"/>
          <ac:spMkLst>
            <pc:docMk/>
            <pc:sldMk cId="3821459302" sldId="291"/>
            <ac:spMk id="21" creationId="{85472BB2-7738-3165-EABA-064E531D4BF5}"/>
          </ac:spMkLst>
        </pc:spChg>
        <pc:spChg chg="mod">
          <ac:chgData name="Patrik Pettersson" userId="3187dd6c-039a-4ec1-98cc-e78086e5eb8e" providerId="ADAL" clId="{01F9DA00-6B78-4E64-BC25-288FEAD26F8D}" dt="2025-11-29T17:17:25.521" v="9827" actId="20577"/>
          <ac:spMkLst>
            <pc:docMk/>
            <pc:sldMk cId="3821459302" sldId="291"/>
            <ac:spMk id="24" creationId="{4940F867-7148-B232-0FEC-407750567819}"/>
          </ac:spMkLst>
        </pc:spChg>
      </pc:sldChg>
      <pc:sldChg chg="modSp mod">
        <pc:chgData name="Patrik Pettersson" userId="3187dd6c-039a-4ec1-98cc-e78086e5eb8e" providerId="ADAL" clId="{01F9DA00-6B78-4E64-BC25-288FEAD26F8D}" dt="2025-11-29T17:18:41.226" v="9866" actId="14100"/>
        <pc:sldMkLst>
          <pc:docMk/>
          <pc:sldMk cId="2295346830" sldId="292"/>
        </pc:sldMkLst>
        <pc:spChg chg="mod">
          <ac:chgData name="Patrik Pettersson" userId="3187dd6c-039a-4ec1-98cc-e78086e5eb8e" providerId="ADAL" clId="{01F9DA00-6B78-4E64-BC25-288FEAD26F8D}" dt="2025-11-29T17:18:04.925" v="9831" actId="20577"/>
          <ac:spMkLst>
            <pc:docMk/>
            <pc:sldMk cId="2295346830" sldId="292"/>
            <ac:spMk id="20" creationId="{B8BC83C4-1EFA-0018-AB38-A803FD4B2BC6}"/>
          </ac:spMkLst>
        </pc:spChg>
        <pc:spChg chg="mod">
          <ac:chgData name="Patrik Pettersson" userId="3187dd6c-039a-4ec1-98cc-e78086e5eb8e" providerId="ADAL" clId="{01F9DA00-6B78-4E64-BC25-288FEAD26F8D}" dt="2025-11-29T17:18:24.193" v="9836"/>
          <ac:spMkLst>
            <pc:docMk/>
            <pc:sldMk cId="2295346830" sldId="292"/>
            <ac:spMk id="21" creationId="{7C73DAD1-41DF-BC26-F6B9-C149BD133734}"/>
          </ac:spMkLst>
        </pc:spChg>
        <pc:spChg chg="mod">
          <ac:chgData name="Patrik Pettersson" userId="3187dd6c-039a-4ec1-98cc-e78086e5eb8e" providerId="ADAL" clId="{01F9DA00-6B78-4E64-BC25-288FEAD26F8D}" dt="2025-11-29T17:18:41.226" v="9866" actId="14100"/>
          <ac:spMkLst>
            <pc:docMk/>
            <pc:sldMk cId="2295346830" sldId="292"/>
            <ac:spMk id="24" creationId="{719744EF-CC03-A0B2-40C0-54283B3D6B78}"/>
          </ac:spMkLst>
        </pc:spChg>
        <pc:cxnChg chg="mod">
          <ac:chgData name="Patrik Pettersson" userId="3187dd6c-039a-4ec1-98cc-e78086e5eb8e" providerId="ADAL" clId="{01F9DA00-6B78-4E64-BC25-288FEAD26F8D}" dt="2025-11-29T17:18:41.226" v="9866" actId="14100"/>
          <ac:cxnSpMkLst>
            <pc:docMk/>
            <pc:sldMk cId="2295346830" sldId="292"/>
            <ac:cxnSpMk id="50" creationId="{685FDDA8-BA84-5BD7-2727-1A87A10C9E3E}"/>
          </ac:cxnSpMkLst>
        </pc:cxnChg>
        <pc:cxnChg chg="mod">
          <ac:chgData name="Patrik Pettersson" userId="3187dd6c-039a-4ec1-98cc-e78086e5eb8e" providerId="ADAL" clId="{01F9DA00-6B78-4E64-BC25-288FEAD26F8D}" dt="2025-11-29T17:18:41.226" v="9866" actId="14100"/>
          <ac:cxnSpMkLst>
            <pc:docMk/>
            <pc:sldMk cId="2295346830" sldId="292"/>
            <ac:cxnSpMk id="76" creationId="{7FB77763-5A03-D36F-B00B-969254EB1181}"/>
          </ac:cxnSpMkLst>
        </pc:cxnChg>
      </pc:sldChg>
      <pc:sldChg chg="modSp mod">
        <pc:chgData name="Patrik Pettersson" userId="3187dd6c-039a-4ec1-98cc-e78086e5eb8e" providerId="ADAL" clId="{01F9DA00-6B78-4E64-BC25-288FEAD26F8D}" dt="2025-11-29T17:19:07.947" v="9908" actId="20577"/>
        <pc:sldMkLst>
          <pc:docMk/>
          <pc:sldMk cId="1786796875" sldId="293"/>
        </pc:sldMkLst>
        <pc:spChg chg="mod">
          <ac:chgData name="Patrik Pettersson" userId="3187dd6c-039a-4ec1-98cc-e78086e5eb8e" providerId="ADAL" clId="{01F9DA00-6B78-4E64-BC25-288FEAD26F8D}" dt="2025-11-29T17:19:07.947" v="9908" actId="20577"/>
          <ac:spMkLst>
            <pc:docMk/>
            <pc:sldMk cId="1786796875" sldId="293"/>
            <ac:spMk id="11" creationId="{D85FD4A7-8B9A-426E-249B-86E6D6D4D759}"/>
          </ac:spMkLst>
        </pc:spChg>
      </pc:sldChg>
      <pc:sldChg chg="addSp delSp modSp add mod">
        <pc:chgData name="Patrik Pettersson" userId="3187dd6c-039a-4ec1-98cc-e78086e5eb8e" providerId="ADAL" clId="{01F9DA00-6B78-4E64-BC25-288FEAD26F8D}" dt="2025-11-29T14:37:03.470" v="973" actId="14100"/>
        <pc:sldMkLst>
          <pc:docMk/>
          <pc:sldMk cId="3390388066" sldId="294"/>
        </pc:sldMkLst>
        <pc:spChg chg="add mod">
          <ac:chgData name="Patrik Pettersson" userId="3187dd6c-039a-4ec1-98cc-e78086e5eb8e" providerId="ADAL" clId="{01F9DA00-6B78-4E64-BC25-288FEAD26F8D}" dt="2025-11-29T14:32:16.746" v="760" actId="1076"/>
          <ac:spMkLst>
            <pc:docMk/>
            <pc:sldMk cId="3390388066" sldId="294"/>
            <ac:spMk id="10" creationId="{2A8C2629-C7F4-681B-D9B0-4F234958AA2C}"/>
          </ac:spMkLst>
        </pc:spChg>
        <pc:spChg chg="add mod">
          <ac:chgData name="Patrik Pettersson" userId="3187dd6c-039a-4ec1-98cc-e78086e5eb8e" providerId="ADAL" clId="{01F9DA00-6B78-4E64-BC25-288FEAD26F8D}" dt="2025-11-29T14:36:28.942" v="962" actId="1076"/>
          <ac:spMkLst>
            <pc:docMk/>
            <pc:sldMk cId="3390388066" sldId="294"/>
            <ac:spMk id="23" creationId="{8C9E23EA-A2D1-E017-7606-9376563EEE9B}"/>
          </ac:spMkLst>
        </pc:spChg>
        <pc:spChg chg="mod">
          <ac:chgData name="Patrik Pettersson" userId="3187dd6c-039a-4ec1-98cc-e78086e5eb8e" providerId="ADAL" clId="{01F9DA00-6B78-4E64-BC25-288FEAD26F8D}" dt="2025-11-29T14:31:18.532" v="627" actId="1076"/>
          <ac:spMkLst>
            <pc:docMk/>
            <pc:sldMk cId="3390388066" sldId="294"/>
            <ac:spMk id="40" creationId="{B082A083-1505-EE27-D1C8-0AA1CD51AA4C}"/>
          </ac:spMkLst>
        </pc:spChg>
        <pc:spChg chg="mod">
          <ac:chgData name="Patrik Pettersson" userId="3187dd6c-039a-4ec1-98cc-e78086e5eb8e" providerId="ADAL" clId="{01F9DA00-6B78-4E64-BC25-288FEAD26F8D}" dt="2025-11-29T14:32:19.711" v="761" actId="1076"/>
          <ac:spMkLst>
            <pc:docMk/>
            <pc:sldMk cId="3390388066" sldId="294"/>
            <ac:spMk id="41" creationId="{20A0A867-6B2A-8D50-08BD-57334283A362}"/>
          </ac:spMkLst>
        </pc:spChg>
        <pc:spChg chg="mod">
          <ac:chgData name="Patrik Pettersson" userId="3187dd6c-039a-4ec1-98cc-e78086e5eb8e" providerId="ADAL" clId="{01F9DA00-6B78-4E64-BC25-288FEAD26F8D}" dt="2025-11-29T14:35:43.938" v="952" actId="1076"/>
          <ac:spMkLst>
            <pc:docMk/>
            <pc:sldMk cId="3390388066" sldId="294"/>
            <ac:spMk id="80" creationId="{D0E602F5-27B6-79AB-7E38-9EE14199C53F}"/>
          </ac:spMkLst>
        </pc:spChg>
        <pc:spChg chg="mod">
          <ac:chgData name="Patrik Pettersson" userId="3187dd6c-039a-4ec1-98cc-e78086e5eb8e" providerId="ADAL" clId="{01F9DA00-6B78-4E64-BC25-288FEAD26F8D}" dt="2025-11-29T14:34:28.567" v="893" actId="14100"/>
          <ac:spMkLst>
            <pc:docMk/>
            <pc:sldMk cId="3390388066" sldId="294"/>
            <ac:spMk id="81" creationId="{50C87F58-B950-FB39-0B7C-4B2073CBE839}"/>
          </ac:spMkLst>
        </pc:spChg>
        <pc:spChg chg="mod">
          <ac:chgData name="Patrik Pettersson" userId="3187dd6c-039a-4ec1-98cc-e78086e5eb8e" providerId="ADAL" clId="{01F9DA00-6B78-4E64-BC25-288FEAD26F8D}" dt="2025-11-29T14:37:03.470" v="973" actId="14100"/>
          <ac:spMkLst>
            <pc:docMk/>
            <pc:sldMk cId="3390388066" sldId="294"/>
            <ac:spMk id="82" creationId="{9B5C460C-A61F-6E7F-9DBE-727A1DB98A0F}"/>
          </ac:spMkLst>
        </pc:spChg>
        <pc:cxnChg chg="add mod">
          <ac:chgData name="Patrik Pettersson" userId="3187dd6c-039a-4ec1-98cc-e78086e5eb8e" providerId="ADAL" clId="{01F9DA00-6B78-4E64-BC25-288FEAD26F8D}" dt="2025-11-29T14:32:32.351" v="764" actId="14100"/>
          <ac:cxnSpMkLst>
            <pc:docMk/>
            <pc:sldMk cId="3390388066" sldId="294"/>
            <ac:cxnSpMk id="11" creationId="{992C099B-72DD-0194-CB32-ADF771FC688B}"/>
          </ac:cxnSpMkLst>
        </pc:cxnChg>
        <pc:cxnChg chg="add mod">
          <ac:chgData name="Patrik Pettersson" userId="3187dd6c-039a-4ec1-98cc-e78086e5eb8e" providerId="ADAL" clId="{01F9DA00-6B78-4E64-BC25-288FEAD26F8D}" dt="2025-11-29T14:32:58.609" v="769" actId="14100"/>
          <ac:cxnSpMkLst>
            <pc:docMk/>
            <pc:sldMk cId="3390388066" sldId="294"/>
            <ac:cxnSpMk id="15" creationId="{32B39507-B31F-BE38-551F-E3DAEB5A9635}"/>
          </ac:cxnSpMkLst>
        </pc:cxnChg>
        <pc:cxnChg chg="add mod">
          <ac:chgData name="Patrik Pettersson" userId="3187dd6c-039a-4ec1-98cc-e78086e5eb8e" providerId="ADAL" clId="{01F9DA00-6B78-4E64-BC25-288FEAD26F8D}" dt="2025-11-29T14:36:28.942" v="962" actId="1076"/>
          <ac:cxnSpMkLst>
            <pc:docMk/>
            <pc:sldMk cId="3390388066" sldId="294"/>
            <ac:cxnSpMk id="25" creationId="{88E7567D-A7F7-4B9A-9014-C379B36CF5FF}"/>
          </ac:cxnSpMkLst>
        </pc:cxnChg>
        <pc:cxnChg chg="add mod">
          <ac:chgData name="Patrik Pettersson" userId="3187dd6c-039a-4ec1-98cc-e78086e5eb8e" providerId="ADAL" clId="{01F9DA00-6B78-4E64-BC25-288FEAD26F8D}" dt="2025-11-29T14:36:33.507" v="963" actId="14100"/>
          <ac:cxnSpMkLst>
            <pc:docMk/>
            <pc:sldMk cId="3390388066" sldId="294"/>
            <ac:cxnSpMk id="28" creationId="{F71A350C-2DE5-38F5-1318-C3BE3478A71A}"/>
          </ac:cxnSpMkLst>
        </pc:cxnChg>
        <pc:cxnChg chg="mod">
          <ac:chgData name="Patrik Pettersson" userId="3187dd6c-039a-4ec1-98cc-e78086e5eb8e" providerId="ADAL" clId="{01F9DA00-6B78-4E64-BC25-288FEAD26F8D}" dt="2025-11-29T14:31:18.532" v="627" actId="1076"/>
          <ac:cxnSpMkLst>
            <pc:docMk/>
            <pc:sldMk cId="3390388066" sldId="294"/>
            <ac:cxnSpMk id="92" creationId="{E0416983-A210-AA2F-007E-AFAEADD4EAE4}"/>
          </ac:cxnSpMkLst>
        </pc:cxnChg>
        <pc:cxnChg chg="del mod">
          <ac:chgData name="Patrik Pettersson" userId="3187dd6c-039a-4ec1-98cc-e78086e5eb8e" providerId="ADAL" clId="{01F9DA00-6B78-4E64-BC25-288FEAD26F8D}" dt="2025-11-29T14:31:25.180" v="628" actId="478"/>
          <ac:cxnSpMkLst>
            <pc:docMk/>
            <pc:sldMk cId="3390388066" sldId="294"/>
            <ac:cxnSpMk id="95" creationId="{3E893031-7DA7-B664-5569-7D6E6AD5B00D}"/>
          </ac:cxnSpMkLst>
        </pc:cxnChg>
        <pc:cxnChg chg="mod">
          <ac:chgData name="Patrik Pettersson" userId="3187dd6c-039a-4ec1-98cc-e78086e5eb8e" providerId="ADAL" clId="{01F9DA00-6B78-4E64-BC25-288FEAD26F8D}" dt="2025-11-29T14:32:50.506" v="766" actId="14100"/>
          <ac:cxnSpMkLst>
            <pc:docMk/>
            <pc:sldMk cId="3390388066" sldId="294"/>
            <ac:cxnSpMk id="99" creationId="{9851635F-82B2-3D0E-EFB6-4D94380EAEAB}"/>
          </ac:cxnSpMkLst>
        </pc:cxnChg>
        <pc:cxnChg chg="del mod">
          <ac:chgData name="Patrik Pettersson" userId="3187dd6c-039a-4ec1-98cc-e78086e5eb8e" providerId="ADAL" clId="{01F9DA00-6B78-4E64-BC25-288FEAD26F8D}" dt="2025-11-29T14:34:34.814" v="895" actId="478"/>
          <ac:cxnSpMkLst>
            <pc:docMk/>
            <pc:sldMk cId="3390388066" sldId="294"/>
            <ac:cxnSpMk id="103" creationId="{37DC24B8-DB89-12AC-1D64-BDC56F477254}"/>
          </ac:cxnSpMkLst>
        </pc:cxnChg>
        <pc:cxnChg chg="mod">
          <ac:chgData name="Patrik Pettersson" userId="3187dd6c-039a-4ec1-98cc-e78086e5eb8e" providerId="ADAL" clId="{01F9DA00-6B78-4E64-BC25-288FEAD26F8D}" dt="2025-11-29T14:37:03.470" v="973" actId="14100"/>
          <ac:cxnSpMkLst>
            <pc:docMk/>
            <pc:sldMk cId="3390388066" sldId="294"/>
            <ac:cxnSpMk id="107" creationId="{F78E76BD-D999-5206-D851-014D7FCF0EC9}"/>
          </ac:cxnSpMkLst>
        </pc:cxnChg>
        <pc:cxnChg chg="mod">
          <ac:chgData name="Patrik Pettersson" userId="3187dd6c-039a-4ec1-98cc-e78086e5eb8e" providerId="ADAL" clId="{01F9DA00-6B78-4E64-BC25-288FEAD26F8D}" dt="2025-11-29T14:37:03.470" v="973" actId="14100"/>
          <ac:cxnSpMkLst>
            <pc:docMk/>
            <pc:sldMk cId="3390388066" sldId="294"/>
            <ac:cxnSpMk id="108" creationId="{1392D114-D839-BADB-C1B5-E895BF2FB32D}"/>
          </ac:cxnSpMkLst>
        </pc:cxnChg>
      </pc:sldChg>
      <pc:sldChg chg="addSp delSp modSp add mod">
        <pc:chgData name="Patrik Pettersson" userId="3187dd6c-039a-4ec1-98cc-e78086e5eb8e" providerId="ADAL" clId="{01F9DA00-6B78-4E64-BC25-288FEAD26F8D}" dt="2025-11-29T16:54:04.155" v="9394" actId="20577"/>
        <pc:sldMkLst>
          <pc:docMk/>
          <pc:sldMk cId="1751561889" sldId="295"/>
        </pc:sldMkLst>
        <pc:spChg chg="mod">
          <ac:chgData name="Patrik Pettersson" userId="3187dd6c-039a-4ec1-98cc-e78086e5eb8e" providerId="ADAL" clId="{01F9DA00-6B78-4E64-BC25-288FEAD26F8D}" dt="2025-11-29T14:58:09.763" v="2618" actId="404"/>
          <ac:spMkLst>
            <pc:docMk/>
            <pc:sldMk cId="1751561889" sldId="295"/>
            <ac:spMk id="2" creationId="{7C74F43B-6D2D-2402-35E9-01B6401B5DD0}"/>
          </ac:spMkLst>
        </pc:spChg>
        <pc:spChg chg="mod">
          <ac:chgData name="Patrik Pettersson" userId="3187dd6c-039a-4ec1-98cc-e78086e5eb8e" providerId="ADAL" clId="{01F9DA00-6B78-4E64-BC25-288FEAD26F8D}" dt="2025-11-29T14:47:14.917" v="1549" actId="1076"/>
          <ac:spMkLst>
            <pc:docMk/>
            <pc:sldMk cId="1751561889" sldId="295"/>
            <ac:spMk id="5" creationId="{36D72638-0EFF-588D-2E21-6094E0F47811}"/>
          </ac:spMkLst>
        </pc:spChg>
        <pc:spChg chg="del">
          <ac:chgData name="Patrik Pettersson" userId="3187dd6c-039a-4ec1-98cc-e78086e5eb8e" providerId="ADAL" clId="{01F9DA00-6B78-4E64-BC25-288FEAD26F8D}" dt="2025-11-29T14:47:18.230" v="1550" actId="478"/>
          <ac:spMkLst>
            <pc:docMk/>
            <pc:sldMk cId="1751561889" sldId="295"/>
            <ac:spMk id="8" creationId="{86CEE711-136E-986C-F6F1-986F45297B13}"/>
          </ac:spMkLst>
        </pc:spChg>
        <pc:spChg chg="del">
          <ac:chgData name="Patrik Pettersson" userId="3187dd6c-039a-4ec1-98cc-e78086e5eb8e" providerId="ADAL" clId="{01F9DA00-6B78-4E64-BC25-288FEAD26F8D}" dt="2025-11-29T14:47:20.261" v="1551" actId="478"/>
          <ac:spMkLst>
            <pc:docMk/>
            <pc:sldMk cId="1751561889" sldId="295"/>
            <ac:spMk id="24" creationId="{D1FEA8D5-D5E4-5E9D-D561-8D3158C28BDA}"/>
          </ac:spMkLst>
        </pc:spChg>
        <pc:spChg chg="mod">
          <ac:chgData name="Patrik Pettersson" userId="3187dd6c-039a-4ec1-98cc-e78086e5eb8e" providerId="ADAL" clId="{01F9DA00-6B78-4E64-BC25-288FEAD26F8D}" dt="2025-11-29T14:45:49.039" v="1471" actId="14100"/>
          <ac:spMkLst>
            <pc:docMk/>
            <pc:sldMk cId="1751561889" sldId="295"/>
            <ac:spMk id="25" creationId="{03BB7558-B0A0-6C0F-37BC-1FCBEC494D74}"/>
          </ac:spMkLst>
        </pc:spChg>
        <pc:spChg chg="mod">
          <ac:chgData name="Patrik Pettersson" userId="3187dd6c-039a-4ec1-98cc-e78086e5eb8e" providerId="ADAL" clId="{01F9DA00-6B78-4E64-BC25-288FEAD26F8D}" dt="2025-11-29T14:46:29.124" v="1496" actId="14100"/>
          <ac:spMkLst>
            <pc:docMk/>
            <pc:sldMk cId="1751561889" sldId="295"/>
            <ac:spMk id="26" creationId="{855477B9-A76C-BBF7-2320-694D155CFFCE}"/>
          </ac:spMkLst>
        </pc:spChg>
        <pc:spChg chg="del">
          <ac:chgData name="Patrik Pettersson" userId="3187dd6c-039a-4ec1-98cc-e78086e5eb8e" providerId="ADAL" clId="{01F9DA00-6B78-4E64-BC25-288FEAD26F8D}" dt="2025-11-29T14:46:23.293" v="1494" actId="478"/>
          <ac:spMkLst>
            <pc:docMk/>
            <pc:sldMk cId="1751561889" sldId="295"/>
            <ac:spMk id="27" creationId="{411D4D41-24F1-63C5-D8CB-248BD6BDE74D}"/>
          </ac:spMkLst>
        </pc:spChg>
        <pc:spChg chg="mod">
          <ac:chgData name="Patrik Pettersson" userId="3187dd6c-039a-4ec1-98cc-e78086e5eb8e" providerId="ADAL" clId="{01F9DA00-6B78-4E64-BC25-288FEAD26F8D}" dt="2025-11-29T15:01:43.040" v="2735" actId="20577"/>
          <ac:spMkLst>
            <pc:docMk/>
            <pc:sldMk cId="1751561889" sldId="295"/>
            <ac:spMk id="31" creationId="{4B18387F-A453-73CD-4A40-3035BB51A5D7}"/>
          </ac:spMkLst>
        </pc:spChg>
        <pc:spChg chg="mod">
          <ac:chgData name="Patrik Pettersson" userId="3187dd6c-039a-4ec1-98cc-e78086e5eb8e" providerId="ADAL" clId="{01F9DA00-6B78-4E64-BC25-288FEAD26F8D}" dt="2025-11-29T15:19:51.516" v="4169" actId="14100"/>
          <ac:spMkLst>
            <pc:docMk/>
            <pc:sldMk cId="1751561889" sldId="295"/>
            <ac:spMk id="33" creationId="{40FABEDE-B24D-EDA3-02CF-3B8C88FF3967}"/>
          </ac:spMkLst>
        </pc:spChg>
        <pc:spChg chg="mod">
          <ac:chgData name="Patrik Pettersson" userId="3187dd6c-039a-4ec1-98cc-e78086e5eb8e" providerId="ADAL" clId="{01F9DA00-6B78-4E64-BC25-288FEAD26F8D}" dt="2025-11-29T14:58:40.838" v="2627" actId="20577"/>
          <ac:spMkLst>
            <pc:docMk/>
            <pc:sldMk cId="1751561889" sldId="295"/>
            <ac:spMk id="37" creationId="{D9D4329A-A648-7E6F-C67F-CC0049E9523E}"/>
          </ac:spMkLst>
        </pc:spChg>
        <pc:spChg chg="del">
          <ac:chgData name="Patrik Pettersson" userId="3187dd6c-039a-4ec1-98cc-e78086e5eb8e" providerId="ADAL" clId="{01F9DA00-6B78-4E64-BC25-288FEAD26F8D}" dt="2025-11-29T14:57:56.713" v="2600" actId="478"/>
          <ac:spMkLst>
            <pc:docMk/>
            <pc:sldMk cId="1751561889" sldId="295"/>
            <ac:spMk id="40" creationId="{D6F3F0F2-6EDD-5F52-E58B-CE6706C14BA4}"/>
          </ac:spMkLst>
        </pc:spChg>
        <pc:spChg chg="del mod">
          <ac:chgData name="Patrik Pettersson" userId="3187dd6c-039a-4ec1-98cc-e78086e5eb8e" providerId="ADAL" clId="{01F9DA00-6B78-4E64-BC25-288FEAD26F8D}" dt="2025-11-29T14:46:37.823" v="1498" actId="478"/>
          <ac:spMkLst>
            <pc:docMk/>
            <pc:sldMk cId="1751561889" sldId="295"/>
            <ac:spMk id="41" creationId="{DBC14F75-AC29-B136-023B-7EC144DE17EA}"/>
          </ac:spMkLst>
        </pc:spChg>
        <pc:spChg chg="mod">
          <ac:chgData name="Patrik Pettersson" userId="3187dd6c-039a-4ec1-98cc-e78086e5eb8e" providerId="ADAL" clId="{01F9DA00-6B78-4E64-BC25-288FEAD26F8D}" dt="2025-11-29T15:02:53.387" v="2805" actId="1076"/>
          <ac:spMkLst>
            <pc:docMk/>
            <pc:sldMk cId="1751561889" sldId="295"/>
            <ac:spMk id="45" creationId="{186870E1-A7EF-14FF-D6FD-538320A40B6B}"/>
          </ac:spMkLst>
        </pc:spChg>
        <pc:spChg chg="add del mod">
          <ac:chgData name="Patrik Pettersson" userId="3187dd6c-039a-4ec1-98cc-e78086e5eb8e" providerId="ADAL" clId="{01F9DA00-6B78-4E64-BC25-288FEAD26F8D}" dt="2025-11-29T14:53:40.874" v="2220" actId="478"/>
          <ac:spMkLst>
            <pc:docMk/>
            <pc:sldMk cId="1751561889" sldId="295"/>
            <ac:spMk id="46" creationId="{06FB196F-C33D-D8C5-C026-D341A1F6F522}"/>
          </ac:spMkLst>
        </pc:spChg>
        <pc:spChg chg="add mod">
          <ac:chgData name="Patrik Pettersson" userId="3187dd6c-039a-4ec1-98cc-e78086e5eb8e" providerId="ADAL" clId="{01F9DA00-6B78-4E64-BC25-288FEAD26F8D}" dt="2025-11-29T16:54:04.155" v="9394" actId="20577"/>
          <ac:spMkLst>
            <pc:docMk/>
            <pc:sldMk cId="1751561889" sldId="295"/>
            <ac:spMk id="73" creationId="{4C5132EE-5558-EDE5-D0EF-339CCC3418F7}"/>
          </ac:spMkLst>
        </pc:spChg>
        <pc:spChg chg="del">
          <ac:chgData name="Patrik Pettersson" userId="3187dd6c-039a-4ec1-98cc-e78086e5eb8e" providerId="ADAL" clId="{01F9DA00-6B78-4E64-BC25-288FEAD26F8D}" dt="2025-11-29T15:02:50.756" v="2804" actId="478"/>
          <ac:spMkLst>
            <pc:docMk/>
            <pc:sldMk cId="1751561889" sldId="295"/>
            <ac:spMk id="85" creationId="{D5FFC6D7-0F03-84EE-96B2-4F02BA7987B2}"/>
          </ac:spMkLst>
        </pc:spChg>
        <pc:cxnChg chg="mod">
          <ac:chgData name="Patrik Pettersson" userId="3187dd6c-039a-4ec1-98cc-e78086e5eb8e" providerId="ADAL" clId="{01F9DA00-6B78-4E64-BC25-288FEAD26F8D}" dt="2025-11-29T14:59:39.330" v="2665" actId="14100"/>
          <ac:cxnSpMkLst>
            <pc:docMk/>
            <pc:sldMk cId="1751561889" sldId="295"/>
            <ac:cxnSpMk id="10" creationId="{03006727-CA22-8137-7DF4-46298AF3D3BA}"/>
          </ac:cxnSpMkLst>
        </pc:cxnChg>
        <pc:cxnChg chg="del mod">
          <ac:chgData name="Patrik Pettersson" userId="3187dd6c-039a-4ec1-98cc-e78086e5eb8e" providerId="ADAL" clId="{01F9DA00-6B78-4E64-BC25-288FEAD26F8D}" dt="2025-11-29T15:01:03.065" v="2709" actId="478"/>
          <ac:cxnSpMkLst>
            <pc:docMk/>
            <pc:sldMk cId="1751561889" sldId="295"/>
            <ac:cxnSpMk id="13" creationId="{B8708C2D-EA70-0BD4-A57E-E79EA4B030E7}"/>
          </ac:cxnSpMkLst>
        </pc:cxnChg>
        <pc:cxnChg chg="mod">
          <ac:chgData name="Patrik Pettersson" userId="3187dd6c-039a-4ec1-98cc-e78086e5eb8e" providerId="ADAL" clId="{01F9DA00-6B78-4E64-BC25-288FEAD26F8D}" dt="2025-11-29T14:45:49.039" v="1471" actId="14100"/>
          <ac:cxnSpMkLst>
            <pc:docMk/>
            <pc:sldMk cId="1751561889" sldId="295"/>
            <ac:cxnSpMk id="34" creationId="{EFCFE835-9418-1712-759C-0BDF2A668F1E}"/>
          </ac:cxnSpMkLst>
        </pc:cxnChg>
        <pc:cxnChg chg="mod">
          <ac:chgData name="Patrik Pettersson" userId="3187dd6c-039a-4ec1-98cc-e78086e5eb8e" providerId="ADAL" clId="{01F9DA00-6B78-4E64-BC25-288FEAD26F8D}" dt="2025-11-29T14:46:29.124" v="1496" actId="14100"/>
          <ac:cxnSpMkLst>
            <pc:docMk/>
            <pc:sldMk cId="1751561889" sldId="295"/>
            <ac:cxnSpMk id="50" creationId="{394BBA45-39C1-916E-DEC5-C99AE9E6415B}"/>
          </ac:cxnSpMkLst>
        </pc:cxnChg>
        <pc:cxnChg chg="del mod">
          <ac:chgData name="Patrik Pettersson" userId="3187dd6c-039a-4ec1-98cc-e78086e5eb8e" providerId="ADAL" clId="{01F9DA00-6B78-4E64-BC25-288FEAD26F8D}" dt="2025-11-29T14:46:24.569" v="1495" actId="478"/>
          <ac:cxnSpMkLst>
            <pc:docMk/>
            <pc:sldMk cId="1751561889" sldId="295"/>
            <ac:cxnSpMk id="52" creationId="{10A790AB-0F47-233F-54F4-3058227609CE}"/>
          </ac:cxnSpMkLst>
        </pc:cxnChg>
        <pc:cxnChg chg="del mod">
          <ac:chgData name="Patrik Pettersson" userId="3187dd6c-039a-4ec1-98cc-e78086e5eb8e" providerId="ADAL" clId="{01F9DA00-6B78-4E64-BC25-288FEAD26F8D}" dt="2025-11-29T14:46:39.474" v="1499" actId="478"/>
          <ac:cxnSpMkLst>
            <pc:docMk/>
            <pc:sldMk cId="1751561889" sldId="295"/>
            <ac:cxnSpMk id="55" creationId="{AB3E9F24-A1F0-FA79-4E24-C9B6AF6334F5}"/>
          </ac:cxnSpMkLst>
        </pc:cxnChg>
        <pc:cxnChg chg="add mod">
          <ac:chgData name="Patrik Pettersson" userId="3187dd6c-039a-4ec1-98cc-e78086e5eb8e" providerId="ADAL" clId="{01F9DA00-6B78-4E64-BC25-288FEAD26F8D}" dt="2025-11-29T14:58:26.404" v="2621" actId="14100"/>
          <ac:cxnSpMkLst>
            <pc:docMk/>
            <pc:sldMk cId="1751561889" sldId="295"/>
            <ac:cxnSpMk id="56" creationId="{BE106548-AD9F-222D-184E-A288571BCB11}"/>
          </ac:cxnSpMkLst>
        </pc:cxnChg>
        <pc:cxnChg chg="del mod">
          <ac:chgData name="Patrik Pettersson" userId="3187dd6c-039a-4ec1-98cc-e78086e5eb8e" providerId="ADAL" clId="{01F9DA00-6B78-4E64-BC25-288FEAD26F8D}" dt="2025-11-29T14:46:21.281" v="1493" actId="478"/>
          <ac:cxnSpMkLst>
            <pc:docMk/>
            <pc:sldMk cId="1751561889" sldId="295"/>
            <ac:cxnSpMk id="57" creationId="{F0DC5704-D735-BFB4-1729-9C48C6EC0CE4}"/>
          </ac:cxnSpMkLst>
        </pc:cxnChg>
        <pc:cxnChg chg="del mod">
          <ac:chgData name="Patrik Pettersson" userId="3187dd6c-039a-4ec1-98cc-e78086e5eb8e" providerId="ADAL" clId="{01F9DA00-6B78-4E64-BC25-288FEAD26F8D}" dt="2025-11-29T14:48:15.336" v="1674" actId="478"/>
          <ac:cxnSpMkLst>
            <pc:docMk/>
            <pc:sldMk cId="1751561889" sldId="295"/>
            <ac:cxnSpMk id="58" creationId="{80FCBB1D-FE73-B5AF-F531-B8121A1A5E03}"/>
          </ac:cxnSpMkLst>
        </pc:cxnChg>
        <pc:cxnChg chg="mod">
          <ac:chgData name="Patrik Pettersson" userId="3187dd6c-039a-4ec1-98cc-e78086e5eb8e" providerId="ADAL" clId="{01F9DA00-6B78-4E64-BC25-288FEAD26F8D}" dt="2025-11-29T15:19:51.516" v="4169" actId="14100"/>
          <ac:cxnSpMkLst>
            <pc:docMk/>
            <pc:sldMk cId="1751561889" sldId="295"/>
            <ac:cxnSpMk id="61" creationId="{CD3AA999-E0B6-F870-35AD-071D5B0DFBB0}"/>
          </ac:cxnSpMkLst>
        </pc:cxnChg>
        <pc:cxnChg chg="del mod">
          <ac:chgData name="Patrik Pettersson" userId="3187dd6c-039a-4ec1-98cc-e78086e5eb8e" providerId="ADAL" clId="{01F9DA00-6B78-4E64-BC25-288FEAD26F8D}" dt="2025-11-29T14:53:42.536" v="2221" actId="478"/>
          <ac:cxnSpMkLst>
            <pc:docMk/>
            <pc:sldMk cId="1751561889" sldId="295"/>
            <ac:cxnSpMk id="64" creationId="{771D29D7-6F4D-3731-3DE2-037E9541139B}"/>
          </ac:cxnSpMkLst>
        </pc:cxnChg>
        <pc:cxnChg chg="add mod">
          <ac:chgData name="Patrik Pettersson" userId="3187dd6c-039a-4ec1-98cc-e78086e5eb8e" providerId="ADAL" clId="{01F9DA00-6B78-4E64-BC25-288FEAD26F8D}" dt="2025-11-29T15:03:09.540" v="2811" actId="14100"/>
          <ac:cxnSpMkLst>
            <pc:docMk/>
            <pc:sldMk cId="1751561889" sldId="295"/>
            <ac:cxnSpMk id="69" creationId="{9AE2796F-9A38-F8D0-8D63-8D644CA42E9F}"/>
          </ac:cxnSpMkLst>
        </pc:cxnChg>
        <pc:cxnChg chg="mod">
          <ac:chgData name="Patrik Pettersson" userId="3187dd6c-039a-4ec1-98cc-e78086e5eb8e" providerId="ADAL" clId="{01F9DA00-6B78-4E64-BC25-288FEAD26F8D}" dt="2025-11-29T15:19:51.516" v="4169" actId="14100"/>
          <ac:cxnSpMkLst>
            <pc:docMk/>
            <pc:sldMk cId="1751561889" sldId="295"/>
            <ac:cxnSpMk id="74" creationId="{3C86B873-7DAD-81F1-4E6A-DD10070BDDB7}"/>
          </ac:cxnSpMkLst>
        </pc:cxnChg>
        <pc:cxnChg chg="add mod">
          <ac:chgData name="Patrik Pettersson" userId="3187dd6c-039a-4ec1-98cc-e78086e5eb8e" providerId="ADAL" clId="{01F9DA00-6B78-4E64-BC25-288FEAD26F8D}" dt="2025-11-29T15:06:14.153" v="2895" actId="14100"/>
          <ac:cxnSpMkLst>
            <pc:docMk/>
            <pc:sldMk cId="1751561889" sldId="295"/>
            <ac:cxnSpMk id="75" creationId="{ABA71FE4-57D2-51DF-C9C9-444CC582E7C6}"/>
          </ac:cxnSpMkLst>
        </pc:cxnChg>
        <pc:cxnChg chg="del">
          <ac:chgData name="Patrik Pettersson" userId="3187dd6c-039a-4ec1-98cc-e78086e5eb8e" providerId="ADAL" clId="{01F9DA00-6B78-4E64-BC25-288FEAD26F8D}" dt="2025-11-29T14:46:41.398" v="1500" actId="478"/>
          <ac:cxnSpMkLst>
            <pc:docMk/>
            <pc:sldMk cId="1751561889" sldId="295"/>
            <ac:cxnSpMk id="76" creationId="{A40AA035-8D64-EB67-BFA4-C265B32B5C34}"/>
          </ac:cxnSpMkLst>
        </pc:cxnChg>
        <pc:cxnChg chg="del mod">
          <ac:chgData name="Patrik Pettersson" userId="3187dd6c-039a-4ec1-98cc-e78086e5eb8e" providerId="ADAL" clId="{01F9DA00-6B78-4E64-BC25-288FEAD26F8D}" dt="2025-11-29T15:02:47.154" v="2802" actId="478"/>
          <ac:cxnSpMkLst>
            <pc:docMk/>
            <pc:sldMk cId="1751561889" sldId="295"/>
            <ac:cxnSpMk id="87" creationId="{5D21B379-D1AB-79D0-D880-24D145C584C4}"/>
          </ac:cxnSpMkLst>
        </pc:cxnChg>
        <pc:cxnChg chg="del mod">
          <ac:chgData name="Patrik Pettersson" userId="3187dd6c-039a-4ec1-98cc-e78086e5eb8e" providerId="ADAL" clId="{01F9DA00-6B78-4E64-BC25-288FEAD26F8D}" dt="2025-11-29T15:02:49.016" v="2803" actId="478"/>
          <ac:cxnSpMkLst>
            <pc:docMk/>
            <pc:sldMk cId="1751561889" sldId="295"/>
            <ac:cxnSpMk id="90" creationId="{B882301C-BAB6-3404-9C29-A456002E6D5E}"/>
          </ac:cxnSpMkLst>
        </pc:cxnChg>
      </pc:sldChg>
      <pc:sldChg chg="modSp add mod">
        <pc:chgData name="Patrik Pettersson" userId="3187dd6c-039a-4ec1-98cc-e78086e5eb8e" providerId="ADAL" clId="{01F9DA00-6B78-4E64-BC25-288FEAD26F8D}" dt="2025-11-29T16:55:19.503" v="9405" actId="20577"/>
        <pc:sldMkLst>
          <pc:docMk/>
          <pc:sldMk cId="3054085966" sldId="296"/>
        </pc:sldMkLst>
        <pc:spChg chg="mod">
          <ac:chgData name="Patrik Pettersson" userId="3187dd6c-039a-4ec1-98cc-e78086e5eb8e" providerId="ADAL" clId="{01F9DA00-6B78-4E64-BC25-288FEAD26F8D}" dt="2025-11-29T16:55:19.503" v="9405" actId="20577"/>
          <ac:spMkLst>
            <pc:docMk/>
            <pc:sldMk cId="3054085966" sldId="296"/>
            <ac:spMk id="31" creationId="{F26FCF91-01DD-0DAE-2BAB-396EDFC42B3E}"/>
          </ac:spMkLst>
        </pc:spChg>
      </pc:sldChg>
      <pc:sldChg chg="addSp delSp modSp add mod">
        <pc:chgData name="Patrik Pettersson" userId="3187dd6c-039a-4ec1-98cc-e78086e5eb8e" providerId="ADAL" clId="{01F9DA00-6B78-4E64-BC25-288FEAD26F8D}" dt="2025-11-29T16:54:17.216" v="9404" actId="6549"/>
        <pc:sldMkLst>
          <pc:docMk/>
          <pc:sldMk cId="2555000861" sldId="297"/>
        </pc:sldMkLst>
        <pc:spChg chg="mod">
          <ac:chgData name="Patrik Pettersson" userId="3187dd6c-039a-4ec1-98cc-e78086e5eb8e" providerId="ADAL" clId="{01F9DA00-6B78-4E64-BC25-288FEAD26F8D}" dt="2025-11-29T15:18:11.309" v="4056" actId="20577"/>
          <ac:spMkLst>
            <pc:docMk/>
            <pc:sldMk cId="2555000861" sldId="297"/>
            <ac:spMk id="2" creationId="{E6BBE7F9-5463-544C-BC73-675B78F27539}"/>
          </ac:spMkLst>
        </pc:spChg>
        <pc:spChg chg="mod">
          <ac:chgData name="Patrik Pettersson" userId="3187dd6c-039a-4ec1-98cc-e78086e5eb8e" providerId="ADAL" clId="{01F9DA00-6B78-4E64-BC25-288FEAD26F8D}" dt="2025-11-29T15:18:50.043" v="4112" actId="20577"/>
          <ac:spMkLst>
            <pc:docMk/>
            <pc:sldMk cId="2555000861" sldId="297"/>
            <ac:spMk id="5" creationId="{2CFA562A-885F-189C-406B-A24107EC1FEB}"/>
          </ac:spMkLst>
        </pc:spChg>
        <pc:spChg chg="add mod">
          <ac:chgData name="Patrik Pettersson" userId="3187dd6c-039a-4ec1-98cc-e78086e5eb8e" providerId="ADAL" clId="{01F9DA00-6B78-4E64-BC25-288FEAD26F8D}" dt="2025-11-29T15:31:14.930" v="5027" actId="20577"/>
          <ac:spMkLst>
            <pc:docMk/>
            <pc:sldMk cId="2555000861" sldId="297"/>
            <ac:spMk id="11" creationId="{F6040EA5-7074-9133-2491-BFE2AE5C3630}"/>
          </ac:spMkLst>
        </pc:spChg>
        <pc:spChg chg="mod">
          <ac:chgData name="Patrik Pettersson" userId="3187dd6c-039a-4ec1-98cc-e78086e5eb8e" providerId="ADAL" clId="{01F9DA00-6B78-4E64-BC25-288FEAD26F8D}" dt="2025-11-29T15:18:33.073" v="4061" actId="20577"/>
          <ac:spMkLst>
            <pc:docMk/>
            <pc:sldMk cId="2555000861" sldId="297"/>
            <ac:spMk id="26" creationId="{B248724E-C599-3219-2D45-7EDED1C169D0}"/>
          </ac:spMkLst>
        </pc:spChg>
        <pc:spChg chg="mod">
          <ac:chgData name="Patrik Pettersson" userId="3187dd6c-039a-4ec1-98cc-e78086e5eb8e" providerId="ADAL" clId="{01F9DA00-6B78-4E64-BC25-288FEAD26F8D}" dt="2025-11-29T15:25:33.455" v="4738" actId="20577"/>
          <ac:spMkLst>
            <pc:docMk/>
            <pc:sldMk cId="2555000861" sldId="297"/>
            <ac:spMk id="31" creationId="{4E7CBA46-228D-3262-5D40-39CC21B34E5A}"/>
          </ac:spMkLst>
        </pc:spChg>
        <pc:spChg chg="mod">
          <ac:chgData name="Patrik Pettersson" userId="3187dd6c-039a-4ec1-98cc-e78086e5eb8e" providerId="ADAL" clId="{01F9DA00-6B78-4E64-BC25-288FEAD26F8D}" dt="2025-11-29T15:19:37.236" v="4152" actId="14100"/>
          <ac:spMkLst>
            <pc:docMk/>
            <pc:sldMk cId="2555000861" sldId="297"/>
            <ac:spMk id="33" creationId="{EABF94CF-1A3C-104B-49BB-47EC2F3613AB}"/>
          </ac:spMkLst>
        </pc:spChg>
        <pc:spChg chg="mod">
          <ac:chgData name="Patrik Pettersson" userId="3187dd6c-039a-4ec1-98cc-e78086e5eb8e" providerId="ADAL" clId="{01F9DA00-6B78-4E64-BC25-288FEAD26F8D}" dt="2025-11-29T15:23:41.701" v="4678" actId="33524"/>
          <ac:spMkLst>
            <pc:docMk/>
            <pc:sldMk cId="2555000861" sldId="297"/>
            <ac:spMk id="37" creationId="{62A7CD9A-EE14-E03B-5F8A-C1EB08748B9E}"/>
          </ac:spMkLst>
        </pc:spChg>
        <pc:spChg chg="mod">
          <ac:chgData name="Patrik Pettersson" userId="3187dd6c-039a-4ec1-98cc-e78086e5eb8e" providerId="ADAL" clId="{01F9DA00-6B78-4E64-BC25-288FEAD26F8D}" dt="2025-11-29T15:31:53.822" v="5028" actId="1076"/>
          <ac:spMkLst>
            <pc:docMk/>
            <pc:sldMk cId="2555000861" sldId="297"/>
            <ac:spMk id="45" creationId="{50389A6F-A120-32CB-2830-C466F13A9391}"/>
          </ac:spMkLst>
        </pc:spChg>
        <pc:spChg chg="mod">
          <ac:chgData name="Patrik Pettersson" userId="3187dd6c-039a-4ec1-98cc-e78086e5eb8e" providerId="ADAL" clId="{01F9DA00-6B78-4E64-BC25-288FEAD26F8D}" dt="2025-11-29T16:54:17.216" v="9404" actId="6549"/>
          <ac:spMkLst>
            <pc:docMk/>
            <pc:sldMk cId="2555000861" sldId="297"/>
            <ac:spMk id="73" creationId="{995201F8-71BC-E4CE-CF7A-C53741E0CDCF}"/>
          </ac:spMkLst>
        </pc:spChg>
        <pc:cxnChg chg="add mod">
          <ac:chgData name="Patrik Pettersson" userId="3187dd6c-039a-4ec1-98cc-e78086e5eb8e" providerId="ADAL" clId="{01F9DA00-6B78-4E64-BC25-288FEAD26F8D}" dt="2025-11-29T15:32:06.281" v="5031" actId="14100"/>
          <ac:cxnSpMkLst>
            <pc:docMk/>
            <pc:sldMk cId="2555000861" sldId="297"/>
            <ac:cxnSpMk id="19" creationId="{8C776E73-51E7-0E19-C7FC-858C6264E5C5}"/>
          </ac:cxnSpMkLst>
        </pc:cxnChg>
        <pc:cxnChg chg="add mod">
          <ac:chgData name="Patrik Pettersson" userId="3187dd6c-039a-4ec1-98cc-e78086e5eb8e" providerId="ADAL" clId="{01F9DA00-6B78-4E64-BC25-288FEAD26F8D}" dt="2025-11-29T15:32:15.472" v="5034" actId="14100"/>
          <ac:cxnSpMkLst>
            <pc:docMk/>
            <pc:sldMk cId="2555000861" sldId="297"/>
            <ac:cxnSpMk id="22" creationId="{32B39654-39AD-4BC8-C5DB-6C267AA70885}"/>
          </ac:cxnSpMkLst>
        </pc:cxnChg>
        <pc:cxnChg chg="mod">
          <ac:chgData name="Patrik Pettersson" userId="3187dd6c-039a-4ec1-98cc-e78086e5eb8e" providerId="ADAL" clId="{01F9DA00-6B78-4E64-BC25-288FEAD26F8D}" dt="2025-11-29T15:19:37.236" v="4152" actId="14100"/>
          <ac:cxnSpMkLst>
            <pc:docMk/>
            <pc:sldMk cId="2555000861" sldId="297"/>
            <ac:cxnSpMk id="61" creationId="{B6680F24-09D7-BCC6-90DE-3EDC7013A0B2}"/>
          </ac:cxnSpMkLst>
        </pc:cxnChg>
        <pc:cxnChg chg="del mod">
          <ac:chgData name="Patrik Pettersson" userId="3187dd6c-039a-4ec1-98cc-e78086e5eb8e" providerId="ADAL" clId="{01F9DA00-6B78-4E64-BC25-288FEAD26F8D}" dt="2025-11-29T15:26:20.878" v="4797" actId="478"/>
          <ac:cxnSpMkLst>
            <pc:docMk/>
            <pc:sldMk cId="2555000861" sldId="297"/>
            <ac:cxnSpMk id="69" creationId="{1C99DF94-CF83-2676-9288-2A0F26A7A1AB}"/>
          </ac:cxnSpMkLst>
        </pc:cxnChg>
        <pc:cxnChg chg="mod">
          <ac:chgData name="Patrik Pettersson" userId="3187dd6c-039a-4ec1-98cc-e78086e5eb8e" providerId="ADAL" clId="{01F9DA00-6B78-4E64-BC25-288FEAD26F8D}" dt="2025-11-29T15:19:37.236" v="4152" actId="14100"/>
          <ac:cxnSpMkLst>
            <pc:docMk/>
            <pc:sldMk cId="2555000861" sldId="297"/>
            <ac:cxnSpMk id="74" creationId="{135F05FE-54A1-4469-64E0-D51CB94ACDA4}"/>
          </ac:cxnSpMkLst>
        </pc:cxnChg>
        <pc:cxnChg chg="del mod">
          <ac:chgData name="Patrik Pettersson" userId="3187dd6c-039a-4ec1-98cc-e78086e5eb8e" providerId="ADAL" clId="{01F9DA00-6B78-4E64-BC25-288FEAD26F8D}" dt="2025-11-29T15:28:14.980" v="4973" actId="478"/>
          <ac:cxnSpMkLst>
            <pc:docMk/>
            <pc:sldMk cId="2555000861" sldId="297"/>
            <ac:cxnSpMk id="75" creationId="{FB3FC1EF-00CB-FEC8-56EE-8D73F229FD74}"/>
          </ac:cxnSpMkLst>
        </pc:cxnChg>
      </pc:sldChg>
      <pc:sldChg chg="modSp add mod">
        <pc:chgData name="Patrik Pettersson" userId="3187dd6c-039a-4ec1-98cc-e78086e5eb8e" providerId="ADAL" clId="{01F9DA00-6B78-4E64-BC25-288FEAD26F8D}" dt="2025-11-29T15:42:28.174" v="5702" actId="20577"/>
        <pc:sldMkLst>
          <pc:docMk/>
          <pc:sldMk cId="1541314911" sldId="298"/>
        </pc:sldMkLst>
        <pc:spChg chg="mod">
          <ac:chgData name="Patrik Pettersson" userId="3187dd6c-039a-4ec1-98cc-e78086e5eb8e" providerId="ADAL" clId="{01F9DA00-6B78-4E64-BC25-288FEAD26F8D}" dt="2025-11-29T15:36:18.169" v="5078" actId="404"/>
          <ac:spMkLst>
            <pc:docMk/>
            <pc:sldMk cId="1541314911" sldId="298"/>
            <ac:spMk id="2" creationId="{9CC2A55B-3531-7E90-C182-E354FC1D4728}"/>
          </ac:spMkLst>
        </pc:spChg>
        <pc:spChg chg="mod">
          <ac:chgData name="Patrik Pettersson" userId="3187dd6c-039a-4ec1-98cc-e78086e5eb8e" providerId="ADAL" clId="{01F9DA00-6B78-4E64-BC25-288FEAD26F8D}" dt="2025-11-29T15:39:05.226" v="5339" actId="6549"/>
          <ac:spMkLst>
            <pc:docMk/>
            <pc:sldMk cId="1541314911" sldId="298"/>
            <ac:spMk id="3" creationId="{6329C630-621C-A28A-A2DC-5F3C4F87DD84}"/>
          </ac:spMkLst>
        </pc:spChg>
        <pc:spChg chg="mod">
          <ac:chgData name="Patrik Pettersson" userId="3187dd6c-039a-4ec1-98cc-e78086e5eb8e" providerId="ADAL" clId="{01F9DA00-6B78-4E64-BC25-288FEAD26F8D}" dt="2025-11-29T15:41:36.518" v="5667" actId="14100"/>
          <ac:spMkLst>
            <pc:docMk/>
            <pc:sldMk cId="1541314911" sldId="298"/>
            <ac:spMk id="9" creationId="{F6DBAC80-34E6-16BF-CD28-9C5D2339909D}"/>
          </ac:spMkLst>
        </pc:spChg>
        <pc:spChg chg="mod">
          <ac:chgData name="Patrik Pettersson" userId="3187dd6c-039a-4ec1-98cc-e78086e5eb8e" providerId="ADAL" clId="{01F9DA00-6B78-4E64-BC25-288FEAD26F8D}" dt="2025-11-29T15:38:53.028" v="5311" actId="20577"/>
          <ac:spMkLst>
            <pc:docMk/>
            <pc:sldMk cId="1541314911" sldId="298"/>
            <ac:spMk id="23" creationId="{4BBD029D-E381-15EC-D0A5-2B01AD8CB820}"/>
          </ac:spMkLst>
        </pc:spChg>
        <pc:spChg chg="mod">
          <ac:chgData name="Patrik Pettersson" userId="3187dd6c-039a-4ec1-98cc-e78086e5eb8e" providerId="ADAL" clId="{01F9DA00-6B78-4E64-BC25-288FEAD26F8D}" dt="2025-11-29T15:39:58.871" v="5504" actId="1076"/>
          <ac:spMkLst>
            <pc:docMk/>
            <pc:sldMk cId="1541314911" sldId="298"/>
            <ac:spMk id="25" creationId="{F195892E-94AC-B6D2-851A-8A1712BF8353}"/>
          </ac:spMkLst>
        </pc:spChg>
        <pc:spChg chg="mod">
          <ac:chgData name="Patrik Pettersson" userId="3187dd6c-039a-4ec1-98cc-e78086e5eb8e" providerId="ADAL" clId="{01F9DA00-6B78-4E64-BC25-288FEAD26F8D}" dt="2025-11-29T15:41:47.655" v="5672" actId="313"/>
          <ac:spMkLst>
            <pc:docMk/>
            <pc:sldMk cId="1541314911" sldId="298"/>
            <ac:spMk id="41" creationId="{7CF6D6D6-D088-86D6-96A7-E04DE341A4D8}"/>
          </ac:spMkLst>
        </pc:spChg>
        <pc:spChg chg="mod">
          <ac:chgData name="Patrik Pettersson" userId="3187dd6c-039a-4ec1-98cc-e78086e5eb8e" providerId="ADAL" clId="{01F9DA00-6B78-4E64-BC25-288FEAD26F8D}" dt="2025-11-29T15:42:28.174" v="5702" actId="20577"/>
          <ac:spMkLst>
            <pc:docMk/>
            <pc:sldMk cId="1541314911" sldId="298"/>
            <ac:spMk id="51" creationId="{D86E62E0-5043-F97F-64AF-61B941B497A4}"/>
          </ac:spMkLst>
        </pc:spChg>
        <pc:cxnChg chg="mod">
          <ac:chgData name="Patrik Pettersson" userId="3187dd6c-039a-4ec1-98cc-e78086e5eb8e" providerId="ADAL" clId="{01F9DA00-6B78-4E64-BC25-288FEAD26F8D}" dt="2025-11-29T15:41:36.518" v="5667" actId="14100"/>
          <ac:cxnSpMkLst>
            <pc:docMk/>
            <pc:sldMk cId="1541314911" sldId="298"/>
            <ac:cxnSpMk id="34" creationId="{D4BF071C-FA92-1922-9BA5-035717736991}"/>
          </ac:cxnSpMkLst>
        </pc:cxnChg>
        <pc:cxnChg chg="mod">
          <ac:chgData name="Patrik Pettersson" userId="3187dd6c-039a-4ec1-98cc-e78086e5eb8e" providerId="ADAL" clId="{01F9DA00-6B78-4E64-BC25-288FEAD26F8D}" dt="2025-11-29T15:41:36.518" v="5667" actId="14100"/>
          <ac:cxnSpMkLst>
            <pc:docMk/>
            <pc:sldMk cId="1541314911" sldId="298"/>
            <ac:cxnSpMk id="53" creationId="{B98AAC61-6F14-1713-8289-6BD39D9BD035}"/>
          </ac:cxnSpMkLst>
        </pc:cxnChg>
        <pc:cxnChg chg="mod">
          <ac:chgData name="Patrik Pettersson" userId="3187dd6c-039a-4ec1-98cc-e78086e5eb8e" providerId="ADAL" clId="{01F9DA00-6B78-4E64-BC25-288FEAD26F8D}" dt="2025-11-29T15:39:58.871" v="5504" actId="1076"/>
          <ac:cxnSpMkLst>
            <pc:docMk/>
            <pc:sldMk cId="1541314911" sldId="298"/>
            <ac:cxnSpMk id="59" creationId="{ADDA9DBA-C29F-41DD-B9DA-C39581A829A2}"/>
          </ac:cxnSpMkLst>
        </pc:cxnChg>
      </pc:sldChg>
      <pc:sldChg chg="add del">
        <pc:chgData name="Patrik Pettersson" userId="3187dd6c-039a-4ec1-98cc-e78086e5eb8e" providerId="ADAL" clId="{01F9DA00-6B78-4E64-BC25-288FEAD26F8D}" dt="2025-11-29T15:43:12.647" v="5704" actId="47"/>
        <pc:sldMkLst>
          <pc:docMk/>
          <pc:sldMk cId="2213832347" sldId="299"/>
        </pc:sldMkLst>
      </pc:sldChg>
      <pc:sldChg chg="addSp delSp modSp add mod">
        <pc:chgData name="Patrik Pettersson" userId="3187dd6c-039a-4ec1-98cc-e78086e5eb8e" providerId="ADAL" clId="{01F9DA00-6B78-4E64-BC25-288FEAD26F8D}" dt="2025-11-29T16:24:33.182" v="8139" actId="1076"/>
        <pc:sldMkLst>
          <pc:docMk/>
          <pc:sldMk cId="2937959994" sldId="299"/>
        </pc:sldMkLst>
        <pc:spChg chg="mod">
          <ac:chgData name="Patrik Pettersson" userId="3187dd6c-039a-4ec1-98cc-e78086e5eb8e" providerId="ADAL" clId="{01F9DA00-6B78-4E64-BC25-288FEAD26F8D}" dt="2025-11-29T16:24:33.182" v="8139" actId="1076"/>
          <ac:spMkLst>
            <pc:docMk/>
            <pc:sldMk cId="2937959994" sldId="299"/>
            <ac:spMk id="2" creationId="{2FCADA8E-D909-C036-E8BB-DEDED506856E}"/>
          </ac:spMkLst>
        </pc:spChg>
        <pc:spChg chg="add del">
          <ac:chgData name="Patrik Pettersson" userId="3187dd6c-039a-4ec1-98cc-e78086e5eb8e" providerId="ADAL" clId="{01F9DA00-6B78-4E64-BC25-288FEAD26F8D}" dt="2025-11-29T15:52:11.795" v="6392" actId="478"/>
          <ac:spMkLst>
            <pc:docMk/>
            <pc:sldMk cId="2937959994" sldId="299"/>
            <ac:spMk id="7" creationId="{4635CD6E-9265-6CCD-3D5C-764F98C44950}"/>
          </ac:spMkLst>
        </pc:spChg>
        <pc:spChg chg="add del">
          <ac:chgData name="Patrik Pettersson" userId="3187dd6c-039a-4ec1-98cc-e78086e5eb8e" providerId="ADAL" clId="{01F9DA00-6B78-4E64-BC25-288FEAD26F8D}" dt="2025-11-29T15:52:11.795" v="6392" actId="478"/>
          <ac:spMkLst>
            <pc:docMk/>
            <pc:sldMk cId="2937959994" sldId="299"/>
            <ac:spMk id="8" creationId="{B0E0228B-2635-3245-6B9C-1295AF051E51}"/>
          </ac:spMkLst>
        </pc:spChg>
        <pc:spChg chg="add del">
          <ac:chgData name="Patrik Pettersson" userId="3187dd6c-039a-4ec1-98cc-e78086e5eb8e" providerId="ADAL" clId="{01F9DA00-6B78-4E64-BC25-288FEAD26F8D}" dt="2025-11-29T15:52:11.795" v="6392" actId="478"/>
          <ac:spMkLst>
            <pc:docMk/>
            <pc:sldMk cId="2937959994" sldId="299"/>
            <ac:spMk id="9" creationId="{CD0DA523-6D65-6C71-A09A-237CD86181C7}"/>
          </ac:spMkLst>
        </pc:spChg>
        <pc:spChg chg="add del">
          <ac:chgData name="Patrik Pettersson" userId="3187dd6c-039a-4ec1-98cc-e78086e5eb8e" providerId="ADAL" clId="{01F9DA00-6B78-4E64-BC25-288FEAD26F8D}" dt="2025-11-29T15:52:11.795" v="6392" actId="478"/>
          <ac:spMkLst>
            <pc:docMk/>
            <pc:sldMk cId="2937959994" sldId="299"/>
            <ac:spMk id="10" creationId="{DABA851B-7DC3-F665-9499-E25B1A9E0526}"/>
          </ac:spMkLst>
        </pc:spChg>
        <pc:spChg chg="del mod">
          <ac:chgData name="Patrik Pettersson" userId="3187dd6c-039a-4ec1-98cc-e78086e5eb8e" providerId="ADAL" clId="{01F9DA00-6B78-4E64-BC25-288FEAD26F8D}" dt="2025-11-29T16:04:12.271" v="7438" actId="478"/>
          <ac:spMkLst>
            <pc:docMk/>
            <pc:sldMk cId="2937959994" sldId="299"/>
            <ac:spMk id="11" creationId="{A6FD4953-F0BE-0ECC-32F0-D98464555E7B}"/>
          </ac:spMkLst>
        </pc:spChg>
        <pc:spChg chg="del">
          <ac:chgData name="Patrik Pettersson" userId="3187dd6c-039a-4ec1-98cc-e78086e5eb8e" providerId="ADAL" clId="{01F9DA00-6B78-4E64-BC25-288FEAD26F8D}" dt="2025-11-29T15:46:15.132" v="5743" actId="478"/>
          <ac:spMkLst>
            <pc:docMk/>
            <pc:sldMk cId="2937959994" sldId="299"/>
            <ac:spMk id="12" creationId="{AEB1AC74-7704-9C1F-1663-B039C374C9F7}"/>
          </ac:spMkLst>
        </pc:spChg>
        <pc:spChg chg="del">
          <ac:chgData name="Patrik Pettersson" userId="3187dd6c-039a-4ec1-98cc-e78086e5eb8e" providerId="ADAL" clId="{01F9DA00-6B78-4E64-BC25-288FEAD26F8D}" dt="2025-11-29T15:46:15.132" v="5743" actId="478"/>
          <ac:spMkLst>
            <pc:docMk/>
            <pc:sldMk cId="2937959994" sldId="299"/>
            <ac:spMk id="13" creationId="{15263888-0CD6-6A6F-7E2D-21C6DB6361CF}"/>
          </ac:spMkLst>
        </pc:spChg>
        <pc:spChg chg="del">
          <ac:chgData name="Patrik Pettersson" userId="3187dd6c-039a-4ec1-98cc-e78086e5eb8e" providerId="ADAL" clId="{01F9DA00-6B78-4E64-BC25-288FEAD26F8D}" dt="2025-11-29T15:46:15.132" v="5743" actId="478"/>
          <ac:spMkLst>
            <pc:docMk/>
            <pc:sldMk cId="2937959994" sldId="299"/>
            <ac:spMk id="14" creationId="{8F66B051-D18C-A620-F84D-A80425E4B5CF}"/>
          </ac:spMkLst>
        </pc:spChg>
        <pc:spChg chg="del">
          <ac:chgData name="Patrik Pettersson" userId="3187dd6c-039a-4ec1-98cc-e78086e5eb8e" providerId="ADAL" clId="{01F9DA00-6B78-4E64-BC25-288FEAD26F8D}" dt="2025-11-29T15:46:16.330" v="5744" actId="478"/>
          <ac:spMkLst>
            <pc:docMk/>
            <pc:sldMk cId="2937959994" sldId="299"/>
            <ac:spMk id="15" creationId="{DC9D2841-8100-CF53-EDBC-5F754D4BCF00}"/>
          </ac:spMkLst>
        </pc:spChg>
        <pc:spChg chg="add del mod">
          <ac:chgData name="Patrik Pettersson" userId="3187dd6c-039a-4ec1-98cc-e78086e5eb8e" providerId="ADAL" clId="{01F9DA00-6B78-4E64-BC25-288FEAD26F8D}" dt="2025-11-29T16:04:08.753" v="7437" actId="478"/>
          <ac:spMkLst>
            <pc:docMk/>
            <pc:sldMk cId="2937959994" sldId="299"/>
            <ac:spMk id="20" creationId="{27CDF5A8-7627-27CF-058D-FC578ADD0C77}"/>
          </ac:spMkLst>
        </pc:spChg>
        <pc:spChg chg="add mod">
          <ac:chgData name="Patrik Pettersson" userId="3187dd6c-039a-4ec1-98cc-e78086e5eb8e" providerId="ADAL" clId="{01F9DA00-6B78-4E64-BC25-288FEAD26F8D}" dt="2025-11-29T16:05:33.530" v="7464" actId="1076"/>
          <ac:spMkLst>
            <pc:docMk/>
            <pc:sldMk cId="2937959994" sldId="299"/>
            <ac:spMk id="21" creationId="{1596A3DA-13C3-8443-82A5-BAEC17CFB7B9}"/>
          </ac:spMkLst>
        </pc:spChg>
        <pc:spChg chg="add del mod">
          <ac:chgData name="Patrik Pettersson" userId="3187dd6c-039a-4ec1-98cc-e78086e5eb8e" providerId="ADAL" clId="{01F9DA00-6B78-4E64-BC25-288FEAD26F8D}" dt="2025-11-29T15:52:02.138" v="6389" actId="478"/>
          <ac:spMkLst>
            <pc:docMk/>
            <pc:sldMk cId="2937959994" sldId="299"/>
            <ac:spMk id="23" creationId="{D098C7B1-7DA9-378D-4C3E-8D64B08B1BE4}"/>
          </ac:spMkLst>
        </pc:spChg>
        <pc:spChg chg="add mod">
          <ac:chgData name="Patrik Pettersson" userId="3187dd6c-039a-4ec1-98cc-e78086e5eb8e" providerId="ADAL" clId="{01F9DA00-6B78-4E64-BC25-288FEAD26F8D}" dt="2025-11-29T16:11:17.871" v="7727" actId="20577"/>
          <ac:spMkLst>
            <pc:docMk/>
            <pc:sldMk cId="2937959994" sldId="299"/>
            <ac:spMk id="24" creationId="{DFEA06D8-831E-B872-22AC-DD0189512DE8}"/>
          </ac:spMkLst>
        </pc:spChg>
        <pc:spChg chg="del mod">
          <ac:chgData name="Patrik Pettersson" userId="3187dd6c-039a-4ec1-98cc-e78086e5eb8e" providerId="ADAL" clId="{01F9DA00-6B78-4E64-BC25-288FEAD26F8D}" dt="2025-11-29T15:59:43.061" v="7072" actId="478"/>
          <ac:spMkLst>
            <pc:docMk/>
            <pc:sldMk cId="2937959994" sldId="299"/>
            <ac:spMk id="25" creationId="{B85CA0A6-F853-592D-CA6C-2BFE530C6021}"/>
          </ac:spMkLst>
        </pc:spChg>
        <pc:spChg chg="add mod">
          <ac:chgData name="Patrik Pettersson" userId="3187dd6c-039a-4ec1-98cc-e78086e5eb8e" providerId="ADAL" clId="{01F9DA00-6B78-4E64-BC25-288FEAD26F8D}" dt="2025-11-29T16:04:16.519" v="7440" actId="1076"/>
          <ac:spMkLst>
            <pc:docMk/>
            <pc:sldMk cId="2937959994" sldId="299"/>
            <ac:spMk id="26" creationId="{80EC6C03-FEB6-AA56-C803-5B140778E8F4}"/>
          </ac:spMkLst>
        </pc:spChg>
        <pc:spChg chg="add del mod">
          <ac:chgData name="Patrik Pettersson" userId="3187dd6c-039a-4ec1-98cc-e78086e5eb8e" providerId="ADAL" clId="{01F9DA00-6B78-4E64-BC25-288FEAD26F8D}" dt="2025-11-29T16:01:02.856" v="7103" actId="478"/>
          <ac:spMkLst>
            <pc:docMk/>
            <pc:sldMk cId="2937959994" sldId="299"/>
            <ac:spMk id="27" creationId="{7E92A404-19C3-7553-98C2-94A290421D4A}"/>
          </ac:spMkLst>
        </pc:spChg>
        <pc:spChg chg="add mod">
          <ac:chgData name="Patrik Pettersson" userId="3187dd6c-039a-4ec1-98cc-e78086e5eb8e" providerId="ADAL" clId="{01F9DA00-6B78-4E64-BC25-288FEAD26F8D}" dt="2025-11-29T16:10:27.472" v="7693" actId="20577"/>
          <ac:spMkLst>
            <pc:docMk/>
            <pc:sldMk cId="2937959994" sldId="299"/>
            <ac:spMk id="28" creationId="{2D108E33-1D90-68DA-D570-EA1862E7EC61}"/>
          </ac:spMkLst>
        </pc:spChg>
        <pc:spChg chg="add del">
          <ac:chgData name="Patrik Pettersson" userId="3187dd6c-039a-4ec1-98cc-e78086e5eb8e" providerId="ADAL" clId="{01F9DA00-6B78-4E64-BC25-288FEAD26F8D}" dt="2025-11-29T15:52:11.795" v="6392" actId="478"/>
          <ac:spMkLst>
            <pc:docMk/>
            <pc:sldMk cId="2937959994" sldId="299"/>
            <ac:spMk id="30" creationId="{B66229CA-19F1-9314-7E95-277F403FE735}"/>
          </ac:spMkLst>
        </pc:spChg>
        <pc:spChg chg="del mod">
          <ac:chgData name="Patrik Pettersson" userId="3187dd6c-039a-4ec1-98cc-e78086e5eb8e" providerId="ADAL" clId="{01F9DA00-6B78-4E64-BC25-288FEAD26F8D}" dt="2025-11-29T15:51:56.575" v="6386" actId="478"/>
          <ac:spMkLst>
            <pc:docMk/>
            <pc:sldMk cId="2937959994" sldId="299"/>
            <ac:spMk id="31" creationId="{D3A346AD-BEFA-7250-7AC9-6DA6F1A16290}"/>
          </ac:spMkLst>
        </pc:spChg>
        <pc:spChg chg="add mod">
          <ac:chgData name="Patrik Pettersson" userId="3187dd6c-039a-4ec1-98cc-e78086e5eb8e" providerId="ADAL" clId="{01F9DA00-6B78-4E64-BC25-288FEAD26F8D}" dt="2025-11-29T16:12:40.668" v="7761" actId="1076"/>
          <ac:spMkLst>
            <pc:docMk/>
            <pc:sldMk cId="2937959994" sldId="299"/>
            <ac:spMk id="32" creationId="{BCFFDD50-A699-A755-5A86-8163D8897EDC}"/>
          </ac:spMkLst>
        </pc:spChg>
        <pc:spChg chg="del mod">
          <ac:chgData name="Patrik Pettersson" userId="3187dd6c-039a-4ec1-98cc-e78086e5eb8e" providerId="ADAL" clId="{01F9DA00-6B78-4E64-BC25-288FEAD26F8D}" dt="2025-11-29T15:51:58.390" v="6387" actId="478"/>
          <ac:spMkLst>
            <pc:docMk/>
            <pc:sldMk cId="2937959994" sldId="299"/>
            <ac:spMk id="33" creationId="{07CCE7B7-FCCB-5E7E-FB19-3A1FDEEF2F75}"/>
          </ac:spMkLst>
        </pc:spChg>
        <pc:spChg chg="add del mod">
          <ac:chgData name="Patrik Pettersson" userId="3187dd6c-039a-4ec1-98cc-e78086e5eb8e" providerId="ADAL" clId="{01F9DA00-6B78-4E64-BC25-288FEAD26F8D}" dt="2025-11-29T16:11:36.133" v="7730" actId="20577"/>
          <ac:spMkLst>
            <pc:docMk/>
            <pc:sldMk cId="2937959994" sldId="299"/>
            <ac:spMk id="34" creationId="{5829DE1F-E1F0-C4C8-19EA-330CF9B9F245}"/>
          </ac:spMkLst>
        </pc:spChg>
        <pc:spChg chg="add mod">
          <ac:chgData name="Patrik Pettersson" userId="3187dd6c-039a-4ec1-98cc-e78086e5eb8e" providerId="ADAL" clId="{01F9DA00-6B78-4E64-BC25-288FEAD26F8D}" dt="2025-11-29T16:08:13.332" v="7582" actId="1076"/>
          <ac:spMkLst>
            <pc:docMk/>
            <pc:sldMk cId="2937959994" sldId="299"/>
            <ac:spMk id="36" creationId="{AFCD4BA6-85B8-0108-C8EF-1BC2A3245372}"/>
          </ac:spMkLst>
        </pc:spChg>
        <pc:spChg chg="add mod">
          <ac:chgData name="Patrik Pettersson" userId="3187dd6c-039a-4ec1-98cc-e78086e5eb8e" providerId="ADAL" clId="{01F9DA00-6B78-4E64-BC25-288FEAD26F8D}" dt="2025-11-29T16:14:49.465" v="7909" actId="14100"/>
          <ac:spMkLst>
            <pc:docMk/>
            <pc:sldMk cId="2937959994" sldId="299"/>
            <ac:spMk id="37" creationId="{0F07BEDD-3D3C-5602-67F0-2C3761B4DDEC}"/>
          </ac:spMkLst>
        </pc:spChg>
        <pc:spChg chg="add mod">
          <ac:chgData name="Patrik Pettersson" userId="3187dd6c-039a-4ec1-98cc-e78086e5eb8e" providerId="ADAL" clId="{01F9DA00-6B78-4E64-BC25-288FEAD26F8D}" dt="2025-11-29T16:06:23.767" v="7508" actId="14100"/>
          <ac:spMkLst>
            <pc:docMk/>
            <pc:sldMk cId="2937959994" sldId="299"/>
            <ac:spMk id="38" creationId="{CEF2CA30-870A-B873-F92B-47FCCA3524DC}"/>
          </ac:spMkLst>
        </pc:spChg>
        <pc:spChg chg="add mod">
          <ac:chgData name="Patrik Pettersson" userId="3187dd6c-039a-4ec1-98cc-e78086e5eb8e" providerId="ADAL" clId="{01F9DA00-6B78-4E64-BC25-288FEAD26F8D}" dt="2025-11-29T16:06:42.324" v="7559" actId="20577"/>
          <ac:spMkLst>
            <pc:docMk/>
            <pc:sldMk cId="2937959994" sldId="299"/>
            <ac:spMk id="39" creationId="{A872556B-5C47-5A86-F22D-950F8EDCB1E2}"/>
          </ac:spMkLst>
        </pc:spChg>
        <pc:spChg chg="add del">
          <ac:chgData name="Patrik Pettersson" userId="3187dd6c-039a-4ec1-98cc-e78086e5eb8e" providerId="ADAL" clId="{01F9DA00-6B78-4E64-BC25-288FEAD26F8D}" dt="2025-11-29T15:52:07.732" v="6391" actId="478"/>
          <ac:spMkLst>
            <pc:docMk/>
            <pc:sldMk cId="2937959994" sldId="299"/>
            <ac:spMk id="67" creationId="{34D8793E-4D22-CA18-D546-E4F73F046707}"/>
          </ac:spMkLst>
        </pc:spChg>
        <pc:spChg chg="add mod">
          <ac:chgData name="Patrik Pettersson" userId="3187dd6c-039a-4ec1-98cc-e78086e5eb8e" providerId="ADAL" clId="{01F9DA00-6B78-4E64-BC25-288FEAD26F8D}" dt="2025-11-29T16:12:43.970" v="7762" actId="1076"/>
          <ac:spMkLst>
            <pc:docMk/>
            <pc:sldMk cId="2937959994" sldId="299"/>
            <ac:spMk id="87" creationId="{5149561B-B194-21D2-6B11-F996F42F67BF}"/>
          </ac:spMkLst>
        </pc:spChg>
        <pc:cxnChg chg="del mod">
          <ac:chgData name="Patrik Pettersson" userId="3187dd6c-039a-4ec1-98cc-e78086e5eb8e" providerId="ADAL" clId="{01F9DA00-6B78-4E64-BC25-288FEAD26F8D}" dt="2025-11-29T15:47:08.173" v="5846" actId="478"/>
          <ac:cxnSpMkLst>
            <pc:docMk/>
            <pc:sldMk cId="2937959994" sldId="299"/>
            <ac:cxnSpMk id="17" creationId="{5A58709A-AD9A-6618-FD4F-7A05D1D8EF3B}"/>
          </ac:cxnSpMkLst>
        </pc:cxnChg>
        <pc:cxnChg chg="del mod">
          <ac:chgData name="Patrik Pettersson" userId="3187dd6c-039a-4ec1-98cc-e78086e5eb8e" providerId="ADAL" clId="{01F9DA00-6B78-4E64-BC25-288FEAD26F8D}" dt="2025-11-29T15:47:07.735" v="5845" actId="478"/>
          <ac:cxnSpMkLst>
            <pc:docMk/>
            <pc:sldMk cId="2937959994" sldId="299"/>
            <ac:cxnSpMk id="18" creationId="{45049FA4-E5C6-B6D1-9A37-558D7E9B64D9}"/>
          </ac:cxnSpMkLst>
        </pc:cxnChg>
        <pc:cxnChg chg="del mod">
          <ac:chgData name="Patrik Pettersson" userId="3187dd6c-039a-4ec1-98cc-e78086e5eb8e" providerId="ADAL" clId="{01F9DA00-6B78-4E64-BC25-288FEAD26F8D}" dt="2025-11-29T15:47:07.222" v="5844" actId="478"/>
          <ac:cxnSpMkLst>
            <pc:docMk/>
            <pc:sldMk cId="2937959994" sldId="299"/>
            <ac:cxnSpMk id="22" creationId="{5ED5E83E-4BD6-E96A-3350-DB5E945D50B2}"/>
          </ac:cxnSpMkLst>
        </pc:cxnChg>
        <pc:cxnChg chg="del mod">
          <ac:chgData name="Patrik Pettersson" userId="3187dd6c-039a-4ec1-98cc-e78086e5eb8e" providerId="ADAL" clId="{01F9DA00-6B78-4E64-BC25-288FEAD26F8D}" dt="2025-11-29T15:47:06.762" v="5843" actId="478"/>
          <ac:cxnSpMkLst>
            <pc:docMk/>
            <pc:sldMk cId="2937959994" sldId="299"/>
            <ac:cxnSpMk id="29" creationId="{B61EF719-1FC1-4381-51F8-E4AE4E0F6B1F}"/>
          </ac:cxnSpMkLst>
        </pc:cxnChg>
        <pc:cxnChg chg="del mod">
          <ac:chgData name="Patrik Pettersson" userId="3187dd6c-039a-4ec1-98cc-e78086e5eb8e" providerId="ADAL" clId="{01F9DA00-6B78-4E64-BC25-288FEAD26F8D}" dt="2025-11-29T15:47:06.257" v="5842" actId="478"/>
          <ac:cxnSpMkLst>
            <pc:docMk/>
            <pc:sldMk cId="2937959994" sldId="299"/>
            <ac:cxnSpMk id="35" creationId="{065941C4-4E5F-4343-C1D3-EA6F19BE0B30}"/>
          </ac:cxnSpMkLst>
        </pc:cxnChg>
        <pc:cxnChg chg="add del">
          <ac:chgData name="Patrik Pettersson" userId="3187dd6c-039a-4ec1-98cc-e78086e5eb8e" providerId="ADAL" clId="{01F9DA00-6B78-4E64-BC25-288FEAD26F8D}" dt="2025-11-29T16:06:51.801" v="7561" actId="478"/>
          <ac:cxnSpMkLst>
            <pc:docMk/>
            <pc:sldMk cId="2937959994" sldId="299"/>
            <ac:cxnSpMk id="41" creationId="{D4D040FF-DA21-C089-D61F-14445945DDCC}"/>
          </ac:cxnSpMkLst>
        </pc:cxnChg>
        <pc:cxnChg chg="del mod">
          <ac:chgData name="Patrik Pettersson" userId="3187dd6c-039a-4ec1-98cc-e78086e5eb8e" providerId="ADAL" clId="{01F9DA00-6B78-4E64-BC25-288FEAD26F8D}" dt="2025-11-29T15:47:05.680" v="5841" actId="478"/>
          <ac:cxnSpMkLst>
            <pc:docMk/>
            <pc:sldMk cId="2937959994" sldId="299"/>
            <ac:cxnSpMk id="42" creationId="{E550EBF0-A12E-CB53-865C-70D48B7220A9}"/>
          </ac:cxnSpMkLst>
        </pc:cxnChg>
        <pc:cxnChg chg="add mod">
          <ac:chgData name="Patrik Pettersson" userId="3187dd6c-039a-4ec1-98cc-e78086e5eb8e" providerId="ADAL" clId="{01F9DA00-6B78-4E64-BC25-288FEAD26F8D}" dt="2025-11-29T16:11:05.073" v="7717" actId="14100"/>
          <ac:cxnSpMkLst>
            <pc:docMk/>
            <pc:sldMk cId="2937959994" sldId="299"/>
            <ac:cxnSpMk id="43" creationId="{4EC19E27-4050-9B6A-8CF0-D7852FE69EF8}"/>
          </ac:cxnSpMkLst>
        </pc:cxnChg>
        <pc:cxnChg chg="add mod">
          <ac:chgData name="Patrik Pettersson" userId="3187dd6c-039a-4ec1-98cc-e78086e5eb8e" providerId="ADAL" clId="{01F9DA00-6B78-4E64-BC25-288FEAD26F8D}" dt="2025-11-29T16:07:27.119" v="7566" actId="14100"/>
          <ac:cxnSpMkLst>
            <pc:docMk/>
            <pc:sldMk cId="2937959994" sldId="299"/>
            <ac:cxnSpMk id="44" creationId="{242805A3-5E93-6C9A-C7F4-994E0FC5FDBD}"/>
          </ac:cxnSpMkLst>
        </pc:cxnChg>
        <pc:cxnChg chg="del mod">
          <ac:chgData name="Patrik Pettersson" userId="3187dd6c-039a-4ec1-98cc-e78086e5eb8e" providerId="ADAL" clId="{01F9DA00-6B78-4E64-BC25-288FEAD26F8D}" dt="2025-11-29T15:47:00.898" v="5839" actId="478"/>
          <ac:cxnSpMkLst>
            <pc:docMk/>
            <pc:sldMk cId="2937959994" sldId="299"/>
            <ac:cxnSpMk id="49" creationId="{30916A13-08D3-4E6D-6142-42D1384156B8}"/>
          </ac:cxnSpMkLst>
        </pc:cxnChg>
        <pc:cxnChg chg="add mod">
          <ac:chgData name="Patrik Pettersson" userId="3187dd6c-039a-4ec1-98cc-e78086e5eb8e" providerId="ADAL" clId="{01F9DA00-6B78-4E64-BC25-288FEAD26F8D}" dt="2025-11-29T16:11:05.073" v="7717" actId="14100"/>
          <ac:cxnSpMkLst>
            <pc:docMk/>
            <pc:sldMk cId="2937959994" sldId="299"/>
            <ac:cxnSpMk id="50" creationId="{A5F009F9-ABD3-8C4D-FD30-12F9A6E766B0}"/>
          </ac:cxnSpMkLst>
        </pc:cxnChg>
        <pc:cxnChg chg="del mod">
          <ac:chgData name="Patrik Pettersson" userId="3187dd6c-039a-4ec1-98cc-e78086e5eb8e" providerId="ADAL" clId="{01F9DA00-6B78-4E64-BC25-288FEAD26F8D}" dt="2025-11-29T15:46:15.132" v="5743" actId="478"/>
          <ac:cxnSpMkLst>
            <pc:docMk/>
            <pc:sldMk cId="2937959994" sldId="299"/>
            <ac:cxnSpMk id="54" creationId="{698AA9B3-5C91-5DA5-7BEC-A057829571EF}"/>
          </ac:cxnSpMkLst>
        </pc:cxnChg>
        <pc:cxnChg chg="del mod">
          <ac:chgData name="Patrik Pettersson" userId="3187dd6c-039a-4ec1-98cc-e78086e5eb8e" providerId="ADAL" clId="{01F9DA00-6B78-4E64-BC25-288FEAD26F8D}" dt="2025-11-29T15:46:15.132" v="5743" actId="478"/>
          <ac:cxnSpMkLst>
            <pc:docMk/>
            <pc:sldMk cId="2937959994" sldId="299"/>
            <ac:cxnSpMk id="57" creationId="{94F4683D-7222-5F1B-36ED-4C8BE1643D54}"/>
          </ac:cxnSpMkLst>
        </pc:cxnChg>
        <pc:cxnChg chg="del mod">
          <ac:chgData name="Patrik Pettersson" userId="3187dd6c-039a-4ec1-98cc-e78086e5eb8e" providerId="ADAL" clId="{01F9DA00-6B78-4E64-BC25-288FEAD26F8D}" dt="2025-11-29T15:46:15.132" v="5743" actId="478"/>
          <ac:cxnSpMkLst>
            <pc:docMk/>
            <pc:sldMk cId="2937959994" sldId="299"/>
            <ac:cxnSpMk id="60" creationId="{D13A6757-753B-7358-ECB0-6305C96052EC}"/>
          </ac:cxnSpMkLst>
        </pc:cxnChg>
        <pc:cxnChg chg="add mod">
          <ac:chgData name="Patrik Pettersson" userId="3187dd6c-039a-4ec1-98cc-e78086e5eb8e" providerId="ADAL" clId="{01F9DA00-6B78-4E64-BC25-288FEAD26F8D}" dt="2025-11-29T16:12:10.606" v="7733" actId="14100"/>
          <ac:cxnSpMkLst>
            <pc:docMk/>
            <pc:sldMk cId="2937959994" sldId="299"/>
            <ac:cxnSpMk id="62" creationId="{CE9912AF-8205-8B71-1830-DB41CC2DFB5E}"/>
          </ac:cxnSpMkLst>
        </pc:cxnChg>
        <pc:cxnChg chg="del mod">
          <ac:chgData name="Patrik Pettersson" userId="3187dd6c-039a-4ec1-98cc-e78086e5eb8e" providerId="ADAL" clId="{01F9DA00-6B78-4E64-BC25-288FEAD26F8D}" dt="2025-11-29T15:46:15.132" v="5743" actId="478"/>
          <ac:cxnSpMkLst>
            <pc:docMk/>
            <pc:sldMk cId="2937959994" sldId="299"/>
            <ac:cxnSpMk id="63" creationId="{B2C8FCF5-76E9-7536-5AFD-EEA30A57C2DB}"/>
          </ac:cxnSpMkLst>
        </pc:cxnChg>
        <pc:cxnChg chg="add mod">
          <ac:chgData name="Patrik Pettersson" userId="3187dd6c-039a-4ec1-98cc-e78086e5eb8e" providerId="ADAL" clId="{01F9DA00-6B78-4E64-BC25-288FEAD26F8D}" dt="2025-11-29T16:12:43.970" v="7762" actId="1076"/>
          <ac:cxnSpMkLst>
            <pc:docMk/>
            <pc:sldMk cId="2937959994" sldId="299"/>
            <ac:cxnSpMk id="66" creationId="{67D3E2DD-99C3-821A-426E-FBBF498DF7CF}"/>
          </ac:cxnSpMkLst>
        </pc:cxnChg>
        <pc:cxnChg chg="add mod">
          <ac:chgData name="Patrik Pettersson" userId="3187dd6c-039a-4ec1-98cc-e78086e5eb8e" providerId="ADAL" clId="{01F9DA00-6B78-4E64-BC25-288FEAD26F8D}" dt="2025-11-29T16:08:29.382" v="7588" actId="14100"/>
          <ac:cxnSpMkLst>
            <pc:docMk/>
            <pc:sldMk cId="2937959994" sldId="299"/>
            <ac:cxnSpMk id="70" creationId="{3CD481EE-74D5-13CE-44A3-ABE20ADA6BDB}"/>
          </ac:cxnSpMkLst>
        </pc:cxnChg>
        <pc:cxnChg chg="add mod">
          <ac:chgData name="Patrik Pettersson" userId="3187dd6c-039a-4ec1-98cc-e78086e5eb8e" providerId="ADAL" clId="{01F9DA00-6B78-4E64-BC25-288FEAD26F8D}" dt="2025-11-29T16:14:49.465" v="7909" actId="14100"/>
          <ac:cxnSpMkLst>
            <pc:docMk/>
            <pc:sldMk cId="2937959994" sldId="299"/>
            <ac:cxnSpMk id="73" creationId="{10DB9ECB-40D0-6189-201C-7F89A7D3F8B1}"/>
          </ac:cxnSpMkLst>
        </pc:cxnChg>
        <pc:cxnChg chg="add mod">
          <ac:chgData name="Patrik Pettersson" userId="3187dd6c-039a-4ec1-98cc-e78086e5eb8e" providerId="ADAL" clId="{01F9DA00-6B78-4E64-BC25-288FEAD26F8D}" dt="2025-11-29T16:14:49.465" v="7909" actId="14100"/>
          <ac:cxnSpMkLst>
            <pc:docMk/>
            <pc:sldMk cId="2937959994" sldId="299"/>
            <ac:cxnSpMk id="76" creationId="{7A4D6E7D-FCAA-1E46-1E8F-2E3526AAE3C3}"/>
          </ac:cxnSpMkLst>
        </pc:cxnChg>
        <pc:cxnChg chg="add mod">
          <ac:chgData name="Patrik Pettersson" userId="3187dd6c-039a-4ec1-98cc-e78086e5eb8e" providerId="ADAL" clId="{01F9DA00-6B78-4E64-BC25-288FEAD26F8D}" dt="2025-11-29T16:12:52.860" v="7765" actId="14100"/>
          <ac:cxnSpMkLst>
            <pc:docMk/>
            <pc:sldMk cId="2937959994" sldId="299"/>
            <ac:cxnSpMk id="92" creationId="{18603959-314A-89A0-8AF4-CEC3B79DEAA7}"/>
          </ac:cxnSpMkLst>
        </pc:cxnChg>
      </pc:sldChg>
      <pc:sldChg chg="addSp delSp modSp add mod">
        <pc:chgData name="Patrik Pettersson" userId="3187dd6c-039a-4ec1-98cc-e78086e5eb8e" providerId="ADAL" clId="{01F9DA00-6B78-4E64-BC25-288FEAD26F8D}" dt="2025-11-29T16:31:52.932" v="8224" actId="14100"/>
        <pc:sldMkLst>
          <pc:docMk/>
          <pc:sldMk cId="3195204680" sldId="300"/>
        </pc:sldMkLst>
        <pc:spChg chg="mod">
          <ac:chgData name="Patrik Pettersson" userId="3187dd6c-039a-4ec1-98cc-e78086e5eb8e" providerId="ADAL" clId="{01F9DA00-6B78-4E64-BC25-288FEAD26F8D}" dt="2025-11-29T16:24:51.568" v="8152" actId="404"/>
          <ac:spMkLst>
            <pc:docMk/>
            <pc:sldMk cId="3195204680" sldId="300"/>
            <ac:spMk id="2" creationId="{F9250F48-C2D8-9846-DF1C-43CC24352284}"/>
          </ac:spMkLst>
        </pc:spChg>
        <pc:spChg chg="add mod">
          <ac:chgData name="Patrik Pettersson" userId="3187dd6c-039a-4ec1-98cc-e78086e5eb8e" providerId="ADAL" clId="{01F9DA00-6B78-4E64-BC25-288FEAD26F8D}" dt="2025-11-29T16:17:31.651" v="7933" actId="1076"/>
          <ac:spMkLst>
            <pc:docMk/>
            <pc:sldMk cId="3195204680" sldId="300"/>
            <ac:spMk id="3" creationId="{A52D032E-643C-AC16-E87B-5A571E224CC8}"/>
          </ac:spMkLst>
        </pc:spChg>
        <pc:spChg chg="add mod">
          <ac:chgData name="Patrik Pettersson" userId="3187dd6c-039a-4ec1-98cc-e78086e5eb8e" providerId="ADAL" clId="{01F9DA00-6B78-4E64-BC25-288FEAD26F8D}" dt="2025-11-29T16:19:48.860" v="8013" actId="1076"/>
          <ac:spMkLst>
            <pc:docMk/>
            <pc:sldMk cId="3195204680" sldId="300"/>
            <ac:spMk id="4" creationId="{25CAC0BC-73A9-C879-88E2-5AA6B7AB9289}"/>
          </ac:spMkLst>
        </pc:spChg>
        <pc:spChg chg="add mod">
          <ac:chgData name="Patrik Pettersson" userId="3187dd6c-039a-4ec1-98cc-e78086e5eb8e" providerId="ADAL" clId="{01F9DA00-6B78-4E64-BC25-288FEAD26F8D}" dt="2025-11-29T16:20:51.411" v="8025" actId="1076"/>
          <ac:spMkLst>
            <pc:docMk/>
            <pc:sldMk cId="3195204680" sldId="300"/>
            <ac:spMk id="5" creationId="{396F311D-682A-3442-15DD-496B04002363}"/>
          </ac:spMkLst>
        </pc:spChg>
        <pc:spChg chg="add mod">
          <ac:chgData name="Patrik Pettersson" userId="3187dd6c-039a-4ec1-98cc-e78086e5eb8e" providerId="ADAL" clId="{01F9DA00-6B78-4E64-BC25-288FEAD26F8D}" dt="2025-11-29T16:17:57.139" v="7994" actId="1076"/>
          <ac:spMkLst>
            <pc:docMk/>
            <pc:sldMk cId="3195204680" sldId="300"/>
            <ac:spMk id="6" creationId="{F0A09032-6F3F-1BA7-AD11-52FBB67571F0}"/>
          </ac:spMkLst>
        </pc:spChg>
        <pc:spChg chg="add mod">
          <ac:chgData name="Patrik Pettersson" userId="3187dd6c-039a-4ec1-98cc-e78086e5eb8e" providerId="ADAL" clId="{01F9DA00-6B78-4E64-BC25-288FEAD26F8D}" dt="2025-11-29T16:19:34.366" v="8011" actId="207"/>
          <ac:spMkLst>
            <pc:docMk/>
            <pc:sldMk cId="3195204680" sldId="300"/>
            <ac:spMk id="7" creationId="{ADED0A27-6A39-4713-5A73-4963D90515F1}"/>
          </ac:spMkLst>
        </pc:spChg>
        <pc:spChg chg="del">
          <ac:chgData name="Patrik Pettersson" userId="3187dd6c-039a-4ec1-98cc-e78086e5eb8e" providerId="ADAL" clId="{01F9DA00-6B78-4E64-BC25-288FEAD26F8D}" dt="2025-11-29T16:16:02.379" v="7915" actId="478"/>
          <ac:spMkLst>
            <pc:docMk/>
            <pc:sldMk cId="3195204680" sldId="300"/>
            <ac:spMk id="21" creationId="{40911D2E-E7DB-7E6B-B3C7-5314B9AB38B1}"/>
          </ac:spMkLst>
        </pc:spChg>
        <pc:spChg chg="mod">
          <ac:chgData name="Patrik Pettersson" userId="3187dd6c-039a-4ec1-98cc-e78086e5eb8e" providerId="ADAL" clId="{01F9DA00-6B78-4E64-BC25-288FEAD26F8D}" dt="2025-11-29T16:28:13.884" v="8197" actId="1076"/>
          <ac:spMkLst>
            <pc:docMk/>
            <pc:sldMk cId="3195204680" sldId="300"/>
            <ac:spMk id="24" creationId="{70529CFF-588E-1E47-C818-4CA637B0C7E8}"/>
          </ac:spMkLst>
        </pc:spChg>
        <pc:spChg chg="mod">
          <ac:chgData name="Patrik Pettersson" userId="3187dd6c-039a-4ec1-98cc-e78086e5eb8e" providerId="ADAL" clId="{01F9DA00-6B78-4E64-BC25-288FEAD26F8D}" dt="2025-11-29T16:28:12.163" v="8196" actId="1076"/>
          <ac:spMkLst>
            <pc:docMk/>
            <pc:sldMk cId="3195204680" sldId="300"/>
            <ac:spMk id="26" creationId="{1ADCED31-7DD9-3A66-71BE-207B9EEA0F2B}"/>
          </ac:spMkLst>
        </pc:spChg>
        <pc:spChg chg="mod">
          <ac:chgData name="Patrik Pettersson" userId="3187dd6c-039a-4ec1-98cc-e78086e5eb8e" providerId="ADAL" clId="{01F9DA00-6B78-4E64-BC25-288FEAD26F8D}" dt="2025-11-29T16:20:02.343" v="8014" actId="1076"/>
          <ac:spMkLst>
            <pc:docMk/>
            <pc:sldMk cId="3195204680" sldId="300"/>
            <ac:spMk id="28" creationId="{F25C32FA-E497-9B2A-8730-7E823FC4DEB8}"/>
          </ac:spMkLst>
        </pc:spChg>
        <pc:spChg chg="add mod">
          <ac:chgData name="Patrik Pettersson" userId="3187dd6c-039a-4ec1-98cc-e78086e5eb8e" providerId="ADAL" clId="{01F9DA00-6B78-4E64-BC25-288FEAD26F8D}" dt="2025-11-29T16:31:52.932" v="8224" actId="14100"/>
          <ac:spMkLst>
            <pc:docMk/>
            <pc:sldMk cId="3195204680" sldId="300"/>
            <ac:spMk id="31" creationId="{686B3F1C-7FC0-A5AF-68C3-C4BE826A671B}"/>
          </ac:spMkLst>
        </pc:spChg>
        <pc:spChg chg="del">
          <ac:chgData name="Patrik Pettersson" userId="3187dd6c-039a-4ec1-98cc-e78086e5eb8e" providerId="ADAL" clId="{01F9DA00-6B78-4E64-BC25-288FEAD26F8D}" dt="2025-11-29T16:15:50.719" v="7911" actId="478"/>
          <ac:spMkLst>
            <pc:docMk/>
            <pc:sldMk cId="3195204680" sldId="300"/>
            <ac:spMk id="32" creationId="{9E7933C9-14A8-DB9C-67BF-60AF0E137CA1}"/>
          </ac:spMkLst>
        </pc:spChg>
        <pc:spChg chg="del">
          <ac:chgData name="Patrik Pettersson" userId="3187dd6c-039a-4ec1-98cc-e78086e5eb8e" providerId="ADAL" clId="{01F9DA00-6B78-4E64-BC25-288FEAD26F8D}" dt="2025-11-29T16:15:48.789" v="7910" actId="478"/>
          <ac:spMkLst>
            <pc:docMk/>
            <pc:sldMk cId="3195204680" sldId="300"/>
            <ac:spMk id="34" creationId="{94CA31D7-FC4A-F0E8-FA76-3221AAC98387}"/>
          </ac:spMkLst>
        </pc:spChg>
        <pc:spChg chg="del">
          <ac:chgData name="Patrik Pettersson" userId="3187dd6c-039a-4ec1-98cc-e78086e5eb8e" providerId="ADAL" clId="{01F9DA00-6B78-4E64-BC25-288FEAD26F8D}" dt="2025-11-29T16:15:54.949" v="7912" actId="478"/>
          <ac:spMkLst>
            <pc:docMk/>
            <pc:sldMk cId="3195204680" sldId="300"/>
            <ac:spMk id="36" creationId="{E831607A-A56E-05F2-612E-D6D993584C6A}"/>
          </ac:spMkLst>
        </pc:spChg>
        <pc:spChg chg="del">
          <ac:chgData name="Patrik Pettersson" userId="3187dd6c-039a-4ec1-98cc-e78086e5eb8e" providerId="ADAL" clId="{01F9DA00-6B78-4E64-BC25-288FEAD26F8D}" dt="2025-11-29T16:16:00.419" v="7914" actId="478"/>
          <ac:spMkLst>
            <pc:docMk/>
            <pc:sldMk cId="3195204680" sldId="300"/>
            <ac:spMk id="37" creationId="{AACF8AD3-347D-3569-600A-BCCC86B130F3}"/>
          </ac:spMkLst>
        </pc:spChg>
        <pc:spChg chg="del">
          <ac:chgData name="Patrik Pettersson" userId="3187dd6c-039a-4ec1-98cc-e78086e5eb8e" providerId="ADAL" clId="{01F9DA00-6B78-4E64-BC25-288FEAD26F8D}" dt="2025-11-29T16:16:00.419" v="7914" actId="478"/>
          <ac:spMkLst>
            <pc:docMk/>
            <pc:sldMk cId="3195204680" sldId="300"/>
            <ac:spMk id="38" creationId="{785C8668-E344-0503-5DB6-9F39343529A3}"/>
          </ac:spMkLst>
        </pc:spChg>
        <pc:spChg chg="del">
          <ac:chgData name="Patrik Pettersson" userId="3187dd6c-039a-4ec1-98cc-e78086e5eb8e" providerId="ADAL" clId="{01F9DA00-6B78-4E64-BC25-288FEAD26F8D}" dt="2025-11-29T16:15:54.949" v="7912" actId="478"/>
          <ac:spMkLst>
            <pc:docMk/>
            <pc:sldMk cId="3195204680" sldId="300"/>
            <ac:spMk id="39" creationId="{7C9688FB-AA67-6B51-EED6-DB1A9C81F60A}"/>
          </ac:spMkLst>
        </pc:spChg>
        <pc:spChg chg="add mod">
          <ac:chgData name="Patrik Pettersson" userId="3187dd6c-039a-4ec1-98cc-e78086e5eb8e" providerId="ADAL" clId="{01F9DA00-6B78-4E64-BC25-288FEAD26F8D}" dt="2025-11-29T16:28:08.599" v="8195" actId="1076"/>
          <ac:spMkLst>
            <pc:docMk/>
            <pc:sldMk cId="3195204680" sldId="300"/>
            <ac:spMk id="42" creationId="{3AB54738-8516-3B71-8FB7-F4EB717E7B5E}"/>
          </ac:spMkLst>
        </pc:spChg>
        <pc:cxnChg chg="add mod">
          <ac:chgData name="Patrik Pettersson" userId="3187dd6c-039a-4ec1-98cc-e78086e5eb8e" providerId="ADAL" clId="{01F9DA00-6B78-4E64-BC25-288FEAD26F8D}" dt="2025-11-29T16:20:44.369" v="8022" actId="14100"/>
          <ac:cxnSpMkLst>
            <pc:docMk/>
            <pc:sldMk cId="3195204680" sldId="300"/>
            <ac:cxnSpMk id="12" creationId="{687951E1-3207-C492-5886-A6E00C5951D8}"/>
          </ac:cxnSpMkLst>
        </pc:cxnChg>
        <pc:cxnChg chg="add mod">
          <ac:chgData name="Patrik Pettersson" userId="3187dd6c-039a-4ec1-98cc-e78086e5eb8e" providerId="ADAL" clId="{01F9DA00-6B78-4E64-BC25-288FEAD26F8D}" dt="2025-11-29T16:20:54.799" v="8026" actId="14100"/>
          <ac:cxnSpMkLst>
            <pc:docMk/>
            <pc:sldMk cId="3195204680" sldId="300"/>
            <ac:cxnSpMk id="15" creationId="{BAB4FBC0-C5EF-7AE0-E846-381D772A578F}"/>
          </ac:cxnSpMkLst>
        </pc:cxnChg>
        <pc:cxnChg chg="add mod">
          <ac:chgData name="Patrik Pettersson" userId="3187dd6c-039a-4ec1-98cc-e78086e5eb8e" providerId="ADAL" clId="{01F9DA00-6B78-4E64-BC25-288FEAD26F8D}" dt="2025-11-29T16:21:01.273" v="8029" actId="14100"/>
          <ac:cxnSpMkLst>
            <pc:docMk/>
            <pc:sldMk cId="3195204680" sldId="300"/>
            <ac:cxnSpMk id="18" creationId="{0671FB11-8F33-7110-DBD0-F487DF8DDDAC}"/>
          </ac:cxnSpMkLst>
        </pc:cxnChg>
        <pc:cxnChg chg="add mod">
          <ac:chgData name="Patrik Pettersson" userId="3187dd6c-039a-4ec1-98cc-e78086e5eb8e" providerId="ADAL" clId="{01F9DA00-6B78-4E64-BC25-288FEAD26F8D}" dt="2025-11-29T16:21:06.818" v="8032" actId="14100"/>
          <ac:cxnSpMkLst>
            <pc:docMk/>
            <pc:sldMk cId="3195204680" sldId="300"/>
            <ac:cxnSpMk id="22" creationId="{FDD87344-91C2-5852-7D7A-0782E9916735}"/>
          </ac:cxnSpMkLst>
        </pc:cxnChg>
        <pc:cxnChg chg="add mod">
          <ac:chgData name="Patrik Pettersson" userId="3187dd6c-039a-4ec1-98cc-e78086e5eb8e" providerId="ADAL" clId="{01F9DA00-6B78-4E64-BC25-288FEAD26F8D}" dt="2025-11-29T16:28:13.884" v="8197" actId="1076"/>
          <ac:cxnSpMkLst>
            <pc:docMk/>
            <pc:sldMk cId="3195204680" sldId="300"/>
            <ac:cxnSpMk id="27" creationId="{C95AAEF3-6E7B-BF96-5058-978E2DE93C97}"/>
          </ac:cxnSpMkLst>
        </pc:cxnChg>
        <pc:cxnChg chg="mod">
          <ac:chgData name="Patrik Pettersson" userId="3187dd6c-039a-4ec1-98cc-e78086e5eb8e" providerId="ADAL" clId="{01F9DA00-6B78-4E64-BC25-288FEAD26F8D}" dt="2025-11-29T16:28:12.163" v="8196" actId="1076"/>
          <ac:cxnSpMkLst>
            <pc:docMk/>
            <pc:sldMk cId="3195204680" sldId="300"/>
            <ac:cxnSpMk id="43" creationId="{8676FC35-B419-9FC6-2E95-5349BDEC0C9A}"/>
          </ac:cxnSpMkLst>
        </pc:cxnChg>
        <pc:cxnChg chg="mod">
          <ac:chgData name="Patrik Pettersson" userId="3187dd6c-039a-4ec1-98cc-e78086e5eb8e" providerId="ADAL" clId="{01F9DA00-6B78-4E64-BC25-288FEAD26F8D}" dt="2025-11-29T16:31:52.932" v="8224" actId="14100"/>
          <ac:cxnSpMkLst>
            <pc:docMk/>
            <pc:sldMk cId="3195204680" sldId="300"/>
            <ac:cxnSpMk id="44" creationId="{2A00A234-5015-ED90-A27B-2DFC0B8CD5F5}"/>
          </ac:cxnSpMkLst>
        </pc:cxnChg>
        <pc:cxnChg chg="del mod">
          <ac:chgData name="Patrik Pettersson" userId="3187dd6c-039a-4ec1-98cc-e78086e5eb8e" providerId="ADAL" clId="{01F9DA00-6B78-4E64-BC25-288FEAD26F8D}" dt="2025-11-29T16:15:56.837" v="7913" actId="478"/>
          <ac:cxnSpMkLst>
            <pc:docMk/>
            <pc:sldMk cId="3195204680" sldId="300"/>
            <ac:cxnSpMk id="50" creationId="{AC9C3D3E-C653-19A2-E772-48BEC62134FE}"/>
          </ac:cxnSpMkLst>
        </pc:cxnChg>
        <pc:cxnChg chg="add mod">
          <ac:chgData name="Patrik Pettersson" userId="3187dd6c-039a-4ec1-98cc-e78086e5eb8e" providerId="ADAL" clId="{01F9DA00-6B78-4E64-BC25-288FEAD26F8D}" dt="2025-11-29T16:28:27.983" v="8202" actId="14100"/>
          <ac:cxnSpMkLst>
            <pc:docMk/>
            <pc:sldMk cId="3195204680" sldId="300"/>
            <ac:cxnSpMk id="52" creationId="{20CF9D07-C5A6-E463-8B35-C9B71D538659}"/>
          </ac:cxnSpMkLst>
        </pc:cxnChg>
        <pc:cxnChg chg="del mod">
          <ac:chgData name="Patrik Pettersson" userId="3187dd6c-039a-4ec1-98cc-e78086e5eb8e" providerId="ADAL" clId="{01F9DA00-6B78-4E64-BC25-288FEAD26F8D}" dt="2025-11-29T16:15:54.949" v="7912" actId="478"/>
          <ac:cxnSpMkLst>
            <pc:docMk/>
            <pc:sldMk cId="3195204680" sldId="300"/>
            <ac:cxnSpMk id="62" creationId="{FD518C93-C84D-FF54-3B57-E2AD77FE25A1}"/>
          </ac:cxnSpMkLst>
        </pc:cxnChg>
        <pc:cxnChg chg="del mod">
          <ac:chgData name="Patrik Pettersson" userId="3187dd6c-039a-4ec1-98cc-e78086e5eb8e" providerId="ADAL" clId="{01F9DA00-6B78-4E64-BC25-288FEAD26F8D}" dt="2025-11-29T16:15:54.949" v="7912" actId="478"/>
          <ac:cxnSpMkLst>
            <pc:docMk/>
            <pc:sldMk cId="3195204680" sldId="300"/>
            <ac:cxnSpMk id="66" creationId="{0D0A68DC-FFEA-EF2E-6DC8-FBB71B4E0360}"/>
          </ac:cxnSpMkLst>
        </pc:cxnChg>
        <pc:cxnChg chg="del mod">
          <ac:chgData name="Patrik Pettersson" userId="3187dd6c-039a-4ec1-98cc-e78086e5eb8e" providerId="ADAL" clId="{01F9DA00-6B78-4E64-BC25-288FEAD26F8D}" dt="2025-11-29T16:15:54.949" v="7912" actId="478"/>
          <ac:cxnSpMkLst>
            <pc:docMk/>
            <pc:sldMk cId="3195204680" sldId="300"/>
            <ac:cxnSpMk id="70" creationId="{35BB98AF-4E0D-EEA6-4612-68C7168B7BA1}"/>
          </ac:cxnSpMkLst>
        </pc:cxnChg>
        <pc:cxnChg chg="del mod">
          <ac:chgData name="Patrik Pettersson" userId="3187dd6c-039a-4ec1-98cc-e78086e5eb8e" providerId="ADAL" clId="{01F9DA00-6B78-4E64-BC25-288FEAD26F8D}" dt="2025-11-29T16:16:00.419" v="7914" actId="478"/>
          <ac:cxnSpMkLst>
            <pc:docMk/>
            <pc:sldMk cId="3195204680" sldId="300"/>
            <ac:cxnSpMk id="73" creationId="{6E54BE66-DEEB-BC79-EF5E-258794AD4E10}"/>
          </ac:cxnSpMkLst>
        </pc:cxnChg>
        <pc:cxnChg chg="del mod">
          <ac:chgData name="Patrik Pettersson" userId="3187dd6c-039a-4ec1-98cc-e78086e5eb8e" providerId="ADAL" clId="{01F9DA00-6B78-4E64-BC25-288FEAD26F8D}" dt="2025-11-29T16:16:00.419" v="7914" actId="478"/>
          <ac:cxnSpMkLst>
            <pc:docMk/>
            <pc:sldMk cId="3195204680" sldId="300"/>
            <ac:cxnSpMk id="76" creationId="{C10EC1CE-B49E-C847-02ED-E9F0A5F7944A}"/>
          </ac:cxnSpMkLst>
        </pc:cxnChg>
      </pc:sldChg>
      <pc:sldChg chg="add del">
        <pc:chgData name="Patrik Pettersson" userId="3187dd6c-039a-4ec1-98cc-e78086e5eb8e" providerId="ADAL" clId="{01F9DA00-6B78-4E64-BC25-288FEAD26F8D}" dt="2025-11-29T16:09:01.947" v="7595" actId="47"/>
        <pc:sldMkLst>
          <pc:docMk/>
          <pc:sldMk cId="3748612280" sldId="300"/>
        </pc:sldMkLst>
      </pc:sldChg>
      <pc:sldChg chg="addSp modSp add mod">
        <pc:chgData name="Patrik Pettersson" userId="3187dd6c-039a-4ec1-98cc-e78086e5eb8e" providerId="ADAL" clId="{01F9DA00-6B78-4E64-BC25-288FEAD26F8D}" dt="2025-11-29T16:33:27.153" v="8233" actId="14100"/>
        <pc:sldMkLst>
          <pc:docMk/>
          <pc:sldMk cId="31031110" sldId="301"/>
        </pc:sldMkLst>
        <pc:spChg chg="mod">
          <ac:chgData name="Patrik Pettersson" userId="3187dd6c-039a-4ec1-98cc-e78086e5eb8e" providerId="ADAL" clId="{01F9DA00-6B78-4E64-BC25-288FEAD26F8D}" dt="2025-11-29T16:25:04.061" v="8167" actId="404"/>
          <ac:spMkLst>
            <pc:docMk/>
            <pc:sldMk cId="31031110" sldId="301"/>
            <ac:spMk id="2" creationId="{137B42B6-7391-30FA-5491-DAD848CB82B5}"/>
          </ac:spMkLst>
        </pc:spChg>
        <pc:spChg chg="mod">
          <ac:chgData name="Patrik Pettersson" userId="3187dd6c-039a-4ec1-98cc-e78086e5eb8e" providerId="ADAL" clId="{01F9DA00-6B78-4E64-BC25-288FEAD26F8D}" dt="2025-11-29T16:23:13.688" v="8084" actId="20577"/>
          <ac:spMkLst>
            <pc:docMk/>
            <pc:sldMk cId="31031110" sldId="301"/>
            <ac:spMk id="3" creationId="{F9E6C6B3-0C61-57EF-BFEF-A22FA9D62541}"/>
          </ac:spMkLst>
        </pc:spChg>
        <pc:spChg chg="mod">
          <ac:chgData name="Patrik Pettersson" userId="3187dd6c-039a-4ec1-98cc-e78086e5eb8e" providerId="ADAL" clId="{01F9DA00-6B78-4E64-BC25-288FEAD26F8D}" dt="2025-11-29T16:23:37.133" v="8123" actId="20577"/>
          <ac:spMkLst>
            <pc:docMk/>
            <pc:sldMk cId="31031110" sldId="301"/>
            <ac:spMk id="5" creationId="{0FAADB5D-4CB8-B444-1F1B-3B3E03E35D09}"/>
          </ac:spMkLst>
        </pc:spChg>
        <pc:spChg chg="mod">
          <ac:chgData name="Patrik Pettersson" userId="3187dd6c-039a-4ec1-98cc-e78086e5eb8e" providerId="ADAL" clId="{01F9DA00-6B78-4E64-BC25-288FEAD26F8D}" dt="2025-11-29T16:23:25.546" v="8103" actId="20577"/>
          <ac:spMkLst>
            <pc:docMk/>
            <pc:sldMk cId="31031110" sldId="301"/>
            <ac:spMk id="7" creationId="{4FCDED07-CEAF-3712-CE89-1CC8DA33D6E4}"/>
          </ac:spMkLst>
        </pc:spChg>
        <pc:spChg chg="add mod">
          <ac:chgData name="Patrik Pettersson" userId="3187dd6c-039a-4ec1-98cc-e78086e5eb8e" providerId="ADAL" clId="{01F9DA00-6B78-4E64-BC25-288FEAD26F8D}" dt="2025-11-29T16:26:03.067" v="8175" actId="1076"/>
          <ac:spMkLst>
            <pc:docMk/>
            <pc:sldMk cId="31031110" sldId="301"/>
            <ac:spMk id="11" creationId="{61D98ADD-FC48-0932-FB09-0A38D32514AA}"/>
          </ac:spMkLst>
        </pc:spChg>
        <pc:spChg chg="mod">
          <ac:chgData name="Patrik Pettersson" userId="3187dd6c-039a-4ec1-98cc-e78086e5eb8e" providerId="ADAL" clId="{01F9DA00-6B78-4E64-BC25-288FEAD26F8D}" dt="2025-11-29T16:26:12.769" v="8180" actId="1076"/>
          <ac:spMkLst>
            <pc:docMk/>
            <pc:sldMk cId="31031110" sldId="301"/>
            <ac:spMk id="24" creationId="{4D8A27B9-7323-7B79-B809-9803C93AAD36}"/>
          </ac:spMkLst>
        </pc:spChg>
        <pc:spChg chg="mod">
          <ac:chgData name="Patrik Pettersson" userId="3187dd6c-039a-4ec1-98cc-e78086e5eb8e" providerId="ADAL" clId="{01F9DA00-6B78-4E64-BC25-288FEAD26F8D}" dt="2025-11-29T16:26:10.311" v="8179" actId="1076"/>
          <ac:spMkLst>
            <pc:docMk/>
            <pc:sldMk cId="31031110" sldId="301"/>
            <ac:spMk id="26" creationId="{8650177A-7257-B24E-F7B8-F2255A039505}"/>
          </ac:spMkLst>
        </pc:spChg>
        <pc:spChg chg="mod">
          <ac:chgData name="Patrik Pettersson" userId="3187dd6c-039a-4ec1-98cc-e78086e5eb8e" providerId="ADAL" clId="{01F9DA00-6B78-4E64-BC25-288FEAD26F8D}" dt="2025-11-29T16:33:27.153" v="8233" actId="14100"/>
          <ac:spMkLst>
            <pc:docMk/>
            <pc:sldMk cId="31031110" sldId="301"/>
            <ac:spMk id="28" creationId="{89846430-0E46-3F42-A166-CAFE73B3C69F}"/>
          </ac:spMkLst>
        </pc:spChg>
        <pc:spChg chg="mod">
          <ac:chgData name="Patrik Pettersson" userId="3187dd6c-039a-4ec1-98cc-e78086e5eb8e" providerId="ADAL" clId="{01F9DA00-6B78-4E64-BC25-288FEAD26F8D}" dt="2025-11-29T16:33:16.424" v="8232" actId="14100"/>
          <ac:spMkLst>
            <pc:docMk/>
            <pc:sldMk cId="31031110" sldId="301"/>
            <ac:spMk id="31" creationId="{9DC99944-3516-DA98-B6B0-B1DD932FBB71}"/>
          </ac:spMkLst>
        </pc:spChg>
        <pc:cxnChg chg="mod">
          <ac:chgData name="Patrik Pettersson" userId="3187dd6c-039a-4ec1-98cc-e78086e5eb8e" providerId="ADAL" clId="{01F9DA00-6B78-4E64-BC25-288FEAD26F8D}" dt="2025-11-29T16:33:27.153" v="8233" actId="14100"/>
          <ac:cxnSpMkLst>
            <pc:docMk/>
            <pc:sldMk cId="31031110" sldId="301"/>
            <ac:cxnSpMk id="12" creationId="{A6F90896-C698-7ED8-7477-633B380BAB7B}"/>
          </ac:cxnSpMkLst>
        </pc:cxnChg>
        <pc:cxnChg chg="mod">
          <ac:chgData name="Patrik Pettersson" userId="3187dd6c-039a-4ec1-98cc-e78086e5eb8e" providerId="ADAL" clId="{01F9DA00-6B78-4E64-BC25-288FEAD26F8D}" dt="2025-11-29T16:26:12.769" v="8180" actId="1076"/>
          <ac:cxnSpMkLst>
            <pc:docMk/>
            <pc:sldMk cId="31031110" sldId="301"/>
            <ac:cxnSpMk id="27" creationId="{DA58EE61-C5C1-F8E2-CF1F-6A3BB7EBF477}"/>
          </ac:cxnSpMkLst>
        </pc:cxnChg>
        <pc:cxnChg chg="add mod">
          <ac:chgData name="Patrik Pettersson" userId="3187dd6c-039a-4ec1-98cc-e78086e5eb8e" providerId="ADAL" clId="{01F9DA00-6B78-4E64-BC25-288FEAD26F8D}" dt="2025-11-29T16:26:30.655" v="8186" actId="14100"/>
          <ac:cxnSpMkLst>
            <pc:docMk/>
            <pc:sldMk cId="31031110" sldId="301"/>
            <ac:cxnSpMk id="37" creationId="{BF439ABF-3FA8-527C-9DE4-1CFE869F36BF}"/>
          </ac:cxnSpMkLst>
        </pc:cxnChg>
        <pc:cxnChg chg="mod">
          <ac:chgData name="Patrik Pettersson" userId="3187dd6c-039a-4ec1-98cc-e78086e5eb8e" providerId="ADAL" clId="{01F9DA00-6B78-4E64-BC25-288FEAD26F8D}" dt="2025-11-29T16:33:27.153" v="8233" actId="14100"/>
          <ac:cxnSpMkLst>
            <pc:docMk/>
            <pc:sldMk cId="31031110" sldId="301"/>
            <ac:cxnSpMk id="43" creationId="{4BAD3C43-0889-734E-DF31-1144F14D5EB9}"/>
          </ac:cxnSpMkLst>
        </pc:cxnChg>
        <pc:cxnChg chg="mod">
          <ac:chgData name="Patrik Pettersson" userId="3187dd6c-039a-4ec1-98cc-e78086e5eb8e" providerId="ADAL" clId="{01F9DA00-6B78-4E64-BC25-288FEAD26F8D}" dt="2025-11-29T16:33:16.424" v="8232" actId="14100"/>
          <ac:cxnSpMkLst>
            <pc:docMk/>
            <pc:sldMk cId="31031110" sldId="301"/>
            <ac:cxnSpMk id="44" creationId="{C7663488-F97C-E5F7-A1DE-C0D4FA6A1E84}"/>
          </ac:cxnSpMkLst>
        </pc:cxnChg>
      </pc:sldChg>
      <pc:sldChg chg="add del">
        <pc:chgData name="Patrik Pettersson" userId="3187dd6c-039a-4ec1-98cc-e78086e5eb8e" providerId="ADAL" clId="{01F9DA00-6B78-4E64-BC25-288FEAD26F8D}" dt="2025-11-29T16:09:08.407" v="7596" actId="47"/>
        <pc:sldMkLst>
          <pc:docMk/>
          <pc:sldMk cId="2521274534" sldId="301"/>
        </pc:sldMkLst>
      </pc:sldChg>
      <pc:sldChg chg="addSp delSp modSp add mod ord">
        <pc:chgData name="Patrik Pettersson" userId="3187dd6c-039a-4ec1-98cc-e78086e5eb8e" providerId="ADAL" clId="{01F9DA00-6B78-4E64-BC25-288FEAD26F8D}" dt="2025-11-29T16:53:35.733" v="9376" actId="20577"/>
        <pc:sldMkLst>
          <pc:docMk/>
          <pc:sldMk cId="1457829624" sldId="302"/>
        </pc:sldMkLst>
        <pc:spChg chg="mod">
          <ac:chgData name="Patrik Pettersson" userId="3187dd6c-039a-4ec1-98cc-e78086e5eb8e" providerId="ADAL" clId="{01F9DA00-6B78-4E64-BC25-288FEAD26F8D}" dt="2025-11-29T16:29:02.303" v="8210" actId="20577"/>
          <ac:spMkLst>
            <pc:docMk/>
            <pc:sldMk cId="1457829624" sldId="302"/>
            <ac:spMk id="2" creationId="{4899F04B-E6F4-79A5-11B3-F73FFA1BEA76}"/>
          </ac:spMkLst>
        </pc:spChg>
        <pc:spChg chg="mod">
          <ac:chgData name="Patrik Pettersson" userId="3187dd6c-039a-4ec1-98cc-e78086e5eb8e" providerId="ADAL" clId="{01F9DA00-6B78-4E64-BC25-288FEAD26F8D}" dt="2025-11-29T16:42:48.287" v="8817" actId="1076"/>
          <ac:spMkLst>
            <pc:docMk/>
            <pc:sldMk cId="1457829624" sldId="302"/>
            <ac:spMk id="3" creationId="{FE7F00C5-97C7-D136-50DF-9C8A0C47260D}"/>
          </ac:spMkLst>
        </pc:spChg>
        <pc:spChg chg="mod">
          <ac:chgData name="Patrik Pettersson" userId="3187dd6c-039a-4ec1-98cc-e78086e5eb8e" providerId="ADAL" clId="{01F9DA00-6B78-4E64-BC25-288FEAD26F8D}" dt="2025-11-29T16:42:20.551" v="8815" actId="14100"/>
          <ac:spMkLst>
            <pc:docMk/>
            <pc:sldMk cId="1457829624" sldId="302"/>
            <ac:spMk id="4" creationId="{BDE01CB3-F2E0-D226-ED74-5A38C6BF20E6}"/>
          </ac:spMkLst>
        </pc:spChg>
        <pc:spChg chg="mod">
          <ac:chgData name="Patrik Pettersson" userId="3187dd6c-039a-4ec1-98cc-e78086e5eb8e" providerId="ADAL" clId="{01F9DA00-6B78-4E64-BC25-288FEAD26F8D}" dt="2025-11-29T16:43:34.623" v="8857" actId="14100"/>
          <ac:spMkLst>
            <pc:docMk/>
            <pc:sldMk cId="1457829624" sldId="302"/>
            <ac:spMk id="5" creationId="{6F4DD840-8A37-442A-9681-575FD6E21394}"/>
          </ac:spMkLst>
        </pc:spChg>
        <pc:spChg chg="mod">
          <ac:chgData name="Patrik Pettersson" userId="3187dd6c-039a-4ec1-98cc-e78086e5eb8e" providerId="ADAL" clId="{01F9DA00-6B78-4E64-BC25-288FEAD26F8D}" dt="2025-11-29T16:42:49.945" v="8818" actId="1076"/>
          <ac:spMkLst>
            <pc:docMk/>
            <pc:sldMk cId="1457829624" sldId="302"/>
            <ac:spMk id="6" creationId="{DCE0CF58-501D-C873-4ED1-04C9FD9474AC}"/>
          </ac:spMkLst>
        </pc:spChg>
        <pc:spChg chg="del mod">
          <ac:chgData name="Patrik Pettersson" userId="3187dd6c-039a-4ec1-98cc-e78086e5eb8e" providerId="ADAL" clId="{01F9DA00-6B78-4E64-BC25-288FEAD26F8D}" dt="2025-11-29T16:34:52.163" v="8296" actId="478"/>
          <ac:spMkLst>
            <pc:docMk/>
            <pc:sldMk cId="1457829624" sldId="302"/>
            <ac:spMk id="7" creationId="{C87CC59D-D506-5E76-C612-2291028B6F8F}"/>
          </ac:spMkLst>
        </pc:spChg>
        <pc:spChg chg="del">
          <ac:chgData name="Patrik Pettersson" userId="3187dd6c-039a-4ec1-98cc-e78086e5eb8e" providerId="ADAL" clId="{01F9DA00-6B78-4E64-BC25-288FEAD26F8D}" dt="2025-11-29T16:41:09.068" v="8799" actId="478"/>
          <ac:spMkLst>
            <pc:docMk/>
            <pc:sldMk cId="1457829624" sldId="302"/>
            <ac:spMk id="24" creationId="{89E0F334-F812-746B-826D-602A8C7C9BFC}"/>
          </ac:spMkLst>
        </pc:spChg>
        <pc:spChg chg="mod">
          <ac:chgData name="Patrik Pettersson" userId="3187dd6c-039a-4ec1-98cc-e78086e5eb8e" providerId="ADAL" clId="{01F9DA00-6B78-4E64-BC25-288FEAD26F8D}" dt="2025-11-29T16:44:22.174" v="8951" actId="20577"/>
          <ac:spMkLst>
            <pc:docMk/>
            <pc:sldMk cId="1457829624" sldId="302"/>
            <ac:spMk id="26" creationId="{CB56364A-3D5B-3AEC-EF7A-7713DA7B8345}"/>
          </ac:spMkLst>
        </pc:spChg>
        <pc:spChg chg="mod">
          <ac:chgData name="Patrik Pettersson" userId="3187dd6c-039a-4ec1-98cc-e78086e5eb8e" providerId="ADAL" clId="{01F9DA00-6B78-4E64-BC25-288FEAD26F8D}" dt="2025-11-29T16:41:47.996" v="8806" actId="1076"/>
          <ac:spMkLst>
            <pc:docMk/>
            <pc:sldMk cId="1457829624" sldId="302"/>
            <ac:spMk id="28" creationId="{CCE1FB16-AB43-CDE1-DE06-815D4E031A17}"/>
          </ac:spMkLst>
        </pc:spChg>
        <pc:spChg chg="mod">
          <ac:chgData name="Patrik Pettersson" userId="3187dd6c-039a-4ec1-98cc-e78086e5eb8e" providerId="ADAL" clId="{01F9DA00-6B78-4E64-BC25-288FEAD26F8D}" dt="2025-11-29T16:53:35.733" v="9376" actId="20577"/>
          <ac:spMkLst>
            <pc:docMk/>
            <pc:sldMk cId="1457829624" sldId="302"/>
            <ac:spMk id="31" creationId="{551BB923-5685-0D15-326D-6EECD2579ADF}"/>
          </ac:spMkLst>
        </pc:spChg>
        <pc:spChg chg="mod">
          <ac:chgData name="Patrik Pettersson" userId="3187dd6c-039a-4ec1-98cc-e78086e5eb8e" providerId="ADAL" clId="{01F9DA00-6B78-4E64-BC25-288FEAD26F8D}" dt="2025-11-29T16:41:57.631" v="8809" actId="1076"/>
          <ac:spMkLst>
            <pc:docMk/>
            <pc:sldMk cId="1457829624" sldId="302"/>
            <ac:spMk id="42" creationId="{F5C7338D-1B17-42E0-A1C5-2C08BC1B8C38}"/>
          </ac:spMkLst>
        </pc:spChg>
        <pc:spChg chg="add del mod">
          <ac:chgData name="Patrik Pettersson" userId="3187dd6c-039a-4ec1-98cc-e78086e5eb8e" providerId="ADAL" clId="{01F9DA00-6B78-4E64-BC25-288FEAD26F8D}" dt="2025-11-29T16:43:12.199" v="8822" actId="478"/>
          <ac:spMkLst>
            <pc:docMk/>
            <pc:sldMk cId="1457829624" sldId="302"/>
            <ac:spMk id="65" creationId="{C379CB9D-34A8-EA6C-F1EE-291FD4E269A2}"/>
          </ac:spMkLst>
        </pc:spChg>
        <pc:cxnChg chg="mod">
          <ac:chgData name="Patrik Pettersson" userId="3187dd6c-039a-4ec1-98cc-e78086e5eb8e" providerId="ADAL" clId="{01F9DA00-6B78-4E64-BC25-288FEAD26F8D}" dt="2025-11-29T16:42:20.551" v="8815" actId="14100"/>
          <ac:cxnSpMkLst>
            <pc:docMk/>
            <pc:sldMk cId="1457829624" sldId="302"/>
            <ac:cxnSpMk id="12" creationId="{F97734D0-C7E0-FBE0-C4A2-751543D905A3}"/>
          </ac:cxnSpMkLst>
        </pc:cxnChg>
        <pc:cxnChg chg="mod">
          <ac:chgData name="Patrik Pettersson" userId="3187dd6c-039a-4ec1-98cc-e78086e5eb8e" providerId="ADAL" clId="{01F9DA00-6B78-4E64-BC25-288FEAD26F8D}" dt="2025-11-29T16:43:34.623" v="8857" actId="14100"/>
          <ac:cxnSpMkLst>
            <pc:docMk/>
            <pc:sldMk cId="1457829624" sldId="302"/>
            <ac:cxnSpMk id="15" creationId="{2E9574C3-8F66-DA5A-C337-A0950135AA32}"/>
          </ac:cxnSpMkLst>
        </pc:cxnChg>
        <pc:cxnChg chg="mod">
          <ac:chgData name="Patrik Pettersson" userId="3187dd6c-039a-4ec1-98cc-e78086e5eb8e" providerId="ADAL" clId="{01F9DA00-6B78-4E64-BC25-288FEAD26F8D}" dt="2025-11-29T16:43:34.623" v="8857" actId="14100"/>
          <ac:cxnSpMkLst>
            <pc:docMk/>
            <pc:sldMk cId="1457829624" sldId="302"/>
            <ac:cxnSpMk id="18" creationId="{57150BCC-2448-C142-CA2B-C776818BDD48}"/>
          </ac:cxnSpMkLst>
        </pc:cxnChg>
        <pc:cxnChg chg="mod">
          <ac:chgData name="Patrik Pettersson" userId="3187dd6c-039a-4ec1-98cc-e78086e5eb8e" providerId="ADAL" clId="{01F9DA00-6B78-4E64-BC25-288FEAD26F8D}" dt="2025-11-29T16:42:49.945" v="8818" actId="1076"/>
          <ac:cxnSpMkLst>
            <pc:docMk/>
            <pc:sldMk cId="1457829624" sldId="302"/>
            <ac:cxnSpMk id="22" creationId="{F0F71293-B4A1-1E27-0268-6000127549E9}"/>
          </ac:cxnSpMkLst>
        </pc:cxnChg>
        <pc:cxnChg chg="del mod">
          <ac:chgData name="Patrik Pettersson" userId="3187dd6c-039a-4ec1-98cc-e78086e5eb8e" providerId="ADAL" clId="{01F9DA00-6B78-4E64-BC25-288FEAD26F8D}" dt="2025-11-29T16:44:28.167" v="8952" actId="478"/>
          <ac:cxnSpMkLst>
            <pc:docMk/>
            <pc:sldMk cId="1457829624" sldId="302"/>
            <ac:cxnSpMk id="27" creationId="{1E32FDA7-3E11-17FE-0321-E4F28DFB64C5}"/>
          </ac:cxnSpMkLst>
        </pc:cxnChg>
        <pc:cxnChg chg="mod">
          <ac:chgData name="Patrik Pettersson" userId="3187dd6c-039a-4ec1-98cc-e78086e5eb8e" providerId="ADAL" clId="{01F9DA00-6B78-4E64-BC25-288FEAD26F8D}" dt="2025-11-29T16:41:47.996" v="8806" actId="1076"/>
          <ac:cxnSpMkLst>
            <pc:docMk/>
            <pc:sldMk cId="1457829624" sldId="302"/>
            <ac:cxnSpMk id="43" creationId="{4656BEE5-1622-23D4-B556-E3A8AB16ACA7}"/>
          </ac:cxnSpMkLst>
        </pc:cxnChg>
        <pc:cxnChg chg="mod">
          <ac:chgData name="Patrik Pettersson" userId="3187dd6c-039a-4ec1-98cc-e78086e5eb8e" providerId="ADAL" clId="{01F9DA00-6B78-4E64-BC25-288FEAD26F8D}" dt="2025-11-29T16:45:13.251" v="8982" actId="14100"/>
          <ac:cxnSpMkLst>
            <pc:docMk/>
            <pc:sldMk cId="1457829624" sldId="302"/>
            <ac:cxnSpMk id="44" creationId="{D0539E07-F02B-7146-0751-2F67B3CFEF2C}"/>
          </ac:cxnSpMkLst>
        </pc:cxnChg>
        <pc:cxnChg chg="mod">
          <ac:chgData name="Patrik Pettersson" userId="3187dd6c-039a-4ec1-98cc-e78086e5eb8e" providerId="ADAL" clId="{01F9DA00-6B78-4E64-BC25-288FEAD26F8D}" dt="2025-11-29T16:42:20.551" v="8815" actId="14100"/>
          <ac:cxnSpMkLst>
            <pc:docMk/>
            <pc:sldMk cId="1457829624" sldId="302"/>
            <ac:cxnSpMk id="52" creationId="{7A0AD5A6-B833-4273-1EC9-57033C2CD9C2}"/>
          </ac:cxnSpMkLst>
        </pc:cxnChg>
      </pc:sldChg>
      <pc:sldChg chg="modSp add mod">
        <pc:chgData name="Patrik Pettersson" userId="3187dd6c-039a-4ec1-98cc-e78086e5eb8e" providerId="ADAL" clId="{01F9DA00-6B78-4E64-BC25-288FEAD26F8D}" dt="2025-11-29T16:53:31.800" v="9375" actId="20577"/>
        <pc:sldMkLst>
          <pc:docMk/>
          <pc:sldMk cId="2293098841" sldId="303"/>
        </pc:sldMkLst>
        <pc:spChg chg="mod">
          <ac:chgData name="Patrik Pettersson" userId="3187dd6c-039a-4ec1-98cc-e78086e5eb8e" providerId="ADAL" clId="{01F9DA00-6B78-4E64-BC25-288FEAD26F8D}" dt="2025-11-29T16:45:29.296" v="8998" actId="20577"/>
          <ac:spMkLst>
            <pc:docMk/>
            <pc:sldMk cId="2293098841" sldId="303"/>
            <ac:spMk id="2" creationId="{16E01C72-E32D-34BE-C4FF-AEA7514248FC}"/>
          </ac:spMkLst>
        </pc:spChg>
        <pc:spChg chg="mod">
          <ac:chgData name="Patrik Pettersson" userId="3187dd6c-039a-4ec1-98cc-e78086e5eb8e" providerId="ADAL" clId="{01F9DA00-6B78-4E64-BC25-288FEAD26F8D}" dt="2025-11-29T16:49:06.372" v="9019" actId="20577"/>
          <ac:spMkLst>
            <pc:docMk/>
            <pc:sldMk cId="2293098841" sldId="303"/>
            <ac:spMk id="3" creationId="{5E51E3D3-2356-B59B-E1FD-B08B9FAD34AF}"/>
          </ac:spMkLst>
        </pc:spChg>
        <pc:spChg chg="mod">
          <ac:chgData name="Patrik Pettersson" userId="3187dd6c-039a-4ec1-98cc-e78086e5eb8e" providerId="ADAL" clId="{01F9DA00-6B78-4E64-BC25-288FEAD26F8D}" dt="2025-11-29T16:51:24.682" v="9198" actId="14100"/>
          <ac:spMkLst>
            <pc:docMk/>
            <pc:sldMk cId="2293098841" sldId="303"/>
            <ac:spMk id="4" creationId="{3A5CB956-B1A1-1655-0B8B-7B9439C81E4F}"/>
          </ac:spMkLst>
        </pc:spChg>
        <pc:spChg chg="mod">
          <ac:chgData name="Patrik Pettersson" userId="3187dd6c-039a-4ec1-98cc-e78086e5eb8e" providerId="ADAL" clId="{01F9DA00-6B78-4E64-BC25-288FEAD26F8D}" dt="2025-11-29T16:50:09.463" v="9049" actId="6549"/>
          <ac:spMkLst>
            <pc:docMk/>
            <pc:sldMk cId="2293098841" sldId="303"/>
            <ac:spMk id="5" creationId="{391584E5-22C5-586C-8BB1-C19C5AB45768}"/>
          </ac:spMkLst>
        </pc:spChg>
        <pc:spChg chg="mod">
          <ac:chgData name="Patrik Pettersson" userId="3187dd6c-039a-4ec1-98cc-e78086e5eb8e" providerId="ADAL" clId="{01F9DA00-6B78-4E64-BC25-288FEAD26F8D}" dt="2025-11-29T16:53:05.938" v="9373" actId="20577"/>
          <ac:spMkLst>
            <pc:docMk/>
            <pc:sldMk cId="2293098841" sldId="303"/>
            <ac:spMk id="26" creationId="{B1CB8DB3-3DF7-C3B7-1463-16A7E931D8A1}"/>
          </ac:spMkLst>
        </pc:spChg>
        <pc:spChg chg="mod">
          <ac:chgData name="Patrik Pettersson" userId="3187dd6c-039a-4ec1-98cc-e78086e5eb8e" providerId="ADAL" clId="{01F9DA00-6B78-4E64-BC25-288FEAD26F8D}" dt="2025-11-29T16:52:25.553" v="9316" actId="20577"/>
          <ac:spMkLst>
            <pc:docMk/>
            <pc:sldMk cId="2293098841" sldId="303"/>
            <ac:spMk id="28" creationId="{7B473D72-9DBD-2C8A-301A-8E6CA5698E71}"/>
          </ac:spMkLst>
        </pc:spChg>
        <pc:spChg chg="mod">
          <ac:chgData name="Patrik Pettersson" userId="3187dd6c-039a-4ec1-98cc-e78086e5eb8e" providerId="ADAL" clId="{01F9DA00-6B78-4E64-BC25-288FEAD26F8D}" dt="2025-11-29T16:53:31.800" v="9375" actId="20577"/>
          <ac:spMkLst>
            <pc:docMk/>
            <pc:sldMk cId="2293098841" sldId="303"/>
            <ac:spMk id="31" creationId="{BA79E0DE-829E-7004-745E-3E04858BC34B}"/>
          </ac:spMkLst>
        </pc:spChg>
        <pc:spChg chg="mod">
          <ac:chgData name="Patrik Pettersson" userId="3187dd6c-039a-4ec1-98cc-e78086e5eb8e" providerId="ADAL" clId="{01F9DA00-6B78-4E64-BC25-288FEAD26F8D}" dt="2025-11-29T16:51:02.702" v="9151" actId="1076"/>
          <ac:spMkLst>
            <pc:docMk/>
            <pc:sldMk cId="2293098841" sldId="303"/>
            <ac:spMk id="42" creationId="{A104AD4A-EA40-5CE1-E52B-E388AE46FA06}"/>
          </ac:spMkLst>
        </pc:spChg>
        <pc:cxnChg chg="mod">
          <ac:chgData name="Patrik Pettersson" userId="3187dd6c-039a-4ec1-98cc-e78086e5eb8e" providerId="ADAL" clId="{01F9DA00-6B78-4E64-BC25-288FEAD26F8D}" dt="2025-11-29T16:51:24.682" v="9198" actId="14100"/>
          <ac:cxnSpMkLst>
            <pc:docMk/>
            <pc:sldMk cId="2293098841" sldId="303"/>
            <ac:cxnSpMk id="12" creationId="{6FDC7340-8C0F-3BA0-01F5-95E0C77C348A}"/>
          </ac:cxnSpMkLst>
        </pc:cxnChg>
        <pc:cxnChg chg="mod">
          <ac:chgData name="Patrik Pettersson" userId="3187dd6c-039a-4ec1-98cc-e78086e5eb8e" providerId="ADAL" clId="{01F9DA00-6B78-4E64-BC25-288FEAD26F8D}" dt="2025-11-29T16:51:02.702" v="9151" actId="1076"/>
          <ac:cxnSpMkLst>
            <pc:docMk/>
            <pc:sldMk cId="2293098841" sldId="303"/>
            <ac:cxnSpMk id="15" creationId="{1828264E-F4CE-1145-2E5B-6EC4BEDE2F5B}"/>
          </ac:cxnSpMkLst>
        </pc:cxnChg>
        <pc:cxnChg chg="mod">
          <ac:chgData name="Patrik Pettersson" userId="3187dd6c-039a-4ec1-98cc-e78086e5eb8e" providerId="ADAL" clId="{01F9DA00-6B78-4E64-BC25-288FEAD26F8D}" dt="2025-11-29T16:50:06.282" v="9046" actId="14100"/>
          <ac:cxnSpMkLst>
            <pc:docMk/>
            <pc:sldMk cId="2293098841" sldId="303"/>
            <ac:cxnSpMk id="18" creationId="{CEE05807-873D-4474-441C-E5F38E6F50EB}"/>
          </ac:cxnSpMkLst>
        </pc:cxnChg>
        <pc:cxnChg chg="mod">
          <ac:chgData name="Patrik Pettersson" userId="3187dd6c-039a-4ec1-98cc-e78086e5eb8e" providerId="ADAL" clId="{01F9DA00-6B78-4E64-BC25-288FEAD26F8D}" dt="2025-11-29T16:51:24.682" v="9198" actId="14100"/>
          <ac:cxnSpMkLst>
            <pc:docMk/>
            <pc:sldMk cId="2293098841" sldId="303"/>
            <ac:cxnSpMk id="52" creationId="{69E51419-17C0-5FED-53B6-0A9F1D1EFE34}"/>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6C67DE-CFD7-4293-887A-6877041E4FFC}" type="datetimeFigureOut">
              <a:rPr lang="en-US" smtClean="0"/>
              <a:t>11/29/2025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C915D7-D441-48F4-B5A0-A5F6416EAA2F}" type="slidenum">
              <a:rPr lang="en-US" smtClean="0"/>
              <a:t>‹#›</a:t>
            </a:fld>
            <a:endParaRPr lang="en-US"/>
          </a:p>
        </p:txBody>
      </p:sp>
    </p:spTree>
    <p:extLst>
      <p:ext uri="{BB962C8B-B14F-4D97-AF65-F5344CB8AC3E}">
        <p14:creationId xmlns:p14="http://schemas.microsoft.com/office/powerpoint/2010/main" val="772822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52D93-FF97-2822-EDAC-E7C999A89D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0F54A9-A137-BCB3-734D-350D04207E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15138A-165A-CC10-A13E-ADD66FC945A2}"/>
              </a:ext>
            </a:extLst>
          </p:cNvPr>
          <p:cNvSpPr>
            <a:spLocks noGrp="1"/>
          </p:cNvSpPr>
          <p:nvPr>
            <p:ph type="dt" sz="half" idx="10"/>
          </p:nvPr>
        </p:nvSpPr>
        <p:spPr/>
        <p:txBody>
          <a:bodyPr/>
          <a:lstStyle/>
          <a:p>
            <a:fld id="{ED9B7CB9-CB20-4E51-B0CA-42467449EB46}" type="datetime1">
              <a:rPr lang="en-US" smtClean="0"/>
              <a:t>11/29/2025</a:t>
            </a:fld>
            <a:endParaRPr lang="en-US"/>
          </a:p>
        </p:txBody>
      </p:sp>
      <p:sp>
        <p:nvSpPr>
          <p:cNvPr id="5" name="Footer Placeholder 4">
            <a:extLst>
              <a:ext uri="{FF2B5EF4-FFF2-40B4-BE49-F238E27FC236}">
                <a16:creationId xmlns:a16="http://schemas.microsoft.com/office/drawing/2014/main" id="{92945C51-9588-AB1B-F55A-08E893D42B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122C0A-D4B0-86A0-6B1F-3F916DB1C2B0}"/>
              </a:ext>
            </a:extLst>
          </p:cNvPr>
          <p:cNvSpPr>
            <a:spLocks noGrp="1"/>
          </p:cNvSpPr>
          <p:nvPr>
            <p:ph type="sldNum" sz="quarter" idx="12"/>
          </p:nvPr>
        </p:nvSpPr>
        <p:spPr/>
        <p:txBody>
          <a:bodyPr/>
          <a:lstStyle/>
          <a:p>
            <a:fld id="{BC45C7BB-1724-4FC6-81FD-F79A3AB07237}" type="slidenum">
              <a:rPr lang="en-US" smtClean="0"/>
              <a:t>‹#›</a:t>
            </a:fld>
            <a:endParaRPr lang="en-US"/>
          </a:p>
        </p:txBody>
      </p:sp>
    </p:spTree>
    <p:extLst>
      <p:ext uri="{BB962C8B-B14F-4D97-AF65-F5344CB8AC3E}">
        <p14:creationId xmlns:p14="http://schemas.microsoft.com/office/powerpoint/2010/main" val="6337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FCF4B-3F32-CD6A-14EC-BD84FD585D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00F3C6-F3C1-D089-D375-1A7D7BD036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E4FE0D-8B58-07E9-A9D9-97AA7F01923B}"/>
              </a:ext>
            </a:extLst>
          </p:cNvPr>
          <p:cNvSpPr>
            <a:spLocks noGrp="1"/>
          </p:cNvSpPr>
          <p:nvPr>
            <p:ph type="dt" sz="half" idx="10"/>
          </p:nvPr>
        </p:nvSpPr>
        <p:spPr/>
        <p:txBody>
          <a:bodyPr/>
          <a:lstStyle/>
          <a:p>
            <a:fld id="{6C9E7DF4-3877-4BFE-B5C4-861B9A235AD6}" type="datetime1">
              <a:rPr lang="en-US" smtClean="0"/>
              <a:t>11/29/2025</a:t>
            </a:fld>
            <a:endParaRPr lang="en-US"/>
          </a:p>
        </p:txBody>
      </p:sp>
      <p:sp>
        <p:nvSpPr>
          <p:cNvPr id="5" name="Footer Placeholder 4">
            <a:extLst>
              <a:ext uri="{FF2B5EF4-FFF2-40B4-BE49-F238E27FC236}">
                <a16:creationId xmlns:a16="http://schemas.microsoft.com/office/drawing/2014/main" id="{4BA90ECA-E807-1C8C-AC7A-EAC23ACF3C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19BFB4-975A-F5EF-67CC-C7F5A14D00BD}"/>
              </a:ext>
            </a:extLst>
          </p:cNvPr>
          <p:cNvSpPr>
            <a:spLocks noGrp="1"/>
          </p:cNvSpPr>
          <p:nvPr>
            <p:ph type="sldNum" sz="quarter" idx="12"/>
          </p:nvPr>
        </p:nvSpPr>
        <p:spPr>
          <a:xfrm>
            <a:off x="9319591" y="6356350"/>
            <a:ext cx="2743200" cy="365125"/>
          </a:xfrm>
        </p:spPr>
        <p:txBody>
          <a:bodyPr/>
          <a:lstStyle>
            <a:lvl1pPr>
              <a:defRPr sz="3600"/>
            </a:lvl1pPr>
          </a:lstStyle>
          <a:p>
            <a:fld id="{BC45C7BB-1724-4FC6-81FD-F79A3AB07237}" type="slidenum">
              <a:rPr lang="en-US" smtClean="0"/>
              <a:pPr/>
              <a:t>‹#›</a:t>
            </a:fld>
            <a:endParaRPr lang="en-US"/>
          </a:p>
        </p:txBody>
      </p:sp>
    </p:spTree>
    <p:extLst>
      <p:ext uri="{BB962C8B-B14F-4D97-AF65-F5344CB8AC3E}">
        <p14:creationId xmlns:p14="http://schemas.microsoft.com/office/powerpoint/2010/main" val="215243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AE931-0EC8-9127-6B0A-11957CD299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62641A0-2236-5C3E-3655-5E2562B4DF1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3E24EB-C6CA-96D4-868D-0D943EBD83E1}"/>
              </a:ext>
            </a:extLst>
          </p:cNvPr>
          <p:cNvSpPr>
            <a:spLocks noGrp="1"/>
          </p:cNvSpPr>
          <p:nvPr>
            <p:ph type="dt" sz="half" idx="10"/>
          </p:nvPr>
        </p:nvSpPr>
        <p:spPr/>
        <p:txBody>
          <a:bodyPr/>
          <a:lstStyle/>
          <a:p>
            <a:fld id="{FE5AE3B2-C9E6-4BBD-A24E-B1D23E88ACAD}" type="datetime1">
              <a:rPr lang="en-US" smtClean="0"/>
              <a:t>11/29/2025</a:t>
            </a:fld>
            <a:endParaRPr lang="en-US"/>
          </a:p>
        </p:txBody>
      </p:sp>
      <p:sp>
        <p:nvSpPr>
          <p:cNvPr id="5" name="Footer Placeholder 4">
            <a:extLst>
              <a:ext uri="{FF2B5EF4-FFF2-40B4-BE49-F238E27FC236}">
                <a16:creationId xmlns:a16="http://schemas.microsoft.com/office/drawing/2014/main" id="{D0E416D7-001F-88FF-AD03-4A528014DD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A3C13C-8FC7-A627-7A23-443A89179CEE}"/>
              </a:ext>
            </a:extLst>
          </p:cNvPr>
          <p:cNvSpPr>
            <a:spLocks noGrp="1"/>
          </p:cNvSpPr>
          <p:nvPr>
            <p:ph type="sldNum" sz="quarter" idx="12"/>
          </p:nvPr>
        </p:nvSpPr>
        <p:spPr/>
        <p:txBody>
          <a:bodyPr/>
          <a:lstStyle/>
          <a:p>
            <a:fld id="{BC45C7BB-1724-4FC6-81FD-F79A3AB07237}" type="slidenum">
              <a:rPr lang="en-US" smtClean="0"/>
              <a:t>‹#›</a:t>
            </a:fld>
            <a:endParaRPr lang="en-US"/>
          </a:p>
        </p:txBody>
      </p:sp>
    </p:spTree>
    <p:extLst>
      <p:ext uri="{BB962C8B-B14F-4D97-AF65-F5344CB8AC3E}">
        <p14:creationId xmlns:p14="http://schemas.microsoft.com/office/powerpoint/2010/main" val="3356686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247F2-E3D5-A75D-77F7-7AE799E099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64199E-BD36-872E-99F1-B7A38244BE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F3A2E8-3ACD-0887-8D09-D847397345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97B0FB-F05F-35E2-BDD7-F691C8F67C94}"/>
              </a:ext>
            </a:extLst>
          </p:cNvPr>
          <p:cNvSpPr>
            <a:spLocks noGrp="1"/>
          </p:cNvSpPr>
          <p:nvPr>
            <p:ph type="dt" sz="half" idx="10"/>
          </p:nvPr>
        </p:nvSpPr>
        <p:spPr/>
        <p:txBody>
          <a:bodyPr/>
          <a:lstStyle/>
          <a:p>
            <a:fld id="{5980A91E-44C5-48EF-AB9E-C9EE62A71141}" type="datetime1">
              <a:rPr lang="en-US" smtClean="0"/>
              <a:t>11/29/2025</a:t>
            </a:fld>
            <a:endParaRPr lang="en-US"/>
          </a:p>
        </p:txBody>
      </p:sp>
      <p:sp>
        <p:nvSpPr>
          <p:cNvPr id="6" name="Footer Placeholder 5">
            <a:extLst>
              <a:ext uri="{FF2B5EF4-FFF2-40B4-BE49-F238E27FC236}">
                <a16:creationId xmlns:a16="http://schemas.microsoft.com/office/drawing/2014/main" id="{6A1E61A2-1E91-7F92-5265-FC26373E80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8D51A2-BF36-0EA3-1049-2A4DCCCDF5D4}"/>
              </a:ext>
            </a:extLst>
          </p:cNvPr>
          <p:cNvSpPr>
            <a:spLocks noGrp="1"/>
          </p:cNvSpPr>
          <p:nvPr>
            <p:ph type="sldNum" sz="quarter" idx="12"/>
          </p:nvPr>
        </p:nvSpPr>
        <p:spPr/>
        <p:txBody>
          <a:bodyPr/>
          <a:lstStyle/>
          <a:p>
            <a:fld id="{BC45C7BB-1724-4FC6-81FD-F79A3AB07237}" type="slidenum">
              <a:rPr lang="en-US" smtClean="0"/>
              <a:t>‹#›</a:t>
            </a:fld>
            <a:endParaRPr lang="en-US"/>
          </a:p>
        </p:txBody>
      </p:sp>
    </p:spTree>
    <p:extLst>
      <p:ext uri="{BB962C8B-B14F-4D97-AF65-F5344CB8AC3E}">
        <p14:creationId xmlns:p14="http://schemas.microsoft.com/office/powerpoint/2010/main" val="2107079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D82D8-9197-D048-528A-41F8ECF88AD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B6A8BC-2114-7AB6-3D13-8F1CC9F734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DFF93F-B1D1-7D90-6C60-4D4A0DA57B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881B86-6993-1158-ED46-4C8F5F3912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ADEA1E-30F3-7ED1-3FDB-513494DC70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4F99B2-29B0-808E-1CDF-A183A8281394}"/>
              </a:ext>
            </a:extLst>
          </p:cNvPr>
          <p:cNvSpPr>
            <a:spLocks noGrp="1"/>
          </p:cNvSpPr>
          <p:nvPr>
            <p:ph type="dt" sz="half" idx="10"/>
          </p:nvPr>
        </p:nvSpPr>
        <p:spPr/>
        <p:txBody>
          <a:bodyPr/>
          <a:lstStyle/>
          <a:p>
            <a:fld id="{B2530319-9480-423F-A385-59E530B00954}" type="datetime1">
              <a:rPr lang="en-US" smtClean="0"/>
              <a:t>11/29/2025</a:t>
            </a:fld>
            <a:endParaRPr lang="en-US"/>
          </a:p>
        </p:txBody>
      </p:sp>
      <p:sp>
        <p:nvSpPr>
          <p:cNvPr id="8" name="Footer Placeholder 7">
            <a:extLst>
              <a:ext uri="{FF2B5EF4-FFF2-40B4-BE49-F238E27FC236}">
                <a16:creationId xmlns:a16="http://schemas.microsoft.com/office/drawing/2014/main" id="{197012C3-F91F-F470-CA95-226F9663E50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BFFB36-02B4-8C84-3695-71B2D91BE73E}"/>
              </a:ext>
            </a:extLst>
          </p:cNvPr>
          <p:cNvSpPr>
            <a:spLocks noGrp="1"/>
          </p:cNvSpPr>
          <p:nvPr>
            <p:ph type="sldNum" sz="quarter" idx="12"/>
          </p:nvPr>
        </p:nvSpPr>
        <p:spPr/>
        <p:txBody>
          <a:bodyPr/>
          <a:lstStyle/>
          <a:p>
            <a:fld id="{BC45C7BB-1724-4FC6-81FD-F79A3AB07237}" type="slidenum">
              <a:rPr lang="en-US" smtClean="0"/>
              <a:t>‹#›</a:t>
            </a:fld>
            <a:endParaRPr lang="en-US"/>
          </a:p>
        </p:txBody>
      </p:sp>
    </p:spTree>
    <p:extLst>
      <p:ext uri="{BB962C8B-B14F-4D97-AF65-F5344CB8AC3E}">
        <p14:creationId xmlns:p14="http://schemas.microsoft.com/office/powerpoint/2010/main" val="1853617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96931-1891-D830-FE81-E4EED87701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80DD98-2BAB-2DD9-294C-8F4F7CDA9852}"/>
              </a:ext>
            </a:extLst>
          </p:cNvPr>
          <p:cNvSpPr>
            <a:spLocks noGrp="1"/>
          </p:cNvSpPr>
          <p:nvPr>
            <p:ph type="dt" sz="half" idx="10"/>
          </p:nvPr>
        </p:nvSpPr>
        <p:spPr/>
        <p:txBody>
          <a:bodyPr/>
          <a:lstStyle/>
          <a:p>
            <a:fld id="{A2362125-4BC4-4B6E-951B-5A8C76AD041F}" type="datetime1">
              <a:rPr lang="en-US" smtClean="0"/>
              <a:t>11/29/2025</a:t>
            </a:fld>
            <a:endParaRPr lang="en-US"/>
          </a:p>
        </p:txBody>
      </p:sp>
      <p:sp>
        <p:nvSpPr>
          <p:cNvPr id="4" name="Footer Placeholder 3">
            <a:extLst>
              <a:ext uri="{FF2B5EF4-FFF2-40B4-BE49-F238E27FC236}">
                <a16:creationId xmlns:a16="http://schemas.microsoft.com/office/drawing/2014/main" id="{C91CE746-9ADD-B430-A428-73E422E2B8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5570D4-5615-33E4-A225-C920CFD2734A}"/>
              </a:ext>
            </a:extLst>
          </p:cNvPr>
          <p:cNvSpPr>
            <a:spLocks noGrp="1"/>
          </p:cNvSpPr>
          <p:nvPr>
            <p:ph type="sldNum" sz="quarter" idx="12"/>
          </p:nvPr>
        </p:nvSpPr>
        <p:spPr/>
        <p:txBody>
          <a:bodyPr/>
          <a:lstStyle/>
          <a:p>
            <a:fld id="{BC45C7BB-1724-4FC6-81FD-F79A3AB07237}" type="slidenum">
              <a:rPr lang="en-US" smtClean="0"/>
              <a:t>‹#›</a:t>
            </a:fld>
            <a:endParaRPr lang="en-US"/>
          </a:p>
        </p:txBody>
      </p:sp>
    </p:spTree>
    <p:extLst>
      <p:ext uri="{BB962C8B-B14F-4D97-AF65-F5344CB8AC3E}">
        <p14:creationId xmlns:p14="http://schemas.microsoft.com/office/powerpoint/2010/main" val="2506865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6E6553-C351-813F-48AE-E53D1C9979F9}"/>
              </a:ext>
            </a:extLst>
          </p:cNvPr>
          <p:cNvSpPr>
            <a:spLocks noGrp="1"/>
          </p:cNvSpPr>
          <p:nvPr>
            <p:ph type="dt" sz="half" idx="10"/>
          </p:nvPr>
        </p:nvSpPr>
        <p:spPr/>
        <p:txBody>
          <a:bodyPr/>
          <a:lstStyle/>
          <a:p>
            <a:fld id="{540900B7-0B4F-478F-94C9-ACD28367F078}" type="datetime1">
              <a:rPr lang="en-US" smtClean="0"/>
              <a:t>11/29/2025</a:t>
            </a:fld>
            <a:endParaRPr lang="en-US"/>
          </a:p>
        </p:txBody>
      </p:sp>
      <p:sp>
        <p:nvSpPr>
          <p:cNvPr id="3" name="Footer Placeholder 2">
            <a:extLst>
              <a:ext uri="{FF2B5EF4-FFF2-40B4-BE49-F238E27FC236}">
                <a16:creationId xmlns:a16="http://schemas.microsoft.com/office/drawing/2014/main" id="{59A737F1-2556-4BE0-33A1-D9ED205F4C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74A3BD1-EBC4-B09D-CB8D-1E6A749AB522}"/>
              </a:ext>
            </a:extLst>
          </p:cNvPr>
          <p:cNvSpPr>
            <a:spLocks noGrp="1"/>
          </p:cNvSpPr>
          <p:nvPr>
            <p:ph type="sldNum" sz="quarter" idx="12"/>
          </p:nvPr>
        </p:nvSpPr>
        <p:spPr/>
        <p:txBody>
          <a:bodyPr/>
          <a:lstStyle/>
          <a:p>
            <a:fld id="{BC45C7BB-1724-4FC6-81FD-F79A3AB07237}" type="slidenum">
              <a:rPr lang="en-US" smtClean="0"/>
              <a:t>‹#›</a:t>
            </a:fld>
            <a:endParaRPr lang="en-US"/>
          </a:p>
        </p:txBody>
      </p:sp>
    </p:spTree>
    <p:extLst>
      <p:ext uri="{BB962C8B-B14F-4D97-AF65-F5344CB8AC3E}">
        <p14:creationId xmlns:p14="http://schemas.microsoft.com/office/powerpoint/2010/main" val="706398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04E5E-1966-70E3-2A90-E0999DED3C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02D287-584D-F0C7-5E25-77222EBB2A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E99D7E0-FC52-A940-9623-13F9E1D4A6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A65CE0-C5BB-AEDC-0B6E-5D76144194E3}"/>
              </a:ext>
            </a:extLst>
          </p:cNvPr>
          <p:cNvSpPr>
            <a:spLocks noGrp="1"/>
          </p:cNvSpPr>
          <p:nvPr>
            <p:ph type="dt" sz="half" idx="10"/>
          </p:nvPr>
        </p:nvSpPr>
        <p:spPr/>
        <p:txBody>
          <a:bodyPr/>
          <a:lstStyle/>
          <a:p>
            <a:fld id="{8688C4A6-149A-4F56-BCC7-939EECDCA4D5}" type="datetime1">
              <a:rPr lang="en-US" smtClean="0"/>
              <a:t>11/29/2025</a:t>
            </a:fld>
            <a:endParaRPr lang="en-US"/>
          </a:p>
        </p:txBody>
      </p:sp>
      <p:sp>
        <p:nvSpPr>
          <p:cNvPr id="6" name="Footer Placeholder 5">
            <a:extLst>
              <a:ext uri="{FF2B5EF4-FFF2-40B4-BE49-F238E27FC236}">
                <a16:creationId xmlns:a16="http://schemas.microsoft.com/office/drawing/2014/main" id="{A2C3A98C-E66C-C4C1-86E4-E3A9117E4D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CA313B-EC4A-694A-C176-F6687EC73EB4}"/>
              </a:ext>
            </a:extLst>
          </p:cNvPr>
          <p:cNvSpPr>
            <a:spLocks noGrp="1"/>
          </p:cNvSpPr>
          <p:nvPr>
            <p:ph type="sldNum" sz="quarter" idx="12"/>
          </p:nvPr>
        </p:nvSpPr>
        <p:spPr/>
        <p:txBody>
          <a:bodyPr/>
          <a:lstStyle/>
          <a:p>
            <a:fld id="{BC45C7BB-1724-4FC6-81FD-F79A3AB07237}" type="slidenum">
              <a:rPr lang="en-US" smtClean="0"/>
              <a:t>‹#›</a:t>
            </a:fld>
            <a:endParaRPr lang="en-US"/>
          </a:p>
        </p:txBody>
      </p:sp>
    </p:spTree>
    <p:extLst>
      <p:ext uri="{BB962C8B-B14F-4D97-AF65-F5344CB8AC3E}">
        <p14:creationId xmlns:p14="http://schemas.microsoft.com/office/powerpoint/2010/main" val="3817776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8CB43-4088-9CC7-05D9-B65BA35455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4E73622-8CC2-7097-83F2-FC983B898D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118CEF-4B4E-4B89-61A7-0F1A3C2EAC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720BB8-EF99-259B-5A89-B18E5BC27087}"/>
              </a:ext>
            </a:extLst>
          </p:cNvPr>
          <p:cNvSpPr>
            <a:spLocks noGrp="1"/>
          </p:cNvSpPr>
          <p:nvPr>
            <p:ph type="dt" sz="half" idx="10"/>
          </p:nvPr>
        </p:nvSpPr>
        <p:spPr/>
        <p:txBody>
          <a:bodyPr/>
          <a:lstStyle/>
          <a:p>
            <a:fld id="{04FA1CE9-15F9-4F43-A295-F3BC07C72081}" type="datetime1">
              <a:rPr lang="en-US" smtClean="0"/>
              <a:t>11/29/2025</a:t>
            </a:fld>
            <a:endParaRPr lang="en-US"/>
          </a:p>
        </p:txBody>
      </p:sp>
      <p:sp>
        <p:nvSpPr>
          <p:cNvPr id="6" name="Footer Placeholder 5">
            <a:extLst>
              <a:ext uri="{FF2B5EF4-FFF2-40B4-BE49-F238E27FC236}">
                <a16:creationId xmlns:a16="http://schemas.microsoft.com/office/drawing/2014/main" id="{477A8226-A54C-2ED6-A71D-607C49A66C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2B28A1-38A2-6EF7-F777-761B549796EC}"/>
              </a:ext>
            </a:extLst>
          </p:cNvPr>
          <p:cNvSpPr>
            <a:spLocks noGrp="1"/>
          </p:cNvSpPr>
          <p:nvPr>
            <p:ph type="sldNum" sz="quarter" idx="12"/>
          </p:nvPr>
        </p:nvSpPr>
        <p:spPr/>
        <p:txBody>
          <a:bodyPr/>
          <a:lstStyle/>
          <a:p>
            <a:fld id="{BC45C7BB-1724-4FC6-81FD-F79A3AB07237}" type="slidenum">
              <a:rPr lang="en-US" smtClean="0"/>
              <a:t>‹#›</a:t>
            </a:fld>
            <a:endParaRPr lang="en-US"/>
          </a:p>
        </p:txBody>
      </p:sp>
    </p:spTree>
    <p:extLst>
      <p:ext uri="{BB962C8B-B14F-4D97-AF65-F5344CB8AC3E}">
        <p14:creationId xmlns:p14="http://schemas.microsoft.com/office/powerpoint/2010/main" val="3833640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17E58-1192-BE15-2CF6-F1A6224BAA4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2C1AFF-59F0-6F3A-3AAB-4C3B91268F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01DB51-58B4-6299-EBAC-EB31C1A70F57}"/>
              </a:ext>
            </a:extLst>
          </p:cNvPr>
          <p:cNvSpPr>
            <a:spLocks noGrp="1"/>
          </p:cNvSpPr>
          <p:nvPr>
            <p:ph type="dt" sz="half" idx="10"/>
          </p:nvPr>
        </p:nvSpPr>
        <p:spPr/>
        <p:txBody>
          <a:bodyPr/>
          <a:lstStyle/>
          <a:p>
            <a:fld id="{8CC60638-A82E-46CE-BC0C-48D35FB3C658}" type="datetime1">
              <a:rPr lang="en-US" smtClean="0"/>
              <a:t>11/29/2025</a:t>
            </a:fld>
            <a:endParaRPr lang="en-US"/>
          </a:p>
        </p:txBody>
      </p:sp>
      <p:sp>
        <p:nvSpPr>
          <p:cNvPr id="5" name="Footer Placeholder 4">
            <a:extLst>
              <a:ext uri="{FF2B5EF4-FFF2-40B4-BE49-F238E27FC236}">
                <a16:creationId xmlns:a16="http://schemas.microsoft.com/office/drawing/2014/main" id="{89534289-050E-636D-32C5-38BF6652C7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F9AE0B-BC43-8239-2139-E076DC170B26}"/>
              </a:ext>
            </a:extLst>
          </p:cNvPr>
          <p:cNvSpPr>
            <a:spLocks noGrp="1"/>
          </p:cNvSpPr>
          <p:nvPr>
            <p:ph type="sldNum" sz="quarter" idx="12"/>
          </p:nvPr>
        </p:nvSpPr>
        <p:spPr/>
        <p:txBody>
          <a:bodyPr/>
          <a:lstStyle/>
          <a:p>
            <a:fld id="{BC45C7BB-1724-4FC6-81FD-F79A3AB07237}" type="slidenum">
              <a:rPr lang="en-US" smtClean="0"/>
              <a:t>‹#›</a:t>
            </a:fld>
            <a:endParaRPr lang="en-US"/>
          </a:p>
        </p:txBody>
      </p:sp>
    </p:spTree>
    <p:extLst>
      <p:ext uri="{BB962C8B-B14F-4D97-AF65-F5344CB8AC3E}">
        <p14:creationId xmlns:p14="http://schemas.microsoft.com/office/powerpoint/2010/main" val="1656933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34642D-5A35-FA8B-5A49-943BCA5DBAA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387581-2692-F69C-7D4E-714A5BE46F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1C7B7-EC0B-2E57-8153-77A367500BBA}"/>
              </a:ext>
            </a:extLst>
          </p:cNvPr>
          <p:cNvSpPr>
            <a:spLocks noGrp="1"/>
          </p:cNvSpPr>
          <p:nvPr>
            <p:ph type="dt" sz="half" idx="10"/>
          </p:nvPr>
        </p:nvSpPr>
        <p:spPr/>
        <p:txBody>
          <a:bodyPr/>
          <a:lstStyle/>
          <a:p>
            <a:fld id="{B6029D30-CC6F-48F3-8489-7CBFA664EED5}" type="datetime1">
              <a:rPr lang="en-US" smtClean="0"/>
              <a:t>11/29/2025</a:t>
            </a:fld>
            <a:endParaRPr lang="en-US"/>
          </a:p>
        </p:txBody>
      </p:sp>
      <p:sp>
        <p:nvSpPr>
          <p:cNvPr id="5" name="Footer Placeholder 4">
            <a:extLst>
              <a:ext uri="{FF2B5EF4-FFF2-40B4-BE49-F238E27FC236}">
                <a16:creationId xmlns:a16="http://schemas.microsoft.com/office/drawing/2014/main" id="{287E8877-3C10-9654-B030-6DC8958200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A4637A-5C02-EA9B-E964-D564890B4FD2}"/>
              </a:ext>
            </a:extLst>
          </p:cNvPr>
          <p:cNvSpPr>
            <a:spLocks noGrp="1"/>
          </p:cNvSpPr>
          <p:nvPr>
            <p:ph type="sldNum" sz="quarter" idx="12"/>
          </p:nvPr>
        </p:nvSpPr>
        <p:spPr/>
        <p:txBody>
          <a:bodyPr/>
          <a:lstStyle/>
          <a:p>
            <a:fld id="{BC45C7BB-1724-4FC6-81FD-F79A3AB07237}" type="slidenum">
              <a:rPr lang="en-US" smtClean="0"/>
              <a:t>‹#›</a:t>
            </a:fld>
            <a:endParaRPr lang="en-US"/>
          </a:p>
        </p:txBody>
      </p:sp>
    </p:spTree>
    <p:extLst>
      <p:ext uri="{BB962C8B-B14F-4D97-AF65-F5344CB8AC3E}">
        <p14:creationId xmlns:p14="http://schemas.microsoft.com/office/powerpoint/2010/main" val="2345316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CAA778-76D4-626F-73B6-D5370306AF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18ED9B-D554-2F07-0703-FECFB3E80F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9662B5-FB68-D971-7F0F-98ABE58EC1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3D8D1C-4A3B-4F03-A778-92E4AFA91CAB}" type="datetime1">
              <a:rPr lang="en-US" smtClean="0"/>
              <a:t>11/29/2025</a:t>
            </a:fld>
            <a:endParaRPr lang="en-US"/>
          </a:p>
        </p:txBody>
      </p:sp>
      <p:sp>
        <p:nvSpPr>
          <p:cNvPr id="5" name="Footer Placeholder 4">
            <a:extLst>
              <a:ext uri="{FF2B5EF4-FFF2-40B4-BE49-F238E27FC236}">
                <a16:creationId xmlns:a16="http://schemas.microsoft.com/office/drawing/2014/main" id="{7F65B47D-7474-197E-466E-BE57C66D8F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D958718-A1DA-A558-876D-7BA55C8EDB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45C7BB-1724-4FC6-81FD-F79A3AB07237}" type="slidenum">
              <a:rPr lang="en-US" smtClean="0"/>
              <a:t>‹#›</a:t>
            </a:fld>
            <a:endParaRPr lang="en-US"/>
          </a:p>
        </p:txBody>
      </p:sp>
    </p:spTree>
    <p:extLst>
      <p:ext uri="{BB962C8B-B14F-4D97-AF65-F5344CB8AC3E}">
        <p14:creationId xmlns:p14="http://schemas.microsoft.com/office/powerpoint/2010/main" val="3812315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222EC-6709-9482-81DC-FE8913196BAE}"/>
              </a:ext>
            </a:extLst>
          </p:cNvPr>
          <p:cNvSpPr>
            <a:spLocks noGrp="1"/>
          </p:cNvSpPr>
          <p:nvPr>
            <p:ph type="ctrTitle"/>
          </p:nvPr>
        </p:nvSpPr>
        <p:spPr/>
        <p:txBody>
          <a:bodyPr/>
          <a:lstStyle/>
          <a:p>
            <a:r>
              <a:rPr lang="en-US" dirty="0" err="1"/>
              <a:t>GiljoAI</a:t>
            </a:r>
            <a:r>
              <a:rPr lang="en-US" dirty="0"/>
              <a:t> MCP Server </a:t>
            </a:r>
          </a:p>
        </p:txBody>
      </p:sp>
      <p:sp>
        <p:nvSpPr>
          <p:cNvPr id="3" name="Subtitle 2">
            <a:extLst>
              <a:ext uri="{FF2B5EF4-FFF2-40B4-BE49-F238E27FC236}">
                <a16:creationId xmlns:a16="http://schemas.microsoft.com/office/drawing/2014/main" id="{847271B6-6415-830F-B484-B29EF13900D1}"/>
              </a:ext>
            </a:extLst>
          </p:cNvPr>
          <p:cNvSpPr>
            <a:spLocks noGrp="1"/>
          </p:cNvSpPr>
          <p:nvPr>
            <p:ph type="subTitle" idx="1"/>
          </p:nvPr>
        </p:nvSpPr>
        <p:spPr/>
        <p:txBody>
          <a:bodyPr/>
          <a:lstStyle/>
          <a:p>
            <a:r>
              <a:rPr lang="en-US" dirty="0"/>
              <a:t>Workflows</a:t>
            </a:r>
          </a:p>
        </p:txBody>
      </p:sp>
      <p:sp>
        <p:nvSpPr>
          <p:cNvPr id="4" name="Slide Number Placeholder 3">
            <a:extLst>
              <a:ext uri="{FF2B5EF4-FFF2-40B4-BE49-F238E27FC236}">
                <a16:creationId xmlns:a16="http://schemas.microsoft.com/office/drawing/2014/main" id="{3CC62D30-0177-19A3-31CF-3A46F7D1EC7F}"/>
              </a:ext>
            </a:extLst>
          </p:cNvPr>
          <p:cNvSpPr>
            <a:spLocks noGrp="1"/>
          </p:cNvSpPr>
          <p:nvPr>
            <p:ph type="sldNum" sz="quarter" idx="12"/>
          </p:nvPr>
        </p:nvSpPr>
        <p:spPr/>
        <p:txBody>
          <a:bodyPr/>
          <a:lstStyle/>
          <a:p>
            <a:fld id="{BC45C7BB-1724-4FC6-81FD-F79A3AB07237}" type="slidenum">
              <a:rPr lang="en-US" smtClean="0"/>
              <a:t>1</a:t>
            </a:fld>
            <a:endParaRPr lang="en-US"/>
          </a:p>
        </p:txBody>
      </p:sp>
    </p:spTree>
    <p:extLst>
      <p:ext uri="{BB962C8B-B14F-4D97-AF65-F5344CB8AC3E}">
        <p14:creationId xmlns:p14="http://schemas.microsoft.com/office/powerpoint/2010/main" val="603353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0E07E-9A95-88B6-369B-3D4F5594CF7A}"/>
              </a:ext>
            </a:extLst>
          </p:cNvPr>
          <p:cNvSpPr>
            <a:spLocks noGrp="1"/>
          </p:cNvSpPr>
          <p:nvPr>
            <p:ph type="title"/>
          </p:nvPr>
        </p:nvSpPr>
        <p:spPr>
          <a:xfrm>
            <a:off x="838200" y="365125"/>
            <a:ext cx="10515600" cy="619077"/>
          </a:xfrm>
        </p:spPr>
        <p:txBody>
          <a:bodyPr>
            <a:normAutofit fontScale="90000"/>
          </a:bodyPr>
          <a:lstStyle/>
          <a:p>
            <a:r>
              <a:rPr lang="en-US" dirty="0"/>
              <a:t>Overall operational architecture</a:t>
            </a:r>
          </a:p>
        </p:txBody>
      </p:sp>
      <p:sp>
        <p:nvSpPr>
          <p:cNvPr id="4" name="Rectangle: Rounded Corners 3">
            <a:extLst>
              <a:ext uri="{FF2B5EF4-FFF2-40B4-BE49-F238E27FC236}">
                <a16:creationId xmlns:a16="http://schemas.microsoft.com/office/drawing/2014/main" id="{3F3921C2-3E74-50E5-31C1-2E5EA94CF5C4}"/>
              </a:ext>
            </a:extLst>
          </p:cNvPr>
          <p:cNvSpPr/>
          <p:nvPr/>
        </p:nvSpPr>
        <p:spPr>
          <a:xfrm>
            <a:off x="4528955" y="1447569"/>
            <a:ext cx="3134089" cy="1040043"/>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err="1"/>
              <a:t>GiljoAI</a:t>
            </a:r>
            <a:r>
              <a:rPr lang="en-US" dirty="0"/>
              <a:t> MCP Server</a:t>
            </a:r>
          </a:p>
          <a:p>
            <a:pPr algn="ctr"/>
            <a:r>
              <a:rPr lang="en-US" dirty="0"/>
              <a:t>LAN / WAN / Hosted</a:t>
            </a:r>
          </a:p>
        </p:txBody>
      </p:sp>
      <p:sp>
        <p:nvSpPr>
          <p:cNvPr id="5" name="Rectangle: Rounded Corners 4">
            <a:extLst>
              <a:ext uri="{FF2B5EF4-FFF2-40B4-BE49-F238E27FC236}">
                <a16:creationId xmlns:a16="http://schemas.microsoft.com/office/drawing/2014/main" id="{0AC990CF-5FD2-F8CC-34D3-9CC819FD9936}"/>
              </a:ext>
            </a:extLst>
          </p:cNvPr>
          <p:cNvSpPr/>
          <p:nvPr/>
        </p:nvSpPr>
        <p:spPr>
          <a:xfrm>
            <a:off x="5104818" y="5577726"/>
            <a:ext cx="1989343" cy="59563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Developer PC</a:t>
            </a:r>
          </a:p>
        </p:txBody>
      </p:sp>
      <p:sp>
        <p:nvSpPr>
          <p:cNvPr id="6" name="Rectangle: Rounded Corners 5">
            <a:extLst>
              <a:ext uri="{FF2B5EF4-FFF2-40B4-BE49-F238E27FC236}">
                <a16:creationId xmlns:a16="http://schemas.microsoft.com/office/drawing/2014/main" id="{9B4936DE-0D93-A9A8-1E00-139DCCBAD811}"/>
              </a:ext>
            </a:extLst>
          </p:cNvPr>
          <p:cNvSpPr/>
          <p:nvPr/>
        </p:nvSpPr>
        <p:spPr>
          <a:xfrm>
            <a:off x="4528957" y="2537384"/>
            <a:ext cx="1382071" cy="61907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Web frontend Visualization</a:t>
            </a:r>
          </a:p>
        </p:txBody>
      </p:sp>
      <p:sp>
        <p:nvSpPr>
          <p:cNvPr id="7" name="Rectangle: Rounded Corners 6">
            <a:extLst>
              <a:ext uri="{FF2B5EF4-FFF2-40B4-BE49-F238E27FC236}">
                <a16:creationId xmlns:a16="http://schemas.microsoft.com/office/drawing/2014/main" id="{4F1DF662-077D-CC87-405F-1C65B9A65810}"/>
              </a:ext>
            </a:extLst>
          </p:cNvPr>
          <p:cNvSpPr/>
          <p:nvPr/>
        </p:nvSpPr>
        <p:spPr>
          <a:xfrm>
            <a:off x="6280973" y="2545551"/>
            <a:ext cx="1382071" cy="61907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MCP over HTTP Server</a:t>
            </a:r>
          </a:p>
        </p:txBody>
      </p:sp>
      <p:sp>
        <p:nvSpPr>
          <p:cNvPr id="8" name="Rectangle: Rounded Corners 7">
            <a:extLst>
              <a:ext uri="{FF2B5EF4-FFF2-40B4-BE49-F238E27FC236}">
                <a16:creationId xmlns:a16="http://schemas.microsoft.com/office/drawing/2014/main" id="{792C4B54-9188-4B93-18D6-33315A2EBC5A}"/>
              </a:ext>
            </a:extLst>
          </p:cNvPr>
          <p:cNvSpPr/>
          <p:nvPr/>
        </p:nvSpPr>
        <p:spPr>
          <a:xfrm>
            <a:off x="6156494" y="4900709"/>
            <a:ext cx="1631030" cy="61907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MCP enabled Agentic Coding tools. Primarily via  CLI  or TERMINAL</a:t>
            </a:r>
          </a:p>
        </p:txBody>
      </p:sp>
      <p:sp>
        <p:nvSpPr>
          <p:cNvPr id="9" name="Rectangle: Rounded Corners 8">
            <a:extLst>
              <a:ext uri="{FF2B5EF4-FFF2-40B4-BE49-F238E27FC236}">
                <a16:creationId xmlns:a16="http://schemas.microsoft.com/office/drawing/2014/main" id="{4520A8C7-A742-D531-41C1-7E32B5D7FAF3}"/>
              </a:ext>
            </a:extLst>
          </p:cNvPr>
          <p:cNvSpPr/>
          <p:nvPr/>
        </p:nvSpPr>
        <p:spPr>
          <a:xfrm>
            <a:off x="4474278" y="4900709"/>
            <a:ext cx="1484446" cy="61907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Browser</a:t>
            </a:r>
          </a:p>
        </p:txBody>
      </p:sp>
      <p:cxnSp>
        <p:nvCxnSpPr>
          <p:cNvPr id="11" name="Connector: Elbow 10">
            <a:extLst>
              <a:ext uri="{FF2B5EF4-FFF2-40B4-BE49-F238E27FC236}">
                <a16:creationId xmlns:a16="http://schemas.microsoft.com/office/drawing/2014/main" id="{CCD0CDB8-B6A4-7AD0-D987-E8E4B697B0C6}"/>
              </a:ext>
            </a:extLst>
          </p:cNvPr>
          <p:cNvCxnSpPr>
            <a:cxnSpLocks/>
            <a:stCxn id="9" idx="0"/>
            <a:endCxn id="6" idx="2"/>
          </p:cNvCxnSpPr>
          <p:nvPr/>
        </p:nvCxnSpPr>
        <p:spPr>
          <a:xfrm rot="5400000" flipH="1" flipV="1">
            <a:off x="4346124" y="4026840"/>
            <a:ext cx="1744247" cy="3492"/>
          </a:xfrm>
          <a:prstGeom prst="bentConnector3">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8D5A86A0-1154-9764-F789-93CCF73E1176}"/>
              </a:ext>
            </a:extLst>
          </p:cNvPr>
          <p:cNvCxnSpPr>
            <a:cxnSpLocks/>
            <a:stCxn id="8" idx="0"/>
            <a:endCxn id="7" idx="2"/>
          </p:cNvCxnSpPr>
          <p:nvPr/>
        </p:nvCxnSpPr>
        <p:spPr>
          <a:xfrm flipV="1">
            <a:off x="6972009" y="3164629"/>
            <a:ext cx="0" cy="173608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Rectangle: Rounded Corners 18">
            <a:extLst>
              <a:ext uri="{FF2B5EF4-FFF2-40B4-BE49-F238E27FC236}">
                <a16:creationId xmlns:a16="http://schemas.microsoft.com/office/drawing/2014/main" id="{72671FC6-81D4-2AF5-AE61-C3C34E21475B}"/>
              </a:ext>
            </a:extLst>
          </p:cNvPr>
          <p:cNvSpPr/>
          <p:nvPr/>
        </p:nvSpPr>
        <p:spPr>
          <a:xfrm>
            <a:off x="2503550" y="1658051"/>
            <a:ext cx="1382071" cy="61907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Backend and Database</a:t>
            </a:r>
          </a:p>
        </p:txBody>
      </p:sp>
      <p:cxnSp>
        <p:nvCxnSpPr>
          <p:cNvPr id="20" name="Connector: Elbow 19">
            <a:extLst>
              <a:ext uri="{FF2B5EF4-FFF2-40B4-BE49-F238E27FC236}">
                <a16:creationId xmlns:a16="http://schemas.microsoft.com/office/drawing/2014/main" id="{55FC933C-C0D1-9E82-FAB6-00A3CE21B0BB}"/>
              </a:ext>
            </a:extLst>
          </p:cNvPr>
          <p:cNvCxnSpPr>
            <a:cxnSpLocks/>
            <a:stCxn id="19" idx="3"/>
            <a:endCxn id="4" idx="1"/>
          </p:cNvCxnSpPr>
          <p:nvPr/>
        </p:nvCxnSpPr>
        <p:spPr>
          <a:xfrm>
            <a:off x="3885621" y="1967590"/>
            <a:ext cx="643334" cy="1"/>
          </a:xfrm>
          <a:prstGeom prst="bentConnector3">
            <a:avLst>
              <a:gd name="adj1" fmla="val 50000"/>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3" name="Slide Number Placeholder 2">
            <a:extLst>
              <a:ext uri="{FF2B5EF4-FFF2-40B4-BE49-F238E27FC236}">
                <a16:creationId xmlns:a16="http://schemas.microsoft.com/office/drawing/2014/main" id="{D5D157F0-5262-0D52-342A-5DDCBC3535A1}"/>
              </a:ext>
            </a:extLst>
          </p:cNvPr>
          <p:cNvSpPr>
            <a:spLocks noGrp="1"/>
          </p:cNvSpPr>
          <p:nvPr>
            <p:ph type="sldNum" sz="quarter" idx="12"/>
          </p:nvPr>
        </p:nvSpPr>
        <p:spPr/>
        <p:txBody>
          <a:bodyPr/>
          <a:lstStyle/>
          <a:p>
            <a:fld id="{BC45C7BB-1724-4FC6-81FD-F79A3AB07237}" type="slidenum">
              <a:rPr lang="en-US" smtClean="0"/>
              <a:t>2</a:t>
            </a:fld>
            <a:endParaRPr lang="en-US"/>
          </a:p>
        </p:txBody>
      </p:sp>
    </p:spTree>
    <p:extLst>
      <p:ext uri="{BB962C8B-B14F-4D97-AF65-F5344CB8AC3E}">
        <p14:creationId xmlns:p14="http://schemas.microsoft.com/office/powerpoint/2010/main" val="3713425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76230-FBD3-D2CF-C9FC-B753A6580E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03BCA-67A1-365E-25E6-5F898F408546}"/>
              </a:ext>
            </a:extLst>
          </p:cNvPr>
          <p:cNvSpPr>
            <a:spLocks noGrp="1"/>
          </p:cNvSpPr>
          <p:nvPr>
            <p:ph type="title"/>
          </p:nvPr>
        </p:nvSpPr>
        <p:spPr>
          <a:xfrm>
            <a:off x="838200" y="365125"/>
            <a:ext cx="10515600" cy="619077"/>
          </a:xfrm>
        </p:spPr>
        <p:txBody>
          <a:bodyPr>
            <a:normAutofit fontScale="90000"/>
          </a:bodyPr>
          <a:lstStyle/>
          <a:p>
            <a:r>
              <a:rPr lang="en-US" dirty="0"/>
              <a:t>Multiuser architecture</a:t>
            </a:r>
          </a:p>
        </p:txBody>
      </p:sp>
      <p:sp>
        <p:nvSpPr>
          <p:cNvPr id="4" name="Rectangle: Rounded Corners 3">
            <a:extLst>
              <a:ext uri="{FF2B5EF4-FFF2-40B4-BE49-F238E27FC236}">
                <a16:creationId xmlns:a16="http://schemas.microsoft.com/office/drawing/2014/main" id="{DA5A9B28-A774-9735-862A-9C8AA228BEBC}"/>
              </a:ext>
            </a:extLst>
          </p:cNvPr>
          <p:cNvSpPr/>
          <p:nvPr/>
        </p:nvSpPr>
        <p:spPr>
          <a:xfrm>
            <a:off x="4528955" y="1447569"/>
            <a:ext cx="3134089" cy="1458629"/>
          </a:xfrm>
          <a:prstGeom prst="roundRect">
            <a:avLst/>
          </a:prstGeom>
        </p:spPr>
        <p:style>
          <a:lnRef idx="2">
            <a:schemeClr val="accent4"/>
          </a:lnRef>
          <a:fillRef idx="1">
            <a:schemeClr val="lt1"/>
          </a:fillRef>
          <a:effectRef idx="0">
            <a:schemeClr val="accent4"/>
          </a:effectRef>
          <a:fontRef idx="minor">
            <a:schemeClr val="dk1"/>
          </a:fontRef>
        </p:style>
        <p:txBody>
          <a:bodyPr rtlCol="0" anchor="t"/>
          <a:lstStyle/>
          <a:p>
            <a:pPr algn="ctr"/>
            <a:r>
              <a:rPr lang="en-US" dirty="0" err="1"/>
              <a:t>GiljoAI</a:t>
            </a:r>
            <a:r>
              <a:rPr lang="en-US" dirty="0"/>
              <a:t> MCP Server</a:t>
            </a:r>
          </a:p>
          <a:p>
            <a:pPr algn="ctr"/>
            <a:r>
              <a:rPr lang="en-US" dirty="0"/>
              <a:t>LAN / WAN / Hosted</a:t>
            </a:r>
          </a:p>
        </p:txBody>
      </p:sp>
      <p:sp>
        <p:nvSpPr>
          <p:cNvPr id="5" name="Rectangle: Rounded Corners 4">
            <a:extLst>
              <a:ext uri="{FF2B5EF4-FFF2-40B4-BE49-F238E27FC236}">
                <a16:creationId xmlns:a16="http://schemas.microsoft.com/office/drawing/2014/main" id="{D7A9F265-8E4F-96DF-0483-C3FF16DA6CEE}"/>
              </a:ext>
            </a:extLst>
          </p:cNvPr>
          <p:cNvSpPr/>
          <p:nvPr/>
        </p:nvSpPr>
        <p:spPr>
          <a:xfrm>
            <a:off x="1586821" y="4604312"/>
            <a:ext cx="1989343" cy="59563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Developer PC</a:t>
            </a:r>
          </a:p>
        </p:txBody>
      </p:sp>
      <p:sp>
        <p:nvSpPr>
          <p:cNvPr id="6" name="Rectangle: Rounded Corners 5">
            <a:extLst>
              <a:ext uri="{FF2B5EF4-FFF2-40B4-BE49-F238E27FC236}">
                <a16:creationId xmlns:a16="http://schemas.microsoft.com/office/drawing/2014/main" id="{4C5F6A3D-A7DE-5C35-2009-AEEE538F5639}"/>
              </a:ext>
            </a:extLst>
          </p:cNvPr>
          <p:cNvSpPr/>
          <p:nvPr/>
        </p:nvSpPr>
        <p:spPr>
          <a:xfrm>
            <a:off x="4709277" y="2225925"/>
            <a:ext cx="1382071" cy="61907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Web frontend Visualization</a:t>
            </a:r>
          </a:p>
        </p:txBody>
      </p:sp>
      <p:sp>
        <p:nvSpPr>
          <p:cNvPr id="7" name="Rectangle: Rounded Corners 6">
            <a:extLst>
              <a:ext uri="{FF2B5EF4-FFF2-40B4-BE49-F238E27FC236}">
                <a16:creationId xmlns:a16="http://schemas.microsoft.com/office/drawing/2014/main" id="{C6C67A15-F062-DD71-2F5A-DC5D7E98A4CC}"/>
              </a:ext>
            </a:extLst>
          </p:cNvPr>
          <p:cNvSpPr/>
          <p:nvPr/>
        </p:nvSpPr>
        <p:spPr>
          <a:xfrm>
            <a:off x="6157657" y="2219433"/>
            <a:ext cx="1382071" cy="61907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MCP over HTTP Server</a:t>
            </a:r>
          </a:p>
        </p:txBody>
      </p:sp>
      <p:sp>
        <p:nvSpPr>
          <p:cNvPr id="19" name="Rectangle: Rounded Corners 18">
            <a:extLst>
              <a:ext uri="{FF2B5EF4-FFF2-40B4-BE49-F238E27FC236}">
                <a16:creationId xmlns:a16="http://schemas.microsoft.com/office/drawing/2014/main" id="{E7437B5B-A952-44C3-A8F3-0DE56CB1F58C}"/>
              </a:ext>
            </a:extLst>
          </p:cNvPr>
          <p:cNvSpPr/>
          <p:nvPr/>
        </p:nvSpPr>
        <p:spPr>
          <a:xfrm>
            <a:off x="2512855" y="1868014"/>
            <a:ext cx="1382071" cy="61907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Backend and Database</a:t>
            </a:r>
          </a:p>
        </p:txBody>
      </p:sp>
      <p:cxnSp>
        <p:nvCxnSpPr>
          <p:cNvPr id="20" name="Connector: Elbow 19">
            <a:extLst>
              <a:ext uri="{FF2B5EF4-FFF2-40B4-BE49-F238E27FC236}">
                <a16:creationId xmlns:a16="http://schemas.microsoft.com/office/drawing/2014/main" id="{624EE96C-D9AF-DA6D-5052-3278E9F05FB9}"/>
              </a:ext>
            </a:extLst>
          </p:cNvPr>
          <p:cNvCxnSpPr>
            <a:cxnSpLocks/>
            <a:stCxn id="19" idx="3"/>
            <a:endCxn id="4" idx="1"/>
          </p:cNvCxnSpPr>
          <p:nvPr/>
        </p:nvCxnSpPr>
        <p:spPr>
          <a:xfrm flipV="1">
            <a:off x="3894926" y="2176884"/>
            <a:ext cx="634029" cy="669"/>
          </a:xfrm>
          <a:prstGeom prst="bentConnector3">
            <a:avLst>
              <a:gd name="adj1" fmla="val 50000"/>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2" name="Rectangle: Rounded Corners 11">
            <a:extLst>
              <a:ext uri="{FF2B5EF4-FFF2-40B4-BE49-F238E27FC236}">
                <a16:creationId xmlns:a16="http://schemas.microsoft.com/office/drawing/2014/main" id="{992C4D7F-221A-DCF9-BF63-606DEC861737}"/>
              </a:ext>
            </a:extLst>
          </p:cNvPr>
          <p:cNvSpPr/>
          <p:nvPr/>
        </p:nvSpPr>
        <p:spPr>
          <a:xfrm>
            <a:off x="5219993" y="4612478"/>
            <a:ext cx="1989343" cy="59563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Developer PC</a:t>
            </a:r>
          </a:p>
        </p:txBody>
      </p:sp>
      <p:sp>
        <p:nvSpPr>
          <p:cNvPr id="16" name="Rectangle: Rounded Corners 15">
            <a:extLst>
              <a:ext uri="{FF2B5EF4-FFF2-40B4-BE49-F238E27FC236}">
                <a16:creationId xmlns:a16="http://schemas.microsoft.com/office/drawing/2014/main" id="{47CB717E-BD5A-E390-1110-B0D686C52E94}"/>
              </a:ext>
            </a:extLst>
          </p:cNvPr>
          <p:cNvSpPr/>
          <p:nvPr/>
        </p:nvSpPr>
        <p:spPr>
          <a:xfrm>
            <a:off x="8853165" y="4604312"/>
            <a:ext cx="1989343" cy="59563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Developer PC</a:t>
            </a:r>
          </a:p>
        </p:txBody>
      </p:sp>
      <p:cxnSp>
        <p:nvCxnSpPr>
          <p:cNvPr id="36" name="Straight Arrow Connector 35">
            <a:extLst>
              <a:ext uri="{FF2B5EF4-FFF2-40B4-BE49-F238E27FC236}">
                <a16:creationId xmlns:a16="http://schemas.microsoft.com/office/drawing/2014/main" id="{2DC6DE7A-FB98-BD14-2B49-79C34A278A4D}"/>
              </a:ext>
            </a:extLst>
          </p:cNvPr>
          <p:cNvCxnSpPr>
            <a:cxnSpLocks/>
            <a:stCxn id="5" idx="0"/>
          </p:cNvCxnSpPr>
          <p:nvPr/>
        </p:nvCxnSpPr>
        <p:spPr>
          <a:xfrm flipV="1">
            <a:off x="2581493" y="2994485"/>
            <a:ext cx="2600980" cy="160982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7" name="Straight Arrow Connector 36">
            <a:extLst>
              <a:ext uri="{FF2B5EF4-FFF2-40B4-BE49-F238E27FC236}">
                <a16:creationId xmlns:a16="http://schemas.microsoft.com/office/drawing/2014/main" id="{62DE803D-B271-94A6-5B6A-F49E02FE8B7E}"/>
              </a:ext>
            </a:extLst>
          </p:cNvPr>
          <p:cNvCxnSpPr>
            <a:cxnSpLocks/>
            <a:stCxn id="12" idx="0"/>
          </p:cNvCxnSpPr>
          <p:nvPr/>
        </p:nvCxnSpPr>
        <p:spPr>
          <a:xfrm flipH="1" flipV="1">
            <a:off x="6177144" y="2994485"/>
            <a:ext cx="37521" cy="161799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41" name="Straight Arrow Connector 40">
            <a:extLst>
              <a:ext uri="{FF2B5EF4-FFF2-40B4-BE49-F238E27FC236}">
                <a16:creationId xmlns:a16="http://schemas.microsoft.com/office/drawing/2014/main" id="{ECF0DC0E-C9BE-966E-53F1-28F3810E5108}"/>
              </a:ext>
            </a:extLst>
          </p:cNvPr>
          <p:cNvCxnSpPr>
            <a:cxnSpLocks/>
            <a:stCxn id="16" idx="0"/>
          </p:cNvCxnSpPr>
          <p:nvPr/>
        </p:nvCxnSpPr>
        <p:spPr>
          <a:xfrm flipH="1" flipV="1">
            <a:off x="7153059" y="2994485"/>
            <a:ext cx="2694778" cy="160982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44" name="Rectangle: Rounded Corners 43">
            <a:extLst>
              <a:ext uri="{FF2B5EF4-FFF2-40B4-BE49-F238E27FC236}">
                <a16:creationId xmlns:a16="http://schemas.microsoft.com/office/drawing/2014/main" id="{863E8D92-6995-8DA9-3D29-0E08836DB602}"/>
              </a:ext>
            </a:extLst>
          </p:cNvPr>
          <p:cNvSpPr/>
          <p:nvPr/>
        </p:nvSpPr>
        <p:spPr>
          <a:xfrm>
            <a:off x="2415132" y="5305558"/>
            <a:ext cx="1631030" cy="61907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MCP enabled Agentic Coding tools. Primarily via  CLI  or TERMINAL</a:t>
            </a:r>
          </a:p>
        </p:txBody>
      </p:sp>
      <p:sp>
        <p:nvSpPr>
          <p:cNvPr id="45" name="Rectangle: Rounded Corners 44">
            <a:extLst>
              <a:ext uri="{FF2B5EF4-FFF2-40B4-BE49-F238E27FC236}">
                <a16:creationId xmlns:a16="http://schemas.microsoft.com/office/drawing/2014/main" id="{BA2F122C-E173-5051-BF45-A6B05E0DDE8E}"/>
              </a:ext>
            </a:extLst>
          </p:cNvPr>
          <p:cNvSpPr/>
          <p:nvPr/>
        </p:nvSpPr>
        <p:spPr>
          <a:xfrm>
            <a:off x="1347169" y="5305558"/>
            <a:ext cx="935341" cy="61907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Browser</a:t>
            </a:r>
          </a:p>
        </p:txBody>
      </p:sp>
      <p:sp>
        <p:nvSpPr>
          <p:cNvPr id="48" name="Rectangle: Rounded Corners 47">
            <a:extLst>
              <a:ext uri="{FF2B5EF4-FFF2-40B4-BE49-F238E27FC236}">
                <a16:creationId xmlns:a16="http://schemas.microsoft.com/office/drawing/2014/main" id="{C20FEF41-C882-0C59-A5E6-000EEB2DA58C}"/>
              </a:ext>
            </a:extLst>
          </p:cNvPr>
          <p:cNvSpPr/>
          <p:nvPr/>
        </p:nvSpPr>
        <p:spPr>
          <a:xfrm>
            <a:off x="5908698" y="5305558"/>
            <a:ext cx="1631030" cy="61907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MCP enabled Agentic Coding tools. Primarily via  CLI  or TERMINAL</a:t>
            </a:r>
          </a:p>
        </p:txBody>
      </p:sp>
      <p:sp>
        <p:nvSpPr>
          <p:cNvPr id="49" name="Rectangle: Rounded Corners 48">
            <a:extLst>
              <a:ext uri="{FF2B5EF4-FFF2-40B4-BE49-F238E27FC236}">
                <a16:creationId xmlns:a16="http://schemas.microsoft.com/office/drawing/2014/main" id="{235FDC60-A5A5-9B7C-DC34-F75C66A56E24}"/>
              </a:ext>
            </a:extLst>
          </p:cNvPr>
          <p:cNvSpPr/>
          <p:nvPr/>
        </p:nvSpPr>
        <p:spPr>
          <a:xfrm>
            <a:off x="4840735" y="5305558"/>
            <a:ext cx="935341" cy="61907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Browser</a:t>
            </a:r>
          </a:p>
        </p:txBody>
      </p:sp>
      <p:sp>
        <p:nvSpPr>
          <p:cNvPr id="50" name="Rectangle: Rounded Corners 49">
            <a:extLst>
              <a:ext uri="{FF2B5EF4-FFF2-40B4-BE49-F238E27FC236}">
                <a16:creationId xmlns:a16="http://schemas.microsoft.com/office/drawing/2014/main" id="{23907A03-CCDA-B92E-5851-D508AF45CA0D}"/>
              </a:ext>
            </a:extLst>
          </p:cNvPr>
          <p:cNvSpPr/>
          <p:nvPr/>
        </p:nvSpPr>
        <p:spPr>
          <a:xfrm>
            <a:off x="9722770" y="5305558"/>
            <a:ext cx="1631030" cy="61907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MCP enabled Agentic Coding tools. Primarily via  CLI  or TERMINAL</a:t>
            </a:r>
          </a:p>
        </p:txBody>
      </p:sp>
      <p:sp>
        <p:nvSpPr>
          <p:cNvPr id="51" name="Rectangle: Rounded Corners 50">
            <a:extLst>
              <a:ext uri="{FF2B5EF4-FFF2-40B4-BE49-F238E27FC236}">
                <a16:creationId xmlns:a16="http://schemas.microsoft.com/office/drawing/2014/main" id="{91E2F878-491E-E313-D38C-9C6913EB3401}"/>
              </a:ext>
            </a:extLst>
          </p:cNvPr>
          <p:cNvSpPr/>
          <p:nvPr/>
        </p:nvSpPr>
        <p:spPr>
          <a:xfrm>
            <a:off x="8654807" y="5305558"/>
            <a:ext cx="935341" cy="61907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Browser</a:t>
            </a:r>
          </a:p>
        </p:txBody>
      </p:sp>
      <p:sp>
        <p:nvSpPr>
          <p:cNvPr id="3" name="Slide Number Placeholder 2">
            <a:extLst>
              <a:ext uri="{FF2B5EF4-FFF2-40B4-BE49-F238E27FC236}">
                <a16:creationId xmlns:a16="http://schemas.microsoft.com/office/drawing/2014/main" id="{0037E8AB-2576-20D5-5973-EDF9C359459A}"/>
              </a:ext>
            </a:extLst>
          </p:cNvPr>
          <p:cNvSpPr>
            <a:spLocks noGrp="1"/>
          </p:cNvSpPr>
          <p:nvPr>
            <p:ph type="sldNum" sz="quarter" idx="12"/>
          </p:nvPr>
        </p:nvSpPr>
        <p:spPr/>
        <p:txBody>
          <a:bodyPr/>
          <a:lstStyle/>
          <a:p>
            <a:fld id="{BC45C7BB-1724-4FC6-81FD-F79A3AB07237}" type="slidenum">
              <a:rPr lang="en-US" smtClean="0"/>
              <a:t>3</a:t>
            </a:fld>
            <a:endParaRPr lang="en-US"/>
          </a:p>
        </p:txBody>
      </p:sp>
    </p:spTree>
    <p:extLst>
      <p:ext uri="{BB962C8B-B14F-4D97-AF65-F5344CB8AC3E}">
        <p14:creationId xmlns:p14="http://schemas.microsoft.com/office/powerpoint/2010/main" val="425705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8F9B5-0587-31EF-D95F-27FA14E55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6015EC-EE42-0F28-7357-990DD3D8B360}"/>
              </a:ext>
            </a:extLst>
          </p:cNvPr>
          <p:cNvSpPr>
            <a:spLocks noGrp="1"/>
          </p:cNvSpPr>
          <p:nvPr>
            <p:ph type="title"/>
          </p:nvPr>
        </p:nvSpPr>
        <p:spPr>
          <a:xfrm>
            <a:off x="838200" y="365125"/>
            <a:ext cx="10515600" cy="619077"/>
          </a:xfrm>
        </p:spPr>
        <p:txBody>
          <a:bodyPr>
            <a:normAutofit fontScale="90000"/>
          </a:bodyPr>
          <a:lstStyle/>
          <a:p>
            <a:r>
              <a:rPr lang="en-US" dirty="0"/>
              <a:t>Server application layers</a:t>
            </a:r>
          </a:p>
        </p:txBody>
      </p:sp>
      <p:sp>
        <p:nvSpPr>
          <p:cNvPr id="4" name="Rectangle: Rounded Corners 3">
            <a:extLst>
              <a:ext uri="{FF2B5EF4-FFF2-40B4-BE49-F238E27FC236}">
                <a16:creationId xmlns:a16="http://schemas.microsoft.com/office/drawing/2014/main" id="{922B6930-D6F2-50E2-20A4-7F1116D01DCF}"/>
              </a:ext>
            </a:extLst>
          </p:cNvPr>
          <p:cNvSpPr/>
          <p:nvPr/>
        </p:nvSpPr>
        <p:spPr>
          <a:xfrm>
            <a:off x="4480095" y="1123805"/>
            <a:ext cx="2529140" cy="4752063"/>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err="1"/>
              <a:t>GiljoAI</a:t>
            </a:r>
            <a:r>
              <a:rPr lang="en-US" dirty="0"/>
              <a:t> MCP Server</a:t>
            </a:r>
          </a:p>
          <a:p>
            <a:pPr algn="ctr"/>
            <a:r>
              <a:rPr lang="en-US" dirty="0"/>
              <a:t>LAN / WAN / Hosted</a:t>
            </a:r>
          </a:p>
        </p:txBody>
      </p:sp>
      <p:sp>
        <p:nvSpPr>
          <p:cNvPr id="7" name="Rectangle: Rounded Corners 6">
            <a:extLst>
              <a:ext uri="{FF2B5EF4-FFF2-40B4-BE49-F238E27FC236}">
                <a16:creationId xmlns:a16="http://schemas.microsoft.com/office/drawing/2014/main" id="{33178AA1-3412-72AB-782D-1008920394F8}"/>
              </a:ext>
            </a:extLst>
          </p:cNvPr>
          <p:cNvSpPr/>
          <p:nvPr/>
        </p:nvSpPr>
        <p:spPr>
          <a:xfrm>
            <a:off x="2265057" y="3079598"/>
            <a:ext cx="2027738" cy="36867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PostgreSQL Database</a:t>
            </a:r>
          </a:p>
        </p:txBody>
      </p:sp>
      <p:sp>
        <p:nvSpPr>
          <p:cNvPr id="10" name="Rectangle: Rounded Corners 9">
            <a:extLst>
              <a:ext uri="{FF2B5EF4-FFF2-40B4-BE49-F238E27FC236}">
                <a16:creationId xmlns:a16="http://schemas.microsoft.com/office/drawing/2014/main" id="{D4F48949-7147-3D6C-1B5B-A50BDD809FC7}"/>
              </a:ext>
            </a:extLst>
          </p:cNvPr>
          <p:cNvSpPr/>
          <p:nvPr/>
        </p:nvSpPr>
        <p:spPr>
          <a:xfrm>
            <a:off x="1294821" y="3937709"/>
            <a:ext cx="3001462" cy="428970"/>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Tenant management (Users, with an Admin)</a:t>
            </a:r>
          </a:p>
        </p:txBody>
      </p:sp>
      <p:sp>
        <p:nvSpPr>
          <p:cNvPr id="12" name="Rectangle: Rounded Corners 11">
            <a:extLst>
              <a:ext uri="{FF2B5EF4-FFF2-40B4-BE49-F238E27FC236}">
                <a16:creationId xmlns:a16="http://schemas.microsoft.com/office/drawing/2014/main" id="{87274B67-9344-EF0D-B5BA-2FAB6E038E51}"/>
              </a:ext>
            </a:extLst>
          </p:cNvPr>
          <p:cNvSpPr/>
          <p:nvPr/>
        </p:nvSpPr>
        <p:spPr>
          <a:xfrm>
            <a:off x="1846252" y="3511096"/>
            <a:ext cx="2446543" cy="36867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Single Org architecture</a:t>
            </a:r>
          </a:p>
        </p:txBody>
      </p:sp>
      <p:sp>
        <p:nvSpPr>
          <p:cNvPr id="15" name="Rectangle: Rounded Corners 14">
            <a:extLst>
              <a:ext uri="{FF2B5EF4-FFF2-40B4-BE49-F238E27FC236}">
                <a16:creationId xmlns:a16="http://schemas.microsoft.com/office/drawing/2014/main" id="{F8F530B0-6FF0-8435-1B4D-B66E30653F60}"/>
              </a:ext>
            </a:extLst>
          </p:cNvPr>
          <p:cNvSpPr/>
          <p:nvPr/>
        </p:nvSpPr>
        <p:spPr>
          <a:xfrm>
            <a:off x="7091831" y="1162930"/>
            <a:ext cx="4383539" cy="61907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sz="1100" dirty="0"/>
              <a:t>MCP integration setup tools</a:t>
            </a:r>
          </a:p>
          <a:p>
            <a:r>
              <a:rPr lang="en-US" sz="1100" dirty="0"/>
              <a:t>(Simplified Integration to CLI/Terminal Agentic coding tools like Claude CLI, Codex CLI and Gemini CLI</a:t>
            </a:r>
          </a:p>
        </p:txBody>
      </p:sp>
      <p:sp>
        <p:nvSpPr>
          <p:cNvPr id="16" name="Rectangle: Rounded Corners 15">
            <a:extLst>
              <a:ext uri="{FF2B5EF4-FFF2-40B4-BE49-F238E27FC236}">
                <a16:creationId xmlns:a16="http://schemas.microsoft.com/office/drawing/2014/main" id="{6FC7CD81-27E2-BDF3-AE81-539F200D409B}"/>
              </a:ext>
            </a:extLst>
          </p:cNvPr>
          <p:cNvSpPr/>
          <p:nvPr/>
        </p:nvSpPr>
        <p:spPr>
          <a:xfrm>
            <a:off x="7091832" y="1876063"/>
            <a:ext cx="4383540" cy="468891"/>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sz="1100" dirty="0"/>
              <a:t>Slash Command Setup tools (Simplified Integration to CLI/Terminal Agentic coding tools like Claude CLI, Codex CLI and Gemini CLI</a:t>
            </a:r>
          </a:p>
        </p:txBody>
      </p:sp>
      <p:sp>
        <p:nvSpPr>
          <p:cNvPr id="17" name="Rectangle: Rounded Corners 16">
            <a:extLst>
              <a:ext uri="{FF2B5EF4-FFF2-40B4-BE49-F238E27FC236}">
                <a16:creationId xmlns:a16="http://schemas.microsoft.com/office/drawing/2014/main" id="{2AA79DDF-4E34-A716-FD99-9C832E565E4D}"/>
              </a:ext>
            </a:extLst>
          </p:cNvPr>
          <p:cNvSpPr/>
          <p:nvPr/>
        </p:nvSpPr>
        <p:spPr>
          <a:xfrm>
            <a:off x="7091830" y="2439009"/>
            <a:ext cx="4383540" cy="468891"/>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sz="1100" dirty="0"/>
              <a:t>Agent Template import setup tools(Simplified Integration to Claude CLI subagent feature)</a:t>
            </a:r>
          </a:p>
        </p:txBody>
      </p:sp>
      <p:sp>
        <p:nvSpPr>
          <p:cNvPr id="18" name="Rectangle: Rounded Corners 17">
            <a:extLst>
              <a:ext uri="{FF2B5EF4-FFF2-40B4-BE49-F238E27FC236}">
                <a16:creationId xmlns:a16="http://schemas.microsoft.com/office/drawing/2014/main" id="{459687F8-56F6-DA12-AC30-0E050381648E}"/>
              </a:ext>
            </a:extLst>
          </p:cNvPr>
          <p:cNvSpPr/>
          <p:nvPr/>
        </p:nvSpPr>
        <p:spPr>
          <a:xfrm>
            <a:off x="7091830" y="3003975"/>
            <a:ext cx="4383540" cy="319527"/>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sz="1100" dirty="0"/>
              <a:t>Agent Template management, creation and activation/enablement</a:t>
            </a:r>
          </a:p>
        </p:txBody>
      </p:sp>
      <p:sp>
        <p:nvSpPr>
          <p:cNvPr id="19" name="Rectangle: Rounded Corners 18">
            <a:extLst>
              <a:ext uri="{FF2B5EF4-FFF2-40B4-BE49-F238E27FC236}">
                <a16:creationId xmlns:a16="http://schemas.microsoft.com/office/drawing/2014/main" id="{3423BE5A-75AB-B77B-EDD1-8AFE93641094}"/>
              </a:ext>
            </a:extLst>
          </p:cNvPr>
          <p:cNvSpPr/>
          <p:nvPr/>
        </p:nvSpPr>
        <p:spPr>
          <a:xfrm>
            <a:off x="7091830" y="3429000"/>
            <a:ext cx="4383540" cy="640429"/>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sz="1100" dirty="0"/>
              <a:t>Serena MCP integration, a method of prompt modification of our static prompts for “Orchestrator agent”, and context to add to jobs and missions for Agents as they get assigned tasks.</a:t>
            </a:r>
          </a:p>
        </p:txBody>
      </p:sp>
      <p:sp>
        <p:nvSpPr>
          <p:cNvPr id="20" name="Rectangle: Rounded Corners 19">
            <a:extLst>
              <a:ext uri="{FF2B5EF4-FFF2-40B4-BE49-F238E27FC236}">
                <a16:creationId xmlns:a16="http://schemas.microsoft.com/office/drawing/2014/main" id="{BF02F93D-391C-B0A0-9637-2F7856BF9F00}"/>
              </a:ext>
            </a:extLst>
          </p:cNvPr>
          <p:cNvSpPr/>
          <p:nvPr/>
        </p:nvSpPr>
        <p:spPr>
          <a:xfrm>
            <a:off x="1047023" y="1652202"/>
            <a:ext cx="3228905" cy="36867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Public IP based application interaction, not localhost for users</a:t>
            </a:r>
          </a:p>
        </p:txBody>
      </p:sp>
      <p:sp>
        <p:nvSpPr>
          <p:cNvPr id="21" name="Rectangle: Rounded Corners 20">
            <a:extLst>
              <a:ext uri="{FF2B5EF4-FFF2-40B4-BE49-F238E27FC236}">
                <a16:creationId xmlns:a16="http://schemas.microsoft.com/office/drawing/2014/main" id="{3E69A239-643A-5FB0-6619-11C2E7165E6F}"/>
              </a:ext>
            </a:extLst>
          </p:cNvPr>
          <p:cNvSpPr/>
          <p:nvPr/>
        </p:nvSpPr>
        <p:spPr>
          <a:xfrm>
            <a:off x="970242" y="2100354"/>
            <a:ext cx="3322554" cy="428970"/>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Localhost interaction only for system functions between Backend, Frontend and PostgreSQL</a:t>
            </a:r>
          </a:p>
        </p:txBody>
      </p:sp>
      <p:sp>
        <p:nvSpPr>
          <p:cNvPr id="22" name="Rectangle: Rounded Corners 21">
            <a:extLst>
              <a:ext uri="{FF2B5EF4-FFF2-40B4-BE49-F238E27FC236}">
                <a16:creationId xmlns:a16="http://schemas.microsoft.com/office/drawing/2014/main" id="{B59B8274-D99A-377C-800C-712116AABAA8}"/>
              </a:ext>
            </a:extLst>
          </p:cNvPr>
          <p:cNvSpPr/>
          <p:nvPr/>
        </p:nvSpPr>
        <p:spPr>
          <a:xfrm>
            <a:off x="1743294" y="1197830"/>
            <a:ext cx="2532633" cy="36867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OS agnostic Server</a:t>
            </a:r>
          </a:p>
        </p:txBody>
      </p:sp>
      <p:sp>
        <p:nvSpPr>
          <p:cNvPr id="23" name="Rectangle: Rounded Corners 22">
            <a:extLst>
              <a:ext uri="{FF2B5EF4-FFF2-40B4-BE49-F238E27FC236}">
                <a16:creationId xmlns:a16="http://schemas.microsoft.com/office/drawing/2014/main" id="{0421C515-3095-A891-6B96-E03DC9430655}"/>
              </a:ext>
            </a:extLst>
          </p:cNvPr>
          <p:cNvSpPr/>
          <p:nvPr/>
        </p:nvSpPr>
        <p:spPr>
          <a:xfrm>
            <a:off x="931852" y="2587804"/>
            <a:ext cx="3322554" cy="428970"/>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MCP over HTTP, not STDIO</a:t>
            </a:r>
          </a:p>
        </p:txBody>
      </p:sp>
      <p:sp>
        <p:nvSpPr>
          <p:cNvPr id="24" name="Rectangle: Rounded Corners 23">
            <a:extLst>
              <a:ext uri="{FF2B5EF4-FFF2-40B4-BE49-F238E27FC236}">
                <a16:creationId xmlns:a16="http://schemas.microsoft.com/office/drawing/2014/main" id="{CDC113E4-E3B8-C677-BF21-F5002CE6F5DC}"/>
              </a:ext>
            </a:extLst>
          </p:cNvPr>
          <p:cNvSpPr/>
          <p:nvPr/>
        </p:nvSpPr>
        <p:spPr>
          <a:xfrm>
            <a:off x="1294821" y="4433352"/>
            <a:ext cx="3001462" cy="428970"/>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API key and bearer key tenant separation </a:t>
            </a:r>
          </a:p>
        </p:txBody>
      </p:sp>
      <p:sp>
        <p:nvSpPr>
          <p:cNvPr id="25" name="Rectangle: Rounded Corners 24">
            <a:extLst>
              <a:ext uri="{FF2B5EF4-FFF2-40B4-BE49-F238E27FC236}">
                <a16:creationId xmlns:a16="http://schemas.microsoft.com/office/drawing/2014/main" id="{5012B7BD-088D-900F-54B4-AF65800B0A9C}"/>
              </a:ext>
            </a:extLst>
          </p:cNvPr>
          <p:cNvSpPr/>
          <p:nvPr/>
        </p:nvSpPr>
        <p:spPr>
          <a:xfrm>
            <a:off x="855068" y="4940125"/>
            <a:ext cx="3437727" cy="428970"/>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Task, Product and Project management</a:t>
            </a:r>
          </a:p>
        </p:txBody>
      </p:sp>
      <p:sp>
        <p:nvSpPr>
          <p:cNvPr id="26" name="Rectangle: Rounded Corners 25">
            <a:extLst>
              <a:ext uri="{FF2B5EF4-FFF2-40B4-BE49-F238E27FC236}">
                <a16:creationId xmlns:a16="http://schemas.microsoft.com/office/drawing/2014/main" id="{0D094C97-7B9F-66DF-87CB-67FDA6ABEB33}"/>
              </a:ext>
            </a:extLst>
          </p:cNvPr>
          <p:cNvSpPr/>
          <p:nvPr/>
        </p:nvSpPr>
        <p:spPr>
          <a:xfrm>
            <a:off x="7091830" y="4728846"/>
            <a:ext cx="4495223" cy="367716"/>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sz="1100" dirty="0"/>
              <a:t>MCP message center for working Agents, with Developer visualization</a:t>
            </a:r>
          </a:p>
        </p:txBody>
      </p:sp>
      <p:sp>
        <p:nvSpPr>
          <p:cNvPr id="28" name="Rectangle: Rounded Corners 27">
            <a:extLst>
              <a:ext uri="{FF2B5EF4-FFF2-40B4-BE49-F238E27FC236}">
                <a16:creationId xmlns:a16="http://schemas.microsoft.com/office/drawing/2014/main" id="{FB3E7B66-4EE0-0570-D8BF-0D27A9848975}"/>
              </a:ext>
            </a:extLst>
          </p:cNvPr>
          <p:cNvSpPr/>
          <p:nvPr/>
        </p:nvSpPr>
        <p:spPr>
          <a:xfrm>
            <a:off x="495591" y="5446898"/>
            <a:ext cx="3758815" cy="328166"/>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a:t>Jobs management</a:t>
            </a:r>
          </a:p>
        </p:txBody>
      </p:sp>
      <p:sp>
        <p:nvSpPr>
          <p:cNvPr id="29" name="Rectangle: Rounded Corners 28">
            <a:extLst>
              <a:ext uri="{FF2B5EF4-FFF2-40B4-BE49-F238E27FC236}">
                <a16:creationId xmlns:a16="http://schemas.microsoft.com/office/drawing/2014/main" id="{78BE4FB4-C90E-867C-FA64-6167ED300291}"/>
              </a:ext>
            </a:extLst>
          </p:cNvPr>
          <p:cNvSpPr/>
          <p:nvPr/>
        </p:nvSpPr>
        <p:spPr>
          <a:xfrm>
            <a:off x="7091830" y="5204992"/>
            <a:ext cx="4718588" cy="367716"/>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sz="1100" dirty="0"/>
              <a:t>Product , Project and Jobs context management with priority assignment</a:t>
            </a:r>
          </a:p>
        </p:txBody>
      </p:sp>
      <p:sp>
        <p:nvSpPr>
          <p:cNvPr id="3" name="Slide Number Placeholder 2">
            <a:extLst>
              <a:ext uri="{FF2B5EF4-FFF2-40B4-BE49-F238E27FC236}">
                <a16:creationId xmlns:a16="http://schemas.microsoft.com/office/drawing/2014/main" id="{9A5D9ECC-0758-BB38-FC59-93FCF42E7CE6}"/>
              </a:ext>
            </a:extLst>
          </p:cNvPr>
          <p:cNvSpPr>
            <a:spLocks noGrp="1"/>
          </p:cNvSpPr>
          <p:nvPr>
            <p:ph type="sldNum" sz="quarter" idx="12"/>
          </p:nvPr>
        </p:nvSpPr>
        <p:spPr/>
        <p:txBody>
          <a:bodyPr/>
          <a:lstStyle/>
          <a:p>
            <a:fld id="{BC45C7BB-1724-4FC6-81FD-F79A3AB07237}" type="slidenum">
              <a:rPr lang="en-US" smtClean="0"/>
              <a:t>4</a:t>
            </a:fld>
            <a:endParaRPr lang="en-US" dirty="0"/>
          </a:p>
        </p:txBody>
      </p:sp>
      <p:sp>
        <p:nvSpPr>
          <p:cNvPr id="5" name="Rectangle: Rounded Corners 4">
            <a:extLst>
              <a:ext uri="{FF2B5EF4-FFF2-40B4-BE49-F238E27FC236}">
                <a16:creationId xmlns:a16="http://schemas.microsoft.com/office/drawing/2014/main" id="{E3F700D3-858B-8B21-766C-BF147AE79573}"/>
              </a:ext>
            </a:extLst>
          </p:cNvPr>
          <p:cNvSpPr/>
          <p:nvPr/>
        </p:nvSpPr>
        <p:spPr>
          <a:xfrm>
            <a:off x="7091830" y="4167688"/>
            <a:ext cx="4495223" cy="367716"/>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sz="1100" dirty="0" err="1"/>
              <a:t>Github</a:t>
            </a:r>
            <a:r>
              <a:rPr lang="en-US" sz="1100" dirty="0"/>
              <a:t> integration</a:t>
            </a:r>
          </a:p>
        </p:txBody>
      </p:sp>
      <p:sp>
        <p:nvSpPr>
          <p:cNvPr id="6" name="Rectangle: Rounded Corners 5">
            <a:extLst>
              <a:ext uri="{FF2B5EF4-FFF2-40B4-BE49-F238E27FC236}">
                <a16:creationId xmlns:a16="http://schemas.microsoft.com/office/drawing/2014/main" id="{488620D9-B6AD-4518-480C-1354C66793EA}"/>
              </a:ext>
            </a:extLst>
          </p:cNvPr>
          <p:cNvSpPr/>
          <p:nvPr/>
        </p:nvSpPr>
        <p:spPr>
          <a:xfrm>
            <a:off x="7091830" y="5709182"/>
            <a:ext cx="4718588" cy="367716"/>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sz="1100" dirty="0"/>
              <a:t>360 memory management, mini git, lifecycle, </a:t>
            </a:r>
            <a:r>
              <a:rPr lang="en-US" sz="1100" dirty="0" err="1"/>
              <a:t>github</a:t>
            </a:r>
            <a:r>
              <a:rPr lang="en-US" sz="1100" dirty="0"/>
              <a:t> tracking</a:t>
            </a:r>
          </a:p>
        </p:txBody>
      </p:sp>
    </p:spTree>
    <p:extLst>
      <p:ext uri="{BB962C8B-B14F-4D97-AF65-F5344CB8AC3E}">
        <p14:creationId xmlns:p14="http://schemas.microsoft.com/office/powerpoint/2010/main" val="203501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384B7-9774-8A29-F45A-1758B4E3D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0DC576-C039-89D8-5D96-CCFCB7889086}"/>
              </a:ext>
            </a:extLst>
          </p:cNvPr>
          <p:cNvSpPr>
            <a:spLocks noGrp="1"/>
          </p:cNvSpPr>
          <p:nvPr>
            <p:ph type="title"/>
          </p:nvPr>
        </p:nvSpPr>
        <p:spPr>
          <a:xfrm>
            <a:off x="838200" y="365125"/>
            <a:ext cx="10515600" cy="619077"/>
          </a:xfrm>
        </p:spPr>
        <p:txBody>
          <a:bodyPr>
            <a:normAutofit fontScale="90000"/>
          </a:bodyPr>
          <a:lstStyle/>
          <a:p>
            <a:r>
              <a:rPr lang="en-US" dirty="0"/>
              <a:t>Installation and Setup</a:t>
            </a:r>
          </a:p>
        </p:txBody>
      </p:sp>
      <p:sp>
        <p:nvSpPr>
          <p:cNvPr id="3" name="Rectangle: Rounded Corners 2">
            <a:extLst>
              <a:ext uri="{FF2B5EF4-FFF2-40B4-BE49-F238E27FC236}">
                <a16:creationId xmlns:a16="http://schemas.microsoft.com/office/drawing/2014/main" id="{0D5ACBC3-EBDC-6985-251B-1633F108ACC4}"/>
              </a:ext>
            </a:extLst>
          </p:cNvPr>
          <p:cNvSpPr/>
          <p:nvPr/>
        </p:nvSpPr>
        <p:spPr>
          <a:xfrm>
            <a:off x="760836"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Download Application from </a:t>
            </a:r>
            <a:r>
              <a:rPr lang="en-US" dirty="0" err="1"/>
              <a:t>Github</a:t>
            </a:r>
            <a:r>
              <a:rPr lang="en-US" dirty="0"/>
              <a:t> or website</a:t>
            </a:r>
          </a:p>
        </p:txBody>
      </p:sp>
      <p:sp>
        <p:nvSpPr>
          <p:cNvPr id="25" name="Rectangle: Rounded Corners 24">
            <a:extLst>
              <a:ext uri="{FF2B5EF4-FFF2-40B4-BE49-F238E27FC236}">
                <a16:creationId xmlns:a16="http://schemas.microsoft.com/office/drawing/2014/main" id="{8A523830-F4BF-F4E1-EEEB-2C8BF97B86F8}"/>
              </a:ext>
            </a:extLst>
          </p:cNvPr>
          <p:cNvSpPr/>
          <p:nvPr/>
        </p:nvSpPr>
        <p:spPr>
          <a:xfrm>
            <a:off x="3635495"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Install via python</a:t>
            </a:r>
          </a:p>
          <a:p>
            <a:pPr algn="ctr"/>
            <a:r>
              <a:rPr lang="en-US" dirty="0"/>
              <a:t>\python install.py</a:t>
            </a:r>
          </a:p>
        </p:txBody>
      </p:sp>
      <p:sp>
        <p:nvSpPr>
          <p:cNvPr id="26" name="Rectangle: Rounded Corners 25">
            <a:extLst>
              <a:ext uri="{FF2B5EF4-FFF2-40B4-BE49-F238E27FC236}">
                <a16:creationId xmlns:a16="http://schemas.microsoft.com/office/drawing/2014/main" id="{BF49D410-5A48-62AD-3F94-FC3226002B28}"/>
              </a:ext>
            </a:extLst>
          </p:cNvPr>
          <p:cNvSpPr/>
          <p:nvPr/>
        </p:nvSpPr>
        <p:spPr>
          <a:xfrm>
            <a:off x="6510154"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OS agnostic</a:t>
            </a:r>
          </a:p>
        </p:txBody>
      </p:sp>
      <p:sp>
        <p:nvSpPr>
          <p:cNvPr id="27" name="Rectangle: Rounded Corners 26">
            <a:extLst>
              <a:ext uri="{FF2B5EF4-FFF2-40B4-BE49-F238E27FC236}">
                <a16:creationId xmlns:a16="http://schemas.microsoft.com/office/drawing/2014/main" id="{FF46336B-70DD-9BD0-4BCA-C6D748D38A91}"/>
              </a:ext>
            </a:extLst>
          </p:cNvPr>
          <p:cNvSpPr/>
          <p:nvPr/>
        </p:nvSpPr>
        <p:spPr>
          <a:xfrm>
            <a:off x="9384813"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IP address binding configuration for frontend</a:t>
            </a:r>
          </a:p>
        </p:txBody>
      </p:sp>
      <p:sp>
        <p:nvSpPr>
          <p:cNvPr id="28" name="Rectangle: Rounded Corners 27">
            <a:extLst>
              <a:ext uri="{FF2B5EF4-FFF2-40B4-BE49-F238E27FC236}">
                <a16:creationId xmlns:a16="http://schemas.microsoft.com/office/drawing/2014/main" id="{6C4B1F42-FC5A-91E7-47E8-1B1D0109B0A7}"/>
              </a:ext>
            </a:extLst>
          </p:cNvPr>
          <p:cNvSpPr/>
          <p:nvPr/>
        </p:nvSpPr>
        <p:spPr>
          <a:xfrm>
            <a:off x="700341" y="318992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Database check requires PostgreSQL</a:t>
            </a:r>
          </a:p>
        </p:txBody>
      </p:sp>
      <p:sp>
        <p:nvSpPr>
          <p:cNvPr id="29" name="Rectangle: Rounded Corners 28">
            <a:extLst>
              <a:ext uri="{FF2B5EF4-FFF2-40B4-BE49-F238E27FC236}">
                <a16:creationId xmlns:a16="http://schemas.microsoft.com/office/drawing/2014/main" id="{54147053-AD53-937C-2628-5028FB650BF6}"/>
              </a:ext>
            </a:extLst>
          </p:cNvPr>
          <p:cNvSpPr/>
          <p:nvPr/>
        </p:nvSpPr>
        <p:spPr>
          <a:xfrm>
            <a:off x="3635495" y="318992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Developer provides credentials to DB</a:t>
            </a:r>
          </a:p>
        </p:txBody>
      </p:sp>
      <p:sp>
        <p:nvSpPr>
          <p:cNvPr id="30" name="Rectangle: Rounded Corners 29">
            <a:extLst>
              <a:ext uri="{FF2B5EF4-FFF2-40B4-BE49-F238E27FC236}">
                <a16:creationId xmlns:a16="http://schemas.microsoft.com/office/drawing/2014/main" id="{8B66BAA4-F639-9C9D-4AAF-9AFBB10A90F0}"/>
              </a:ext>
            </a:extLst>
          </p:cNvPr>
          <p:cNvSpPr/>
          <p:nvPr/>
        </p:nvSpPr>
        <p:spPr>
          <a:xfrm>
            <a:off x="6510154" y="318992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Dependency downloads from requirements.txt</a:t>
            </a:r>
          </a:p>
        </p:txBody>
      </p:sp>
      <p:sp>
        <p:nvSpPr>
          <p:cNvPr id="31" name="Rectangle: Rounded Corners 30">
            <a:extLst>
              <a:ext uri="{FF2B5EF4-FFF2-40B4-BE49-F238E27FC236}">
                <a16:creationId xmlns:a16="http://schemas.microsoft.com/office/drawing/2014/main" id="{A0EEDD64-790C-2BA6-14DA-274926ECAA85}"/>
              </a:ext>
            </a:extLst>
          </p:cNvPr>
          <p:cNvSpPr/>
          <p:nvPr/>
        </p:nvSpPr>
        <p:spPr>
          <a:xfrm>
            <a:off x="9384813" y="3151541"/>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Required Database configuration setup for first run</a:t>
            </a:r>
          </a:p>
        </p:txBody>
      </p:sp>
      <p:sp>
        <p:nvSpPr>
          <p:cNvPr id="32" name="Rectangle: Rounded Corners 31">
            <a:extLst>
              <a:ext uri="{FF2B5EF4-FFF2-40B4-BE49-F238E27FC236}">
                <a16:creationId xmlns:a16="http://schemas.microsoft.com/office/drawing/2014/main" id="{2B7DCF66-46D2-6405-3D2C-605A9F752903}"/>
              </a:ext>
            </a:extLst>
          </p:cNvPr>
          <p:cNvSpPr/>
          <p:nvPr/>
        </p:nvSpPr>
        <p:spPr>
          <a:xfrm>
            <a:off x="7467015" y="5151352"/>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Instructions for application launch</a:t>
            </a:r>
          </a:p>
        </p:txBody>
      </p:sp>
      <p:cxnSp>
        <p:nvCxnSpPr>
          <p:cNvPr id="34" name="Straight Arrow Connector 33">
            <a:extLst>
              <a:ext uri="{FF2B5EF4-FFF2-40B4-BE49-F238E27FC236}">
                <a16:creationId xmlns:a16="http://schemas.microsoft.com/office/drawing/2014/main" id="{3B3BBC44-2DF3-1AB7-3E7C-F7098365F4A8}"/>
              </a:ext>
            </a:extLst>
          </p:cNvPr>
          <p:cNvCxnSpPr>
            <a:stCxn id="3" idx="3"/>
            <a:endCxn id="25" idx="1"/>
          </p:cNvCxnSpPr>
          <p:nvPr/>
        </p:nvCxnSpPr>
        <p:spPr>
          <a:xfrm>
            <a:off x="3134087"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D2220820-FDD0-661C-91C8-F2809BA79B6F}"/>
              </a:ext>
            </a:extLst>
          </p:cNvPr>
          <p:cNvCxnSpPr/>
          <p:nvPr/>
        </p:nvCxnSpPr>
        <p:spPr>
          <a:xfrm>
            <a:off x="600874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E2B00DCF-E26D-4DD2-21E9-C2A9DA3EF5C3}"/>
              </a:ext>
            </a:extLst>
          </p:cNvPr>
          <p:cNvCxnSpPr/>
          <p:nvPr/>
        </p:nvCxnSpPr>
        <p:spPr>
          <a:xfrm>
            <a:off x="888340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8" name="Connector: Elbow 37">
            <a:extLst>
              <a:ext uri="{FF2B5EF4-FFF2-40B4-BE49-F238E27FC236}">
                <a16:creationId xmlns:a16="http://schemas.microsoft.com/office/drawing/2014/main" id="{90347001-2A4B-48BE-C3B8-23DA705702A6}"/>
              </a:ext>
            </a:extLst>
          </p:cNvPr>
          <p:cNvCxnSpPr>
            <a:stCxn id="27" idx="2"/>
            <a:endCxn id="28" idx="0"/>
          </p:cNvCxnSpPr>
          <p:nvPr/>
        </p:nvCxnSpPr>
        <p:spPr>
          <a:xfrm rot="5400000">
            <a:off x="5806904" y="-1574606"/>
            <a:ext cx="844598" cy="8684472"/>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9" name="Straight Arrow Connector 38">
            <a:extLst>
              <a:ext uri="{FF2B5EF4-FFF2-40B4-BE49-F238E27FC236}">
                <a16:creationId xmlns:a16="http://schemas.microsoft.com/office/drawing/2014/main" id="{081A25DB-DE9D-9842-DFEA-14E2F7950CBE}"/>
              </a:ext>
            </a:extLst>
          </p:cNvPr>
          <p:cNvCxnSpPr/>
          <p:nvPr/>
        </p:nvCxnSpPr>
        <p:spPr>
          <a:xfrm>
            <a:off x="3134087" y="3712278"/>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0" name="Straight Arrow Connector 39">
            <a:extLst>
              <a:ext uri="{FF2B5EF4-FFF2-40B4-BE49-F238E27FC236}">
                <a16:creationId xmlns:a16="http://schemas.microsoft.com/office/drawing/2014/main" id="{129EE1CF-A404-D3AC-44F9-1A5B6A872A88}"/>
              </a:ext>
            </a:extLst>
          </p:cNvPr>
          <p:cNvCxnSpPr/>
          <p:nvPr/>
        </p:nvCxnSpPr>
        <p:spPr>
          <a:xfrm>
            <a:off x="6008745" y="3689011"/>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1" name="Straight Arrow Connector 40">
            <a:extLst>
              <a:ext uri="{FF2B5EF4-FFF2-40B4-BE49-F238E27FC236}">
                <a16:creationId xmlns:a16="http://schemas.microsoft.com/office/drawing/2014/main" id="{E19FCFD1-9763-A5BB-C423-F770ED433FD4}"/>
              </a:ext>
            </a:extLst>
          </p:cNvPr>
          <p:cNvCxnSpPr/>
          <p:nvPr/>
        </p:nvCxnSpPr>
        <p:spPr>
          <a:xfrm>
            <a:off x="8883405" y="3689011"/>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3" name="Connector: Elbow 42">
            <a:extLst>
              <a:ext uri="{FF2B5EF4-FFF2-40B4-BE49-F238E27FC236}">
                <a16:creationId xmlns:a16="http://schemas.microsoft.com/office/drawing/2014/main" id="{F0C937DB-8F59-2EB4-25D9-849FFA2F4AFD}"/>
              </a:ext>
            </a:extLst>
          </p:cNvPr>
          <p:cNvCxnSpPr>
            <a:cxnSpLocks/>
            <a:stCxn id="31" idx="2"/>
            <a:endCxn id="44" idx="0"/>
          </p:cNvCxnSpPr>
          <p:nvPr/>
        </p:nvCxnSpPr>
        <p:spPr>
          <a:xfrm rot="5400000">
            <a:off x="6339142" y="919054"/>
            <a:ext cx="966749" cy="7497847"/>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sp>
        <p:nvSpPr>
          <p:cNvPr id="44" name="Rectangle: Rounded Corners 43">
            <a:extLst>
              <a:ext uri="{FF2B5EF4-FFF2-40B4-BE49-F238E27FC236}">
                <a16:creationId xmlns:a16="http://schemas.microsoft.com/office/drawing/2014/main" id="{DEF079BF-E627-554F-DF3E-2EECC679B043}"/>
              </a:ext>
            </a:extLst>
          </p:cNvPr>
          <p:cNvSpPr/>
          <p:nvPr/>
        </p:nvSpPr>
        <p:spPr>
          <a:xfrm>
            <a:off x="1886966" y="5151352"/>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Agent default template creation</a:t>
            </a:r>
          </a:p>
        </p:txBody>
      </p:sp>
      <p:cxnSp>
        <p:nvCxnSpPr>
          <p:cNvPr id="46" name="Straight Arrow Connector 45">
            <a:extLst>
              <a:ext uri="{FF2B5EF4-FFF2-40B4-BE49-F238E27FC236}">
                <a16:creationId xmlns:a16="http://schemas.microsoft.com/office/drawing/2014/main" id="{4EA4EF69-137B-E6E3-F239-572B586FD115}"/>
              </a:ext>
            </a:extLst>
          </p:cNvPr>
          <p:cNvCxnSpPr>
            <a:cxnSpLocks/>
            <a:endCxn id="32" idx="1"/>
          </p:cNvCxnSpPr>
          <p:nvPr/>
        </p:nvCxnSpPr>
        <p:spPr>
          <a:xfrm>
            <a:off x="7001093" y="5667883"/>
            <a:ext cx="465922"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Slide Number Placeholder 3">
            <a:extLst>
              <a:ext uri="{FF2B5EF4-FFF2-40B4-BE49-F238E27FC236}">
                <a16:creationId xmlns:a16="http://schemas.microsoft.com/office/drawing/2014/main" id="{505E3EB8-D10A-CE22-9461-5B5FE3183332}"/>
              </a:ext>
            </a:extLst>
          </p:cNvPr>
          <p:cNvSpPr>
            <a:spLocks noGrp="1"/>
          </p:cNvSpPr>
          <p:nvPr>
            <p:ph type="sldNum" sz="quarter" idx="12"/>
          </p:nvPr>
        </p:nvSpPr>
        <p:spPr/>
        <p:txBody>
          <a:bodyPr/>
          <a:lstStyle/>
          <a:p>
            <a:fld id="{BC45C7BB-1724-4FC6-81FD-F79A3AB07237}" type="slidenum">
              <a:rPr lang="en-US" smtClean="0"/>
              <a:t>5</a:t>
            </a:fld>
            <a:endParaRPr lang="en-US"/>
          </a:p>
        </p:txBody>
      </p:sp>
      <p:sp>
        <p:nvSpPr>
          <p:cNvPr id="7" name="Rectangle: Rounded Corners 6">
            <a:extLst>
              <a:ext uri="{FF2B5EF4-FFF2-40B4-BE49-F238E27FC236}">
                <a16:creationId xmlns:a16="http://schemas.microsoft.com/office/drawing/2014/main" id="{7874C732-2B5B-10B3-173A-C50BB23DE15F}"/>
              </a:ext>
            </a:extLst>
          </p:cNvPr>
          <p:cNvSpPr/>
          <p:nvPr/>
        </p:nvSpPr>
        <p:spPr>
          <a:xfrm>
            <a:off x="4627842" y="5151352"/>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360 memory default template creation</a:t>
            </a:r>
          </a:p>
        </p:txBody>
      </p:sp>
      <p:cxnSp>
        <p:nvCxnSpPr>
          <p:cNvPr id="8" name="Straight Arrow Connector 7">
            <a:extLst>
              <a:ext uri="{FF2B5EF4-FFF2-40B4-BE49-F238E27FC236}">
                <a16:creationId xmlns:a16="http://schemas.microsoft.com/office/drawing/2014/main" id="{2987D364-C516-7FD4-1FCC-62DB9DB654F8}"/>
              </a:ext>
            </a:extLst>
          </p:cNvPr>
          <p:cNvCxnSpPr>
            <a:cxnSpLocks/>
            <a:stCxn id="44" idx="3"/>
            <a:endCxn id="7" idx="1"/>
          </p:cNvCxnSpPr>
          <p:nvPr/>
        </p:nvCxnSpPr>
        <p:spPr>
          <a:xfrm>
            <a:off x="4260217" y="5667883"/>
            <a:ext cx="367625"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693103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6D18-BDAF-74BE-BD72-6B70BA4AB4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66104C-7B33-6687-7C2F-0E49AC136BA8}"/>
              </a:ext>
            </a:extLst>
          </p:cNvPr>
          <p:cNvSpPr>
            <a:spLocks noGrp="1"/>
          </p:cNvSpPr>
          <p:nvPr>
            <p:ph type="title"/>
          </p:nvPr>
        </p:nvSpPr>
        <p:spPr>
          <a:xfrm>
            <a:off x="838200" y="365125"/>
            <a:ext cx="10515600" cy="619077"/>
          </a:xfrm>
        </p:spPr>
        <p:txBody>
          <a:bodyPr>
            <a:normAutofit fontScale="90000"/>
          </a:bodyPr>
          <a:lstStyle/>
          <a:p>
            <a:r>
              <a:rPr lang="en-US" dirty="0"/>
              <a:t>First run workflow</a:t>
            </a:r>
          </a:p>
        </p:txBody>
      </p:sp>
      <p:sp>
        <p:nvSpPr>
          <p:cNvPr id="3" name="Rectangle: Rounded Corners 2">
            <a:extLst>
              <a:ext uri="{FF2B5EF4-FFF2-40B4-BE49-F238E27FC236}">
                <a16:creationId xmlns:a16="http://schemas.microsoft.com/office/drawing/2014/main" id="{B6726891-6423-49D0-16DE-9A9A172AAA7E}"/>
              </a:ext>
            </a:extLst>
          </p:cNvPr>
          <p:cNvSpPr/>
          <p:nvPr/>
        </p:nvSpPr>
        <p:spPr>
          <a:xfrm>
            <a:off x="279208" y="2498895"/>
            <a:ext cx="2826960"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Browse to http:/{</a:t>
            </a:r>
            <a:r>
              <a:rPr lang="en-US" dirty="0" err="1"/>
              <a:t>ip_address</a:t>
            </a:r>
            <a:r>
              <a:rPr lang="en-US" dirty="0"/>
              <a:t>}:7274</a:t>
            </a:r>
          </a:p>
        </p:txBody>
      </p:sp>
      <p:sp>
        <p:nvSpPr>
          <p:cNvPr id="25" name="Rectangle: Rounded Corners 24">
            <a:extLst>
              <a:ext uri="{FF2B5EF4-FFF2-40B4-BE49-F238E27FC236}">
                <a16:creationId xmlns:a16="http://schemas.microsoft.com/office/drawing/2014/main" id="{0E446E29-BDF4-40EB-8816-93F77A2AC67E}"/>
              </a:ext>
            </a:extLst>
          </p:cNvPr>
          <p:cNvSpPr/>
          <p:nvPr/>
        </p:nvSpPr>
        <p:spPr>
          <a:xfrm>
            <a:off x="3607575" y="2498895"/>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Set up Admin user</a:t>
            </a:r>
          </a:p>
        </p:txBody>
      </p:sp>
      <p:sp>
        <p:nvSpPr>
          <p:cNvPr id="26" name="Rectangle: Rounded Corners 25">
            <a:extLst>
              <a:ext uri="{FF2B5EF4-FFF2-40B4-BE49-F238E27FC236}">
                <a16:creationId xmlns:a16="http://schemas.microsoft.com/office/drawing/2014/main" id="{388CE33D-60D5-5BAD-E4D7-30838C88D543}"/>
              </a:ext>
            </a:extLst>
          </p:cNvPr>
          <p:cNvSpPr/>
          <p:nvPr/>
        </p:nvSpPr>
        <p:spPr>
          <a:xfrm>
            <a:off x="6482234" y="2498895"/>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Creates Tenant for Admin user</a:t>
            </a:r>
          </a:p>
        </p:txBody>
      </p:sp>
      <p:sp>
        <p:nvSpPr>
          <p:cNvPr id="27" name="Rectangle: Rounded Corners 26">
            <a:extLst>
              <a:ext uri="{FF2B5EF4-FFF2-40B4-BE49-F238E27FC236}">
                <a16:creationId xmlns:a16="http://schemas.microsoft.com/office/drawing/2014/main" id="{17A0E206-B287-9C7A-80D8-50F2CDE5BBD7}"/>
              </a:ext>
            </a:extLst>
          </p:cNvPr>
          <p:cNvSpPr/>
          <p:nvPr/>
        </p:nvSpPr>
        <p:spPr>
          <a:xfrm>
            <a:off x="9356893" y="2498895"/>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Welcome page</a:t>
            </a:r>
          </a:p>
        </p:txBody>
      </p:sp>
      <p:cxnSp>
        <p:nvCxnSpPr>
          <p:cNvPr id="34" name="Straight Arrow Connector 33">
            <a:extLst>
              <a:ext uri="{FF2B5EF4-FFF2-40B4-BE49-F238E27FC236}">
                <a16:creationId xmlns:a16="http://schemas.microsoft.com/office/drawing/2014/main" id="{1AF69928-3E95-4584-E8FE-65D12248A6E4}"/>
              </a:ext>
            </a:extLst>
          </p:cNvPr>
          <p:cNvCxnSpPr>
            <a:cxnSpLocks/>
            <a:stCxn id="3" idx="3"/>
            <a:endCxn id="25" idx="1"/>
          </p:cNvCxnSpPr>
          <p:nvPr/>
        </p:nvCxnSpPr>
        <p:spPr>
          <a:xfrm>
            <a:off x="3106168" y="3015426"/>
            <a:ext cx="50140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F4C454F8-B5DA-0D46-FDE6-7A5D3B19F1ED}"/>
              </a:ext>
            </a:extLst>
          </p:cNvPr>
          <p:cNvCxnSpPr/>
          <p:nvPr/>
        </p:nvCxnSpPr>
        <p:spPr>
          <a:xfrm>
            <a:off x="5980825" y="3015426"/>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632802E3-020B-6783-5E77-BB279E9411A4}"/>
              </a:ext>
            </a:extLst>
          </p:cNvPr>
          <p:cNvCxnSpPr/>
          <p:nvPr/>
        </p:nvCxnSpPr>
        <p:spPr>
          <a:xfrm>
            <a:off x="8855485" y="3015426"/>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Slide Number Placeholder 3">
            <a:extLst>
              <a:ext uri="{FF2B5EF4-FFF2-40B4-BE49-F238E27FC236}">
                <a16:creationId xmlns:a16="http://schemas.microsoft.com/office/drawing/2014/main" id="{C74F36F1-1070-52AB-6577-C0AB48E54AD3}"/>
              </a:ext>
            </a:extLst>
          </p:cNvPr>
          <p:cNvSpPr>
            <a:spLocks noGrp="1"/>
          </p:cNvSpPr>
          <p:nvPr>
            <p:ph type="sldNum" sz="quarter" idx="12"/>
          </p:nvPr>
        </p:nvSpPr>
        <p:spPr/>
        <p:txBody>
          <a:bodyPr/>
          <a:lstStyle/>
          <a:p>
            <a:fld id="{BC45C7BB-1724-4FC6-81FD-F79A3AB07237}" type="slidenum">
              <a:rPr lang="en-US" smtClean="0"/>
              <a:t>6</a:t>
            </a:fld>
            <a:endParaRPr lang="en-US"/>
          </a:p>
        </p:txBody>
      </p:sp>
    </p:spTree>
    <p:extLst>
      <p:ext uri="{BB962C8B-B14F-4D97-AF65-F5344CB8AC3E}">
        <p14:creationId xmlns:p14="http://schemas.microsoft.com/office/powerpoint/2010/main" val="4110524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FD9F5-4343-F9A7-8A66-32D26965EA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BA3EFE-3FEA-A1C2-941A-7CD1A51AD339}"/>
              </a:ext>
            </a:extLst>
          </p:cNvPr>
          <p:cNvSpPr>
            <a:spLocks noGrp="1"/>
          </p:cNvSpPr>
          <p:nvPr>
            <p:ph type="title"/>
          </p:nvPr>
        </p:nvSpPr>
        <p:spPr>
          <a:xfrm>
            <a:off x="838200" y="365125"/>
            <a:ext cx="10515600" cy="619077"/>
          </a:xfrm>
        </p:spPr>
        <p:txBody>
          <a:bodyPr>
            <a:normAutofit fontScale="90000"/>
          </a:bodyPr>
          <a:lstStyle/>
          <a:p>
            <a:r>
              <a:rPr lang="en-US" dirty="0"/>
              <a:t>Application Setup overview</a:t>
            </a:r>
          </a:p>
        </p:txBody>
      </p:sp>
      <p:sp>
        <p:nvSpPr>
          <p:cNvPr id="3" name="Rectangle: Rounded Corners 2">
            <a:extLst>
              <a:ext uri="{FF2B5EF4-FFF2-40B4-BE49-F238E27FC236}">
                <a16:creationId xmlns:a16="http://schemas.microsoft.com/office/drawing/2014/main" id="{A347DF0B-96D3-8E49-F5A6-D42709B4B8D8}"/>
              </a:ext>
            </a:extLst>
          </p:cNvPr>
          <p:cNvSpPr/>
          <p:nvPr/>
        </p:nvSpPr>
        <p:spPr>
          <a:xfrm>
            <a:off x="760836"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Navigate to user settings</a:t>
            </a:r>
          </a:p>
        </p:txBody>
      </p:sp>
      <p:sp>
        <p:nvSpPr>
          <p:cNvPr id="25" name="Rectangle: Rounded Corners 24">
            <a:extLst>
              <a:ext uri="{FF2B5EF4-FFF2-40B4-BE49-F238E27FC236}">
                <a16:creationId xmlns:a16="http://schemas.microsoft.com/office/drawing/2014/main" id="{C3AF89F5-BEAD-77BD-ADEB-EAE86427B078}"/>
              </a:ext>
            </a:extLst>
          </p:cNvPr>
          <p:cNvSpPr/>
          <p:nvPr/>
        </p:nvSpPr>
        <p:spPr>
          <a:xfrm>
            <a:off x="3635495"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MCP tool prompt for attaching Terminal Cli tool (Claude, Codex, Gemini)</a:t>
            </a:r>
          </a:p>
        </p:txBody>
      </p:sp>
      <p:sp>
        <p:nvSpPr>
          <p:cNvPr id="26" name="Rectangle: Rounded Corners 25">
            <a:extLst>
              <a:ext uri="{FF2B5EF4-FFF2-40B4-BE49-F238E27FC236}">
                <a16:creationId xmlns:a16="http://schemas.microsoft.com/office/drawing/2014/main" id="{2728CA14-D3B6-E872-6896-B08E62651853}"/>
              </a:ext>
            </a:extLst>
          </p:cNvPr>
          <p:cNvSpPr/>
          <p:nvPr/>
        </p:nvSpPr>
        <p:spPr>
          <a:xfrm>
            <a:off x="6510154"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Prompt copy to install slash commands</a:t>
            </a:r>
          </a:p>
        </p:txBody>
      </p:sp>
      <p:sp>
        <p:nvSpPr>
          <p:cNvPr id="27" name="Rectangle: Rounded Corners 26">
            <a:extLst>
              <a:ext uri="{FF2B5EF4-FFF2-40B4-BE49-F238E27FC236}">
                <a16:creationId xmlns:a16="http://schemas.microsoft.com/office/drawing/2014/main" id="{434A55DB-4779-2E89-4DBE-5E4391D47F76}"/>
              </a:ext>
            </a:extLst>
          </p:cNvPr>
          <p:cNvSpPr/>
          <p:nvPr/>
        </p:nvSpPr>
        <p:spPr>
          <a:xfrm>
            <a:off x="9384813"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Prompt copy for installing agents (</a:t>
            </a:r>
            <a:r>
              <a:rPr lang="en-US" dirty="0" err="1"/>
              <a:t>claude</a:t>
            </a:r>
            <a:r>
              <a:rPr lang="en-US" dirty="0"/>
              <a:t> code cli)</a:t>
            </a:r>
          </a:p>
        </p:txBody>
      </p:sp>
      <p:sp>
        <p:nvSpPr>
          <p:cNvPr id="28" name="Rectangle: Rounded Corners 27">
            <a:extLst>
              <a:ext uri="{FF2B5EF4-FFF2-40B4-BE49-F238E27FC236}">
                <a16:creationId xmlns:a16="http://schemas.microsoft.com/office/drawing/2014/main" id="{E8D05FD9-19B6-A50A-C3A5-0663704EEAA3}"/>
              </a:ext>
            </a:extLst>
          </p:cNvPr>
          <p:cNvSpPr/>
          <p:nvPr/>
        </p:nvSpPr>
        <p:spPr>
          <a:xfrm>
            <a:off x="700341" y="318992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Enable Serena MCP and custom configure</a:t>
            </a:r>
          </a:p>
        </p:txBody>
      </p:sp>
      <p:sp>
        <p:nvSpPr>
          <p:cNvPr id="30" name="Rectangle: Rounded Corners 29">
            <a:extLst>
              <a:ext uri="{FF2B5EF4-FFF2-40B4-BE49-F238E27FC236}">
                <a16:creationId xmlns:a16="http://schemas.microsoft.com/office/drawing/2014/main" id="{1EDCF0C4-D9FE-2D3C-EED8-F837D6AC2908}"/>
              </a:ext>
            </a:extLst>
          </p:cNvPr>
          <p:cNvSpPr/>
          <p:nvPr/>
        </p:nvSpPr>
        <p:spPr>
          <a:xfrm>
            <a:off x="3635495" y="3179458"/>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Context priority settings if desired</a:t>
            </a:r>
          </a:p>
        </p:txBody>
      </p:sp>
      <p:sp>
        <p:nvSpPr>
          <p:cNvPr id="31" name="Rectangle: Rounded Corners 30">
            <a:extLst>
              <a:ext uri="{FF2B5EF4-FFF2-40B4-BE49-F238E27FC236}">
                <a16:creationId xmlns:a16="http://schemas.microsoft.com/office/drawing/2014/main" id="{DF23AD5A-AB7F-509D-9621-F7AB8DA062BB}"/>
              </a:ext>
            </a:extLst>
          </p:cNvPr>
          <p:cNvSpPr/>
          <p:nvPr/>
        </p:nvSpPr>
        <p:spPr>
          <a:xfrm>
            <a:off x="9384813" y="3151541"/>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2" name="Rectangle: Rounded Corners 31">
            <a:extLst>
              <a:ext uri="{FF2B5EF4-FFF2-40B4-BE49-F238E27FC236}">
                <a16:creationId xmlns:a16="http://schemas.microsoft.com/office/drawing/2014/main" id="{02DF059F-33C0-E594-AE2E-FB7503223E62}"/>
              </a:ext>
            </a:extLst>
          </p:cNvPr>
          <p:cNvSpPr/>
          <p:nvPr/>
        </p:nvSpPr>
        <p:spPr>
          <a:xfrm>
            <a:off x="5072823" y="5151352"/>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34" name="Straight Arrow Connector 33">
            <a:extLst>
              <a:ext uri="{FF2B5EF4-FFF2-40B4-BE49-F238E27FC236}">
                <a16:creationId xmlns:a16="http://schemas.microsoft.com/office/drawing/2014/main" id="{821E006F-2C62-31BF-7FAB-74FE0C5F81C9}"/>
              </a:ext>
            </a:extLst>
          </p:cNvPr>
          <p:cNvCxnSpPr>
            <a:stCxn id="3" idx="3"/>
            <a:endCxn id="25" idx="1"/>
          </p:cNvCxnSpPr>
          <p:nvPr/>
        </p:nvCxnSpPr>
        <p:spPr>
          <a:xfrm>
            <a:off x="3134087"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EB5CBEDB-B310-9C80-8FBA-D1FE90F9C181}"/>
              </a:ext>
            </a:extLst>
          </p:cNvPr>
          <p:cNvCxnSpPr/>
          <p:nvPr/>
        </p:nvCxnSpPr>
        <p:spPr>
          <a:xfrm>
            <a:off x="600874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A3BAFFB7-AE0A-355E-062A-D49DA909A684}"/>
              </a:ext>
            </a:extLst>
          </p:cNvPr>
          <p:cNvCxnSpPr/>
          <p:nvPr/>
        </p:nvCxnSpPr>
        <p:spPr>
          <a:xfrm>
            <a:off x="888340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8" name="Connector: Elbow 37">
            <a:extLst>
              <a:ext uri="{FF2B5EF4-FFF2-40B4-BE49-F238E27FC236}">
                <a16:creationId xmlns:a16="http://schemas.microsoft.com/office/drawing/2014/main" id="{213D7910-F082-29CC-DA21-DE4D749E004C}"/>
              </a:ext>
            </a:extLst>
          </p:cNvPr>
          <p:cNvCxnSpPr>
            <a:stCxn id="27" idx="2"/>
            <a:endCxn id="28" idx="0"/>
          </p:cNvCxnSpPr>
          <p:nvPr/>
        </p:nvCxnSpPr>
        <p:spPr>
          <a:xfrm rot="5400000">
            <a:off x="5806904" y="-1574606"/>
            <a:ext cx="844598" cy="8684472"/>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9" name="Straight Arrow Connector 38">
            <a:extLst>
              <a:ext uri="{FF2B5EF4-FFF2-40B4-BE49-F238E27FC236}">
                <a16:creationId xmlns:a16="http://schemas.microsoft.com/office/drawing/2014/main" id="{41B6F19E-2978-B385-4776-67DB4EFBB54F}"/>
              </a:ext>
            </a:extLst>
          </p:cNvPr>
          <p:cNvCxnSpPr/>
          <p:nvPr/>
        </p:nvCxnSpPr>
        <p:spPr>
          <a:xfrm>
            <a:off x="3134087" y="3712278"/>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0" name="Straight Arrow Connector 39">
            <a:extLst>
              <a:ext uri="{FF2B5EF4-FFF2-40B4-BE49-F238E27FC236}">
                <a16:creationId xmlns:a16="http://schemas.microsoft.com/office/drawing/2014/main" id="{231D62D2-A06B-66E7-3751-BA8883A0DC03}"/>
              </a:ext>
            </a:extLst>
          </p:cNvPr>
          <p:cNvCxnSpPr/>
          <p:nvPr/>
        </p:nvCxnSpPr>
        <p:spPr>
          <a:xfrm>
            <a:off x="6008745" y="3689011"/>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1" name="Straight Arrow Connector 40">
            <a:extLst>
              <a:ext uri="{FF2B5EF4-FFF2-40B4-BE49-F238E27FC236}">
                <a16:creationId xmlns:a16="http://schemas.microsoft.com/office/drawing/2014/main" id="{514F30C2-562A-2A1F-75B8-C4A964F7A666}"/>
              </a:ext>
            </a:extLst>
          </p:cNvPr>
          <p:cNvCxnSpPr/>
          <p:nvPr/>
        </p:nvCxnSpPr>
        <p:spPr>
          <a:xfrm>
            <a:off x="8883405" y="3689011"/>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3" name="Connector: Elbow 42">
            <a:extLst>
              <a:ext uri="{FF2B5EF4-FFF2-40B4-BE49-F238E27FC236}">
                <a16:creationId xmlns:a16="http://schemas.microsoft.com/office/drawing/2014/main" id="{32D147B6-34F9-F1E5-FED7-DF2B8C8DCABE}"/>
              </a:ext>
            </a:extLst>
          </p:cNvPr>
          <p:cNvCxnSpPr>
            <a:cxnSpLocks/>
            <a:stCxn id="31" idx="2"/>
            <a:endCxn id="44" idx="0"/>
          </p:cNvCxnSpPr>
          <p:nvPr/>
        </p:nvCxnSpPr>
        <p:spPr>
          <a:xfrm rot="5400000">
            <a:off x="6339142" y="919054"/>
            <a:ext cx="966749" cy="7497847"/>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sp>
        <p:nvSpPr>
          <p:cNvPr id="44" name="Rectangle: Rounded Corners 43">
            <a:extLst>
              <a:ext uri="{FF2B5EF4-FFF2-40B4-BE49-F238E27FC236}">
                <a16:creationId xmlns:a16="http://schemas.microsoft.com/office/drawing/2014/main" id="{5A0034AA-519A-DE23-96BC-B878C334565E}"/>
              </a:ext>
            </a:extLst>
          </p:cNvPr>
          <p:cNvSpPr/>
          <p:nvPr/>
        </p:nvSpPr>
        <p:spPr>
          <a:xfrm>
            <a:off x="1886966" y="5151352"/>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6" name="Straight Arrow Connector 45">
            <a:extLst>
              <a:ext uri="{FF2B5EF4-FFF2-40B4-BE49-F238E27FC236}">
                <a16:creationId xmlns:a16="http://schemas.microsoft.com/office/drawing/2014/main" id="{BC5AFD92-A112-22EB-966B-0572C8B8B57B}"/>
              </a:ext>
            </a:extLst>
          </p:cNvPr>
          <p:cNvCxnSpPr>
            <a:cxnSpLocks/>
            <a:stCxn id="44" idx="3"/>
            <a:endCxn id="32" idx="1"/>
          </p:cNvCxnSpPr>
          <p:nvPr/>
        </p:nvCxnSpPr>
        <p:spPr>
          <a:xfrm>
            <a:off x="4260217" y="5667883"/>
            <a:ext cx="812606"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5" name="Slide Number Placeholder 4">
            <a:extLst>
              <a:ext uri="{FF2B5EF4-FFF2-40B4-BE49-F238E27FC236}">
                <a16:creationId xmlns:a16="http://schemas.microsoft.com/office/drawing/2014/main" id="{FF213520-43BF-D185-F13B-5A9964C351D0}"/>
              </a:ext>
            </a:extLst>
          </p:cNvPr>
          <p:cNvSpPr>
            <a:spLocks noGrp="1"/>
          </p:cNvSpPr>
          <p:nvPr>
            <p:ph type="sldNum" sz="quarter" idx="12"/>
          </p:nvPr>
        </p:nvSpPr>
        <p:spPr/>
        <p:txBody>
          <a:bodyPr/>
          <a:lstStyle/>
          <a:p>
            <a:fld id="{BC45C7BB-1724-4FC6-81FD-F79A3AB07237}" type="slidenum">
              <a:rPr lang="en-US" smtClean="0"/>
              <a:t>7</a:t>
            </a:fld>
            <a:endParaRPr lang="en-US"/>
          </a:p>
        </p:txBody>
      </p:sp>
    </p:spTree>
    <p:extLst>
      <p:ext uri="{BB962C8B-B14F-4D97-AF65-F5344CB8AC3E}">
        <p14:creationId xmlns:p14="http://schemas.microsoft.com/office/powerpoint/2010/main" val="968317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542C3-B4A6-E099-A3A4-EEF90C5E0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9645D1-15A8-373F-7CBF-6287514B78D9}"/>
              </a:ext>
            </a:extLst>
          </p:cNvPr>
          <p:cNvSpPr>
            <a:spLocks noGrp="1"/>
          </p:cNvSpPr>
          <p:nvPr>
            <p:ph type="title"/>
          </p:nvPr>
        </p:nvSpPr>
        <p:spPr>
          <a:xfrm>
            <a:off x="838200" y="365125"/>
            <a:ext cx="10515600" cy="619077"/>
          </a:xfrm>
        </p:spPr>
        <p:txBody>
          <a:bodyPr>
            <a:normAutofit fontScale="90000"/>
          </a:bodyPr>
          <a:lstStyle/>
          <a:p>
            <a:r>
              <a:rPr lang="en-US" dirty="0"/>
              <a:t>Application Workflow overview</a:t>
            </a:r>
          </a:p>
        </p:txBody>
      </p:sp>
      <p:sp>
        <p:nvSpPr>
          <p:cNvPr id="3" name="Rectangle: Rounded Corners 2">
            <a:extLst>
              <a:ext uri="{FF2B5EF4-FFF2-40B4-BE49-F238E27FC236}">
                <a16:creationId xmlns:a16="http://schemas.microsoft.com/office/drawing/2014/main" id="{CB518CAB-19D7-73DD-6E23-8327EA260138}"/>
              </a:ext>
            </a:extLst>
          </p:cNvPr>
          <p:cNvSpPr/>
          <p:nvPr/>
        </p:nvSpPr>
        <p:spPr>
          <a:xfrm>
            <a:off x="760836" y="1598874"/>
            <a:ext cx="2373251" cy="57544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Create Product</a:t>
            </a:r>
          </a:p>
        </p:txBody>
      </p:sp>
      <p:sp>
        <p:nvSpPr>
          <p:cNvPr id="25" name="Rectangle: Rounded Corners 24">
            <a:extLst>
              <a:ext uri="{FF2B5EF4-FFF2-40B4-BE49-F238E27FC236}">
                <a16:creationId xmlns:a16="http://schemas.microsoft.com/office/drawing/2014/main" id="{DBB2854B-C1A4-52B6-AD11-9D1FE66924ED}"/>
              </a:ext>
            </a:extLst>
          </p:cNvPr>
          <p:cNvSpPr/>
          <p:nvPr/>
        </p:nvSpPr>
        <p:spPr>
          <a:xfrm>
            <a:off x="3635495" y="1598874"/>
            <a:ext cx="2373251" cy="57544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Activate Product</a:t>
            </a:r>
          </a:p>
        </p:txBody>
      </p:sp>
      <p:sp>
        <p:nvSpPr>
          <p:cNvPr id="26" name="Rectangle: Rounded Corners 25">
            <a:extLst>
              <a:ext uri="{FF2B5EF4-FFF2-40B4-BE49-F238E27FC236}">
                <a16:creationId xmlns:a16="http://schemas.microsoft.com/office/drawing/2014/main" id="{83DE9C58-E5BA-91A4-A881-DE9B505D13FB}"/>
              </a:ext>
            </a:extLst>
          </p:cNvPr>
          <p:cNvSpPr/>
          <p:nvPr/>
        </p:nvSpPr>
        <p:spPr>
          <a:xfrm>
            <a:off x="6510154" y="1598874"/>
            <a:ext cx="2373251" cy="57544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Create project</a:t>
            </a:r>
          </a:p>
        </p:txBody>
      </p:sp>
      <p:sp>
        <p:nvSpPr>
          <p:cNvPr id="27" name="Rectangle: Rounded Corners 26">
            <a:extLst>
              <a:ext uri="{FF2B5EF4-FFF2-40B4-BE49-F238E27FC236}">
                <a16:creationId xmlns:a16="http://schemas.microsoft.com/office/drawing/2014/main" id="{E5488BF7-2B63-1BB5-6508-BCD9ED6E196E}"/>
              </a:ext>
            </a:extLst>
          </p:cNvPr>
          <p:cNvSpPr/>
          <p:nvPr/>
        </p:nvSpPr>
        <p:spPr>
          <a:xfrm>
            <a:off x="9384813" y="1598874"/>
            <a:ext cx="2373251" cy="57544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Activate project</a:t>
            </a:r>
          </a:p>
        </p:txBody>
      </p:sp>
      <p:sp>
        <p:nvSpPr>
          <p:cNvPr id="28" name="Rectangle: Rounded Corners 27">
            <a:extLst>
              <a:ext uri="{FF2B5EF4-FFF2-40B4-BE49-F238E27FC236}">
                <a16:creationId xmlns:a16="http://schemas.microsoft.com/office/drawing/2014/main" id="{0321229D-29B7-0A73-F110-989B77A69C78}"/>
              </a:ext>
            </a:extLst>
          </p:cNvPr>
          <p:cNvSpPr/>
          <p:nvPr/>
        </p:nvSpPr>
        <p:spPr>
          <a:xfrm>
            <a:off x="3590121" y="2971629"/>
            <a:ext cx="2373251" cy="60071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Stage Project in Job</a:t>
            </a:r>
          </a:p>
        </p:txBody>
      </p:sp>
      <p:sp>
        <p:nvSpPr>
          <p:cNvPr id="29" name="Rectangle: Rounded Corners 28">
            <a:extLst>
              <a:ext uri="{FF2B5EF4-FFF2-40B4-BE49-F238E27FC236}">
                <a16:creationId xmlns:a16="http://schemas.microsoft.com/office/drawing/2014/main" id="{85D39880-ACB2-D96D-B003-130621370F3B}"/>
              </a:ext>
            </a:extLst>
          </p:cNvPr>
          <p:cNvSpPr/>
          <p:nvPr/>
        </p:nvSpPr>
        <p:spPr>
          <a:xfrm>
            <a:off x="6532843" y="2974124"/>
            <a:ext cx="2373251" cy="60071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Activate Job</a:t>
            </a:r>
          </a:p>
        </p:txBody>
      </p:sp>
      <p:sp>
        <p:nvSpPr>
          <p:cNvPr id="30" name="Rectangle: Rounded Corners 29">
            <a:extLst>
              <a:ext uri="{FF2B5EF4-FFF2-40B4-BE49-F238E27FC236}">
                <a16:creationId xmlns:a16="http://schemas.microsoft.com/office/drawing/2014/main" id="{A1AC5585-3360-2F33-2868-DE8F59FE671C}"/>
              </a:ext>
            </a:extLst>
          </p:cNvPr>
          <p:cNvSpPr/>
          <p:nvPr/>
        </p:nvSpPr>
        <p:spPr>
          <a:xfrm>
            <a:off x="9430187" y="2917281"/>
            <a:ext cx="2373251" cy="60071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Interact with Job and Agents</a:t>
            </a:r>
          </a:p>
        </p:txBody>
      </p:sp>
      <p:sp>
        <p:nvSpPr>
          <p:cNvPr id="32" name="Rectangle: Rounded Corners 31">
            <a:extLst>
              <a:ext uri="{FF2B5EF4-FFF2-40B4-BE49-F238E27FC236}">
                <a16:creationId xmlns:a16="http://schemas.microsoft.com/office/drawing/2014/main" id="{7D043FA8-9C26-9EA8-4C1A-ADEDF3FA498E}"/>
              </a:ext>
            </a:extLst>
          </p:cNvPr>
          <p:cNvSpPr/>
          <p:nvPr/>
        </p:nvSpPr>
        <p:spPr>
          <a:xfrm>
            <a:off x="4854552" y="4851586"/>
            <a:ext cx="954536"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Create Tasks</a:t>
            </a:r>
          </a:p>
        </p:txBody>
      </p:sp>
      <p:cxnSp>
        <p:nvCxnSpPr>
          <p:cNvPr id="34" name="Straight Arrow Connector 33">
            <a:extLst>
              <a:ext uri="{FF2B5EF4-FFF2-40B4-BE49-F238E27FC236}">
                <a16:creationId xmlns:a16="http://schemas.microsoft.com/office/drawing/2014/main" id="{8F66D5C9-4501-6A64-2A0E-6687072A8738}"/>
              </a:ext>
            </a:extLst>
          </p:cNvPr>
          <p:cNvCxnSpPr>
            <a:cxnSpLocks/>
            <a:stCxn id="3" idx="3"/>
            <a:endCxn id="25" idx="1"/>
          </p:cNvCxnSpPr>
          <p:nvPr/>
        </p:nvCxnSpPr>
        <p:spPr>
          <a:xfrm>
            <a:off x="3134087" y="1886596"/>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EB44AF01-50D5-8D64-F7B9-97400C510193}"/>
              </a:ext>
            </a:extLst>
          </p:cNvPr>
          <p:cNvCxnSpPr/>
          <p:nvPr/>
        </p:nvCxnSpPr>
        <p:spPr>
          <a:xfrm>
            <a:off x="600874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723A912E-1F73-1B11-9E3F-E6E7E9F576D6}"/>
              </a:ext>
            </a:extLst>
          </p:cNvPr>
          <p:cNvCxnSpPr/>
          <p:nvPr/>
        </p:nvCxnSpPr>
        <p:spPr>
          <a:xfrm>
            <a:off x="888340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8" name="Connector: Elbow 37">
            <a:extLst>
              <a:ext uri="{FF2B5EF4-FFF2-40B4-BE49-F238E27FC236}">
                <a16:creationId xmlns:a16="http://schemas.microsoft.com/office/drawing/2014/main" id="{2BFBE1BB-37BB-DF42-99F4-184185A17A6B}"/>
              </a:ext>
            </a:extLst>
          </p:cNvPr>
          <p:cNvCxnSpPr>
            <a:cxnSpLocks/>
            <a:stCxn id="27" idx="2"/>
            <a:endCxn id="86" idx="0"/>
          </p:cNvCxnSpPr>
          <p:nvPr/>
        </p:nvCxnSpPr>
        <p:spPr>
          <a:xfrm rot="5400000">
            <a:off x="5801067" y="-1778170"/>
            <a:ext cx="817884" cy="8722861"/>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9" name="Straight Arrow Connector 38">
            <a:extLst>
              <a:ext uri="{FF2B5EF4-FFF2-40B4-BE49-F238E27FC236}">
                <a16:creationId xmlns:a16="http://schemas.microsoft.com/office/drawing/2014/main" id="{0579B7B9-FC55-7EED-CC1C-048C877C5EE0}"/>
              </a:ext>
            </a:extLst>
          </p:cNvPr>
          <p:cNvCxnSpPr/>
          <p:nvPr/>
        </p:nvCxnSpPr>
        <p:spPr>
          <a:xfrm>
            <a:off x="3088713" y="3279924"/>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0" name="Straight Arrow Connector 39">
            <a:extLst>
              <a:ext uri="{FF2B5EF4-FFF2-40B4-BE49-F238E27FC236}">
                <a16:creationId xmlns:a16="http://schemas.microsoft.com/office/drawing/2014/main" id="{54D718A6-CFB1-8F39-5BED-D27C92080B00}"/>
              </a:ext>
            </a:extLst>
          </p:cNvPr>
          <p:cNvCxnSpPr/>
          <p:nvPr/>
        </p:nvCxnSpPr>
        <p:spPr>
          <a:xfrm>
            <a:off x="6008745" y="327448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1" name="Straight Arrow Connector 40">
            <a:extLst>
              <a:ext uri="{FF2B5EF4-FFF2-40B4-BE49-F238E27FC236}">
                <a16:creationId xmlns:a16="http://schemas.microsoft.com/office/drawing/2014/main" id="{933DC6D6-8513-24AB-CAAF-3E2F61F6DF24}"/>
              </a:ext>
            </a:extLst>
          </p:cNvPr>
          <p:cNvCxnSpPr/>
          <p:nvPr/>
        </p:nvCxnSpPr>
        <p:spPr>
          <a:xfrm>
            <a:off x="8928779" y="3279924"/>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3" name="Connector: Elbow 42">
            <a:extLst>
              <a:ext uri="{FF2B5EF4-FFF2-40B4-BE49-F238E27FC236}">
                <a16:creationId xmlns:a16="http://schemas.microsoft.com/office/drawing/2014/main" id="{A6F1D1DD-D260-E58F-5AA4-DDA7C3A3F65D}"/>
              </a:ext>
            </a:extLst>
          </p:cNvPr>
          <p:cNvCxnSpPr>
            <a:cxnSpLocks/>
            <a:stCxn id="30" idx="2"/>
            <a:endCxn id="76" idx="0"/>
          </p:cNvCxnSpPr>
          <p:nvPr/>
        </p:nvCxnSpPr>
        <p:spPr>
          <a:xfrm rot="5400000">
            <a:off x="5528584" y="-622276"/>
            <a:ext cx="947961" cy="9228499"/>
          </a:xfrm>
          <a:prstGeom prst="bentConnector3">
            <a:avLst>
              <a:gd name="adj1" fmla="val 67672"/>
            </a:avLst>
          </a:prstGeom>
          <a:ln>
            <a:tailEnd type="triangle"/>
          </a:ln>
        </p:spPr>
        <p:style>
          <a:lnRef idx="3">
            <a:schemeClr val="accent2"/>
          </a:lnRef>
          <a:fillRef idx="0">
            <a:schemeClr val="accent2"/>
          </a:fillRef>
          <a:effectRef idx="2">
            <a:schemeClr val="accent2"/>
          </a:effectRef>
          <a:fontRef idx="minor">
            <a:schemeClr val="tx1"/>
          </a:fontRef>
        </p:style>
      </p:cxnSp>
      <p:sp>
        <p:nvSpPr>
          <p:cNvPr id="44" name="Rectangle: Rounded Corners 43">
            <a:extLst>
              <a:ext uri="{FF2B5EF4-FFF2-40B4-BE49-F238E27FC236}">
                <a16:creationId xmlns:a16="http://schemas.microsoft.com/office/drawing/2014/main" id="{8F4DF3CF-9C9A-38C9-0C32-12123B415D0C}"/>
              </a:ext>
            </a:extLst>
          </p:cNvPr>
          <p:cNvSpPr/>
          <p:nvPr/>
        </p:nvSpPr>
        <p:spPr>
          <a:xfrm>
            <a:off x="2626533" y="4554504"/>
            <a:ext cx="1617501" cy="65596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Deactivate Project</a:t>
            </a:r>
          </a:p>
        </p:txBody>
      </p:sp>
      <p:sp>
        <p:nvSpPr>
          <p:cNvPr id="4" name="Rectangle: Rounded Corners 3">
            <a:extLst>
              <a:ext uri="{FF2B5EF4-FFF2-40B4-BE49-F238E27FC236}">
                <a16:creationId xmlns:a16="http://schemas.microsoft.com/office/drawing/2014/main" id="{993FE1CC-2FCA-4CB3-5D63-ABCBF35392D6}"/>
              </a:ext>
            </a:extLst>
          </p:cNvPr>
          <p:cNvSpPr/>
          <p:nvPr/>
        </p:nvSpPr>
        <p:spPr>
          <a:xfrm>
            <a:off x="853031" y="2055503"/>
            <a:ext cx="2282510" cy="41182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solidFill>
                  <a:schemeClr val="tx1"/>
                </a:solidFill>
              </a:rPr>
              <a:t>(Used as Context Source)</a:t>
            </a:r>
          </a:p>
        </p:txBody>
      </p:sp>
      <p:sp>
        <p:nvSpPr>
          <p:cNvPr id="5" name="Rectangle: Rounded Corners 4">
            <a:extLst>
              <a:ext uri="{FF2B5EF4-FFF2-40B4-BE49-F238E27FC236}">
                <a16:creationId xmlns:a16="http://schemas.microsoft.com/office/drawing/2014/main" id="{1B19DC50-AA2B-FE75-D58B-CB874B57D8B4}"/>
              </a:ext>
            </a:extLst>
          </p:cNvPr>
          <p:cNvSpPr/>
          <p:nvPr/>
        </p:nvSpPr>
        <p:spPr>
          <a:xfrm>
            <a:off x="700337" y="3583560"/>
            <a:ext cx="2282510" cy="41182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a:solidFill>
                  <a:schemeClr val="tx1"/>
                </a:solidFill>
              </a:rPr>
              <a:t>(Used as Context Source)</a:t>
            </a:r>
          </a:p>
        </p:txBody>
      </p:sp>
      <p:sp>
        <p:nvSpPr>
          <p:cNvPr id="8" name="Rectangle: Rounded Corners 7">
            <a:extLst>
              <a:ext uri="{FF2B5EF4-FFF2-40B4-BE49-F238E27FC236}">
                <a16:creationId xmlns:a16="http://schemas.microsoft.com/office/drawing/2014/main" id="{58088603-E873-EA42-C471-388C5F40A0FC}"/>
              </a:ext>
            </a:extLst>
          </p:cNvPr>
          <p:cNvSpPr/>
          <p:nvPr/>
        </p:nvSpPr>
        <p:spPr>
          <a:xfrm>
            <a:off x="6603803" y="2016170"/>
            <a:ext cx="2282510" cy="41182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solidFill>
                  <a:schemeClr val="tx1"/>
                </a:solidFill>
              </a:rPr>
              <a:t>(Used as Context Source)</a:t>
            </a:r>
          </a:p>
        </p:txBody>
      </p:sp>
      <p:cxnSp>
        <p:nvCxnSpPr>
          <p:cNvPr id="11" name="Straight Arrow Connector 10">
            <a:extLst>
              <a:ext uri="{FF2B5EF4-FFF2-40B4-BE49-F238E27FC236}">
                <a16:creationId xmlns:a16="http://schemas.microsoft.com/office/drawing/2014/main" id="{F6F834E0-102D-C13B-7E89-2C72A32CD177}"/>
              </a:ext>
            </a:extLst>
          </p:cNvPr>
          <p:cNvCxnSpPr>
            <a:cxnSpLocks/>
            <a:stCxn id="32" idx="3"/>
          </p:cNvCxnSpPr>
          <p:nvPr/>
        </p:nvCxnSpPr>
        <p:spPr>
          <a:xfrm>
            <a:off x="5809088" y="5368117"/>
            <a:ext cx="293166"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5" name="Rectangle 14">
            <a:extLst>
              <a:ext uri="{FF2B5EF4-FFF2-40B4-BE49-F238E27FC236}">
                <a16:creationId xmlns:a16="http://schemas.microsoft.com/office/drawing/2014/main" id="{F5D2CE80-333F-5A56-EDD4-B5D939807DA6}"/>
              </a:ext>
            </a:extLst>
          </p:cNvPr>
          <p:cNvSpPr/>
          <p:nvPr/>
        </p:nvSpPr>
        <p:spPr>
          <a:xfrm>
            <a:off x="7517625" y="403110"/>
            <a:ext cx="4311983" cy="4781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Only one product can be activated in a tenant, Only one project can be activated per product</a:t>
            </a:r>
          </a:p>
        </p:txBody>
      </p:sp>
      <p:sp>
        <p:nvSpPr>
          <p:cNvPr id="19" name="Rectangle: Rounded Corners 18">
            <a:extLst>
              <a:ext uri="{FF2B5EF4-FFF2-40B4-BE49-F238E27FC236}">
                <a16:creationId xmlns:a16="http://schemas.microsoft.com/office/drawing/2014/main" id="{2434CA9A-2921-03BE-9A9B-D6B036C9490D}"/>
              </a:ext>
            </a:extLst>
          </p:cNvPr>
          <p:cNvSpPr/>
          <p:nvPr/>
        </p:nvSpPr>
        <p:spPr>
          <a:xfrm>
            <a:off x="7561691" y="4851586"/>
            <a:ext cx="1697920"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Convert Task to project</a:t>
            </a:r>
          </a:p>
        </p:txBody>
      </p:sp>
      <p:sp>
        <p:nvSpPr>
          <p:cNvPr id="45" name="Rectangle: Rounded Corners 44">
            <a:extLst>
              <a:ext uri="{FF2B5EF4-FFF2-40B4-BE49-F238E27FC236}">
                <a16:creationId xmlns:a16="http://schemas.microsoft.com/office/drawing/2014/main" id="{51E4F697-A747-2203-091B-4D9B19A733DB}"/>
              </a:ext>
            </a:extLst>
          </p:cNvPr>
          <p:cNvSpPr/>
          <p:nvPr/>
        </p:nvSpPr>
        <p:spPr>
          <a:xfrm>
            <a:off x="9547099" y="4831592"/>
            <a:ext cx="2282509" cy="144488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Project resides under currently active product</a:t>
            </a:r>
          </a:p>
        </p:txBody>
      </p:sp>
      <p:sp>
        <p:nvSpPr>
          <p:cNvPr id="57" name="Rectangle: Rounded Corners 56">
            <a:extLst>
              <a:ext uri="{FF2B5EF4-FFF2-40B4-BE49-F238E27FC236}">
                <a16:creationId xmlns:a16="http://schemas.microsoft.com/office/drawing/2014/main" id="{D4BE48C9-A62D-9B25-064E-579A931C097C}"/>
              </a:ext>
            </a:extLst>
          </p:cNvPr>
          <p:cNvSpPr/>
          <p:nvPr/>
        </p:nvSpPr>
        <p:spPr>
          <a:xfrm>
            <a:off x="6102115" y="4873772"/>
            <a:ext cx="1166549"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Organize tasks</a:t>
            </a:r>
          </a:p>
        </p:txBody>
      </p:sp>
      <p:sp>
        <p:nvSpPr>
          <p:cNvPr id="76" name="Rectangle: Rounded Corners 75">
            <a:extLst>
              <a:ext uri="{FF2B5EF4-FFF2-40B4-BE49-F238E27FC236}">
                <a16:creationId xmlns:a16="http://schemas.microsoft.com/office/drawing/2014/main" id="{9C441B24-BFD7-2215-A6B2-D00D126570B6}"/>
              </a:ext>
            </a:extLst>
          </p:cNvPr>
          <p:cNvSpPr/>
          <p:nvPr/>
        </p:nvSpPr>
        <p:spPr>
          <a:xfrm>
            <a:off x="627658" y="4465954"/>
            <a:ext cx="1521311" cy="8153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Complete and Close Job</a:t>
            </a:r>
          </a:p>
        </p:txBody>
      </p:sp>
      <p:cxnSp>
        <p:nvCxnSpPr>
          <p:cNvPr id="82" name="Straight Arrow Connector 81">
            <a:extLst>
              <a:ext uri="{FF2B5EF4-FFF2-40B4-BE49-F238E27FC236}">
                <a16:creationId xmlns:a16="http://schemas.microsoft.com/office/drawing/2014/main" id="{B896694D-E6AD-4FC5-C488-91F779C49862}"/>
              </a:ext>
            </a:extLst>
          </p:cNvPr>
          <p:cNvCxnSpPr/>
          <p:nvPr/>
        </p:nvCxnSpPr>
        <p:spPr>
          <a:xfrm>
            <a:off x="2148969" y="4882485"/>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6" name="Rectangle: Rounded Corners 85">
            <a:extLst>
              <a:ext uri="{FF2B5EF4-FFF2-40B4-BE49-F238E27FC236}">
                <a16:creationId xmlns:a16="http://schemas.microsoft.com/office/drawing/2014/main" id="{419E2D36-5A81-B17A-1F05-3110B687E73B}"/>
              </a:ext>
            </a:extLst>
          </p:cNvPr>
          <p:cNvSpPr/>
          <p:nvPr/>
        </p:nvSpPr>
        <p:spPr>
          <a:xfrm>
            <a:off x="661952" y="2992202"/>
            <a:ext cx="2373251" cy="57544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Application Creates Job</a:t>
            </a:r>
          </a:p>
        </p:txBody>
      </p:sp>
      <p:cxnSp>
        <p:nvCxnSpPr>
          <p:cNvPr id="90" name="Straight Arrow Connector 89">
            <a:extLst>
              <a:ext uri="{FF2B5EF4-FFF2-40B4-BE49-F238E27FC236}">
                <a16:creationId xmlns:a16="http://schemas.microsoft.com/office/drawing/2014/main" id="{E1EC92A5-5298-58E0-2C3F-9EB576F44FAB}"/>
              </a:ext>
            </a:extLst>
          </p:cNvPr>
          <p:cNvCxnSpPr>
            <a:cxnSpLocks/>
          </p:cNvCxnSpPr>
          <p:nvPr/>
        </p:nvCxnSpPr>
        <p:spPr>
          <a:xfrm>
            <a:off x="7268664" y="5297152"/>
            <a:ext cx="293166"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91" name="Straight Arrow Connector 90">
            <a:extLst>
              <a:ext uri="{FF2B5EF4-FFF2-40B4-BE49-F238E27FC236}">
                <a16:creationId xmlns:a16="http://schemas.microsoft.com/office/drawing/2014/main" id="{A5CA0A10-0B66-D6A5-5AA0-552037669C95}"/>
              </a:ext>
            </a:extLst>
          </p:cNvPr>
          <p:cNvCxnSpPr>
            <a:cxnSpLocks/>
          </p:cNvCxnSpPr>
          <p:nvPr/>
        </p:nvCxnSpPr>
        <p:spPr>
          <a:xfrm>
            <a:off x="9253933" y="5247128"/>
            <a:ext cx="293166"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6" name="Slide Number Placeholder 5">
            <a:extLst>
              <a:ext uri="{FF2B5EF4-FFF2-40B4-BE49-F238E27FC236}">
                <a16:creationId xmlns:a16="http://schemas.microsoft.com/office/drawing/2014/main" id="{D0F3F2E0-0226-3726-A1B4-4B47E7694367}"/>
              </a:ext>
            </a:extLst>
          </p:cNvPr>
          <p:cNvSpPr>
            <a:spLocks noGrp="1"/>
          </p:cNvSpPr>
          <p:nvPr>
            <p:ph type="sldNum" sz="quarter" idx="12"/>
          </p:nvPr>
        </p:nvSpPr>
        <p:spPr/>
        <p:txBody>
          <a:bodyPr/>
          <a:lstStyle/>
          <a:p>
            <a:fld id="{BC45C7BB-1724-4FC6-81FD-F79A3AB07237}" type="slidenum">
              <a:rPr lang="en-US" smtClean="0"/>
              <a:t>8</a:t>
            </a:fld>
            <a:endParaRPr lang="en-US"/>
          </a:p>
        </p:txBody>
      </p:sp>
    </p:spTree>
    <p:extLst>
      <p:ext uri="{BB962C8B-B14F-4D97-AF65-F5344CB8AC3E}">
        <p14:creationId xmlns:p14="http://schemas.microsoft.com/office/powerpoint/2010/main" val="2907049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88EB0-D672-E666-681D-69F5312C79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168799-EDE2-82EA-4345-1DDDE9FC432F}"/>
              </a:ext>
            </a:extLst>
          </p:cNvPr>
          <p:cNvSpPr>
            <a:spLocks noGrp="1"/>
          </p:cNvSpPr>
          <p:nvPr>
            <p:ph type="title"/>
          </p:nvPr>
        </p:nvSpPr>
        <p:spPr>
          <a:xfrm>
            <a:off x="838200" y="365125"/>
            <a:ext cx="10515600" cy="619077"/>
          </a:xfrm>
        </p:spPr>
        <p:txBody>
          <a:bodyPr>
            <a:normAutofit fontScale="90000"/>
          </a:bodyPr>
          <a:lstStyle/>
          <a:p>
            <a:r>
              <a:rPr lang="en-US" dirty="0"/>
              <a:t>Product Workflow overview</a:t>
            </a:r>
          </a:p>
        </p:txBody>
      </p:sp>
      <p:sp>
        <p:nvSpPr>
          <p:cNvPr id="3" name="Rectangle: Rounded Corners 2">
            <a:extLst>
              <a:ext uri="{FF2B5EF4-FFF2-40B4-BE49-F238E27FC236}">
                <a16:creationId xmlns:a16="http://schemas.microsoft.com/office/drawing/2014/main" id="{180EEA77-8C12-4289-D9D9-73237519C314}"/>
              </a:ext>
            </a:extLst>
          </p:cNvPr>
          <p:cNvSpPr/>
          <p:nvPr/>
        </p:nvSpPr>
        <p:spPr>
          <a:xfrm>
            <a:off x="760836"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Create Product</a:t>
            </a:r>
          </a:p>
        </p:txBody>
      </p:sp>
      <p:sp>
        <p:nvSpPr>
          <p:cNvPr id="25" name="Rectangle: Rounded Corners 24">
            <a:extLst>
              <a:ext uri="{FF2B5EF4-FFF2-40B4-BE49-F238E27FC236}">
                <a16:creationId xmlns:a16="http://schemas.microsoft.com/office/drawing/2014/main" id="{6F1E8F42-C7F3-8F27-7146-5576B5948781}"/>
              </a:ext>
            </a:extLst>
          </p:cNvPr>
          <p:cNvSpPr/>
          <p:nvPr/>
        </p:nvSpPr>
        <p:spPr>
          <a:xfrm>
            <a:off x="3635495"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Product name and description</a:t>
            </a:r>
          </a:p>
        </p:txBody>
      </p:sp>
      <p:sp>
        <p:nvSpPr>
          <p:cNvPr id="26" name="Rectangle: Rounded Corners 25">
            <a:extLst>
              <a:ext uri="{FF2B5EF4-FFF2-40B4-BE49-F238E27FC236}">
                <a16:creationId xmlns:a16="http://schemas.microsoft.com/office/drawing/2014/main" id="{F2833D99-9F13-5AEB-390E-ACA22F670EDB}"/>
              </a:ext>
            </a:extLst>
          </p:cNvPr>
          <p:cNvSpPr/>
          <p:nvPr/>
        </p:nvSpPr>
        <p:spPr>
          <a:xfrm>
            <a:off x="6510154"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Project path (optional, future use)</a:t>
            </a:r>
          </a:p>
        </p:txBody>
      </p:sp>
      <p:sp>
        <p:nvSpPr>
          <p:cNvPr id="27" name="Rectangle: Rounded Corners 26">
            <a:extLst>
              <a:ext uri="{FF2B5EF4-FFF2-40B4-BE49-F238E27FC236}">
                <a16:creationId xmlns:a16="http://schemas.microsoft.com/office/drawing/2014/main" id="{2532F686-257E-2F0A-6F35-5690EC939E6A}"/>
              </a:ext>
            </a:extLst>
          </p:cNvPr>
          <p:cNvSpPr/>
          <p:nvPr/>
        </p:nvSpPr>
        <p:spPr>
          <a:xfrm>
            <a:off x="9384813"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Vision Document Upload</a:t>
            </a:r>
          </a:p>
        </p:txBody>
      </p:sp>
      <p:sp>
        <p:nvSpPr>
          <p:cNvPr id="28" name="Rectangle: Rounded Corners 27">
            <a:extLst>
              <a:ext uri="{FF2B5EF4-FFF2-40B4-BE49-F238E27FC236}">
                <a16:creationId xmlns:a16="http://schemas.microsoft.com/office/drawing/2014/main" id="{C0CAA77B-B3B7-533F-B741-C46CE53E5AF1}"/>
              </a:ext>
            </a:extLst>
          </p:cNvPr>
          <p:cNvSpPr/>
          <p:nvPr/>
        </p:nvSpPr>
        <p:spPr>
          <a:xfrm>
            <a:off x="700341" y="318992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Vision document chunking</a:t>
            </a:r>
          </a:p>
        </p:txBody>
      </p:sp>
      <p:sp>
        <p:nvSpPr>
          <p:cNvPr id="29" name="Rectangle: Rounded Corners 28">
            <a:extLst>
              <a:ext uri="{FF2B5EF4-FFF2-40B4-BE49-F238E27FC236}">
                <a16:creationId xmlns:a16="http://schemas.microsoft.com/office/drawing/2014/main" id="{424057E6-C894-BB74-550F-1439ECA2B121}"/>
              </a:ext>
            </a:extLst>
          </p:cNvPr>
          <p:cNvSpPr/>
          <p:nvPr/>
        </p:nvSpPr>
        <p:spPr>
          <a:xfrm>
            <a:off x="3635495" y="318992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Tech stack fields (several)</a:t>
            </a:r>
          </a:p>
        </p:txBody>
      </p:sp>
      <p:sp>
        <p:nvSpPr>
          <p:cNvPr id="30" name="Rectangle: Rounded Corners 29">
            <a:extLst>
              <a:ext uri="{FF2B5EF4-FFF2-40B4-BE49-F238E27FC236}">
                <a16:creationId xmlns:a16="http://schemas.microsoft.com/office/drawing/2014/main" id="{49ABF046-1BC6-EF4D-11EC-E01A61098DB8}"/>
              </a:ext>
            </a:extLst>
          </p:cNvPr>
          <p:cNvSpPr/>
          <p:nvPr/>
        </p:nvSpPr>
        <p:spPr>
          <a:xfrm>
            <a:off x="6510154" y="318992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Additional product fields </a:t>
            </a:r>
          </a:p>
        </p:txBody>
      </p:sp>
      <p:sp>
        <p:nvSpPr>
          <p:cNvPr id="31" name="Rectangle: Rounded Corners 30">
            <a:extLst>
              <a:ext uri="{FF2B5EF4-FFF2-40B4-BE49-F238E27FC236}">
                <a16:creationId xmlns:a16="http://schemas.microsoft.com/office/drawing/2014/main" id="{AD5181C1-FAA2-73E1-3D16-DFE8B10F001A}"/>
              </a:ext>
            </a:extLst>
          </p:cNvPr>
          <p:cNvSpPr/>
          <p:nvPr/>
        </p:nvSpPr>
        <p:spPr>
          <a:xfrm>
            <a:off x="9384813" y="3151541"/>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Agent Behavior such as test methodology</a:t>
            </a:r>
          </a:p>
        </p:txBody>
      </p:sp>
      <p:sp>
        <p:nvSpPr>
          <p:cNvPr id="32" name="Rectangle: Rounded Corners 31">
            <a:extLst>
              <a:ext uri="{FF2B5EF4-FFF2-40B4-BE49-F238E27FC236}">
                <a16:creationId xmlns:a16="http://schemas.microsoft.com/office/drawing/2014/main" id="{AE3906D9-D63B-4267-FECB-01B309A3AF7A}"/>
              </a:ext>
            </a:extLst>
          </p:cNvPr>
          <p:cNvSpPr/>
          <p:nvPr/>
        </p:nvSpPr>
        <p:spPr>
          <a:xfrm>
            <a:off x="3384791" y="5137391"/>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Save product</a:t>
            </a:r>
          </a:p>
          <a:p>
            <a:pPr algn="ctr"/>
            <a:r>
              <a:rPr lang="en-US" dirty="0"/>
              <a:t>Creates Product ID</a:t>
            </a:r>
          </a:p>
        </p:txBody>
      </p:sp>
      <p:cxnSp>
        <p:nvCxnSpPr>
          <p:cNvPr id="34" name="Straight Arrow Connector 33">
            <a:extLst>
              <a:ext uri="{FF2B5EF4-FFF2-40B4-BE49-F238E27FC236}">
                <a16:creationId xmlns:a16="http://schemas.microsoft.com/office/drawing/2014/main" id="{3CF844E2-5D74-9B4A-3685-552392CC00A5}"/>
              </a:ext>
            </a:extLst>
          </p:cNvPr>
          <p:cNvCxnSpPr>
            <a:stCxn id="3" idx="3"/>
            <a:endCxn id="25" idx="1"/>
          </p:cNvCxnSpPr>
          <p:nvPr/>
        </p:nvCxnSpPr>
        <p:spPr>
          <a:xfrm>
            <a:off x="3134087"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AE8B9B39-3D02-D573-D3D8-9CFB8E93E674}"/>
              </a:ext>
            </a:extLst>
          </p:cNvPr>
          <p:cNvCxnSpPr/>
          <p:nvPr/>
        </p:nvCxnSpPr>
        <p:spPr>
          <a:xfrm>
            <a:off x="600874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B263BD33-3F6C-311E-1A6D-9296E2121460}"/>
              </a:ext>
            </a:extLst>
          </p:cNvPr>
          <p:cNvCxnSpPr/>
          <p:nvPr/>
        </p:nvCxnSpPr>
        <p:spPr>
          <a:xfrm>
            <a:off x="888340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8" name="Connector: Elbow 37">
            <a:extLst>
              <a:ext uri="{FF2B5EF4-FFF2-40B4-BE49-F238E27FC236}">
                <a16:creationId xmlns:a16="http://schemas.microsoft.com/office/drawing/2014/main" id="{FAA5AFEF-C0D0-08C0-E020-BDE6147902A5}"/>
              </a:ext>
            </a:extLst>
          </p:cNvPr>
          <p:cNvCxnSpPr>
            <a:cxnSpLocks/>
            <a:stCxn id="27" idx="2"/>
            <a:endCxn id="28" idx="0"/>
          </p:cNvCxnSpPr>
          <p:nvPr/>
        </p:nvCxnSpPr>
        <p:spPr>
          <a:xfrm rot="5400000">
            <a:off x="5806904" y="-1574606"/>
            <a:ext cx="844598" cy="8684472"/>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9" name="Straight Arrow Connector 38">
            <a:extLst>
              <a:ext uri="{FF2B5EF4-FFF2-40B4-BE49-F238E27FC236}">
                <a16:creationId xmlns:a16="http://schemas.microsoft.com/office/drawing/2014/main" id="{EE8D8C48-001E-9BDF-C1B9-B343DBA1450B}"/>
              </a:ext>
            </a:extLst>
          </p:cNvPr>
          <p:cNvCxnSpPr/>
          <p:nvPr/>
        </p:nvCxnSpPr>
        <p:spPr>
          <a:xfrm>
            <a:off x="3134087" y="3712278"/>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0" name="Straight Arrow Connector 39">
            <a:extLst>
              <a:ext uri="{FF2B5EF4-FFF2-40B4-BE49-F238E27FC236}">
                <a16:creationId xmlns:a16="http://schemas.microsoft.com/office/drawing/2014/main" id="{E7FC5A39-88A8-0D23-66C6-DD0B72D36DE1}"/>
              </a:ext>
            </a:extLst>
          </p:cNvPr>
          <p:cNvCxnSpPr/>
          <p:nvPr/>
        </p:nvCxnSpPr>
        <p:spPr>
          <a:xfrm>
            <a:off x="6008745" y="3689011"/>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1" name="Straight Arrow Connector 40">
            <a:extLst>
              <a:ext uri="{FF2B5EF4-FFF2-40B4-BE49-F238E27FC236}">
                <a16:creationId xmlns:a16="http://schemas.microsoft.com/office/drawing/2014/main" id="{D2A37A5F-C022-C612-C526-907D2CAE8424}"/>
              </a:ext>
            </a:extLst>
          </p:cNvPr>
          <p:cNvCxnSpPr/>
          <p:nvPr/>
        </p:nvCxnSpPr>
        <p:spPr>
          <a:xfrm>
            <a:off x="8883405" y="3689011"/>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3" name="Connector: Elbow 42">
            <a:extLst>
              <a:ext uri="{FF2B5EF4-FFF2-40B4-BE49-F238E27FC236}">
                <a16:creationId xmlns:a16="http://schemas.microsoft.com/office/drawing/2014/main" id="{4377E39A-5A9A-9717-BFBA-E98CF8181877}"/>
              </a:ext>
            </a:extLst>
          </p:cNvPr>
          <p:cNvCxnSpPr>
            <a:cxnSpLocks/>
            <a:stCxn id="31" idx="2"/>
            <a:endCxn id="44" idx="0"/>
          </p:cNvCxnSpPr>
          <p:nvPr/>
        </p:nvCxnSpPr>
        <p:spPr>
          <a:xfrm rot="5400000">
            <a:off x="5628185" y="194137"/>
            <a:ext cx="952788" cy="8933721"/>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sp>
        <p:nvSpPr>
          <p:cNvPr id="44" name="Rectangle: Rounded Corners 43">
            <a:extLst>
              <a:ext uri="{FF2B5EF4-FFF2-40B4-BE49-F238E27FC236}">
                <a16:creationId xmlns:a16="http://schemas.microsoft.com/office/drawing/2014/main" id="{713AB349-ADCF-FA04-B1A2-59DEC8056BE2}"/>
              </a:ext>
            </a:extLst>
          </p:cNvPr>
          <p:cNvSpPr/>
          <p:nvPr/>
        </p:nvSpPr>
        <p:spPr>
          <a:xfrm>
            <a:off x="451092" y="5137391"/>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Agent execution methodologies</a:t>
            </a:r>
          </a:p>
        </p:txBody>
      </p:sp>
      <p:cxnSp>
        <p:nvCxnSpPr>
          <p:cNvPr id="46" name="Straight Arrow Connector 45">
            <a:extLst>
              <a:ext uri="{FF2B5EF4-FFF2-40B4-BE49-F238E27FC236}">
                <a16:creationId xmlns:a16="http://schemas.microsoft.com/office/drawing/2014/main" id="{DD913B29-F283-9D7E-1FB9-0CB3456A0841}"/>
              </a:ext>
            </a:extLst>
          </p:cNvPr>
          <p:cNvCxnSpPr>
            <a:cxnSpLocks/>
            <a:stCxn id="44" idx="3"/>
            <a:endCxn id="32" idx="1"/>
          </p:cNvCxnSpPr>
          <p:nvPr/>
        </p:nvCxnSpPr>
        <p:spPr>
          <a:xfrm>
            <a:off x="2824343" y="5653922"/>
            <a:ext cx="56044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Rectangle: Rounded Corners 3">
            <a:extLst>
              <a:ext uri="{FF2B5EF4-FFF2-40B4-BE49-F238E27FC236}">
                <a16:creationId xmlns:a16="http://schemas.microsoft.com/office/drawing/2014/main" id="{2FA74B70-AFDC-F417-F91D-874C8AADAA03}"/>
              </a:ext>
            </a:extLst>
          </p:cNvPr>
          <p:cNvSpPr/>
          <p:nvPr/>
        </p:nvSpPr>
        <p:spPr>
          <a:xfrm>
            <a:off x="3680865" y="2139416"/>
            <a:ext cx="2282510" cy="41182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a:solidFill>
                  <a:schemeClr val="tx1"/>
                </a:solidFill>
              </a:rPr>
              <a:t>(Used as Context Source)</a:t>
            </a:r>
          </a:p>
        </p:txBody>
      </p:sp>
      <p:sp>
        <p:nvSpPr>
          <p:cNvPr id="5" name="Rectangle: Rounded Corners 4">
            <a:extLst>
              <a:ext uri="{FF2B5EF4-FFF2-40B4-BE49-F238E27FC236}">
                <a16:creationId xmlns:a16="http://schemas.microsoft.com/office/drawing/2014/main" id="{4651E4A3-4C63-2D05-7C61-56A7CB95FC50}"/>
              </a:ext>
            </a:extLst>
          </p:cNvPr>
          <p:cNvSpPr/>
          <p:nvPr/>
        </p:nvSpPr>
        <p:spPr>
          <a:xfrm>
            <a:off x="745711" y="4118290"/>
            <a:ext cx="2282510" cy="41182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a:solidFill>
                  <a:schemeClr val="tx1"/>
                </a:solidFill>
              </a:rPr>
              <a:t>(Used as Context Source)</a:t>
            </a:r>
          </a:p>
        </p:txBody>
      </p:sp>
      <p:sp>
        <p:nvSpPr>
          <p:cNvPr id="6" name="Rectangle: Rounded Corners 5">
            <a:extLst>
              <a:ext uri="{FF2B5EF4-FFF2-40B4-BE49-F238E27FC236}">
                <a16:creationId xmlns:a16="http://schemas.microsoft.com/office/drawing/2014/main" id="{1D3813ED-2EE0-9A54-D81D-05140C649021}"/>
              </a:ext>
            </a:extLst>
          </p:cNvPr>
          <p:cNvSpPr/>
          <p:nvPr/>
        </p:nvSpPr>
        <p:spPr>
          <a:xfrm>
            <a:off x="3680865" y="4109566"/>
            <a:ext cx="2282510" cy="41182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a:solidFill>
                  <a:schemeClr val="tx1"/>
                </a:solidFill>
              </a:rPr>
              <a:t>(Used as Context Source)</a:t>
            </a:r>
          </a:p>
        </p:txBody>
      </p:sp>
      <p:sp>
        <p:nvSpPr>
          <p:cNvPr id="7" name="Rectangle: Rounded Corners 6">
            <a:extLst>
              <a:ext uri="{FF2B5EF4-FFF2-40B4-BE49-F238E27FC236}">
                <a16:creationId xmlns:a16="http://schemas.microsoft.com/office/drawing/2014/main" id="{0E421D8A-B1D6-EB65-5E21-5B7671502332}"/>
              </a:ext>
            </a:extLst>
          </p:cNvPr>
          <p:cNvSpPr/>
          <p:nvPr/>
        </p:nvSpPr>
        <p:spPr>
          <a:xfrm>
            <a:off x="6570647" y="4069431"/>
            <a:ext cx="2282510" cy="41182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a:solidFill>
                  <a:schemeClr val="tx1"/>
                </a:solidFill>
              </a:rPr>
              <a:t>(Used as Context Source)</a:t>
            </a:r>
          </a:p>
        </p:txBody>
      </p:sp>
      <p:sp>
        <p:nvSpPr>
          <p:cNvPr id="8" name="Rectangle: Rounded Corners 7">
            <a:extLst>
              <a:ext uri="{FF2B5EF4-FFF2-40B4-BE49-F238E27FC236}">
                <a16:creationId xmlns:a16="http://schemas.microsoft.com/office/drawing/2014/main" id="{DF90DC93-8F95-D337-D50B-0A43117A17C8}"/>
              </a:ext>
            </a:extLst>
          </p:cNvPr>
          <p:cNvSpPr/>
          <p:nvPr/>
        </p:nvSpPr>
        <p:spPr>
          <a:xfrm>
            <a:off x="9451707" y="4083393"/>
            <a:ext cx="2282510" cy="41182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solidFill>
                  <a:schemeClr val="tx1"/>
                </a:solidFill>
              </a:rPr>
              <a:t>(Used as Context Source)</a:t>
            </a:r>
          </a:p>
        </p:txBody>
      </p:sp>
      <p:sp>
        <p:nvSpPr>
          <p:cNvPr id="9" name="Rectangle: Rounded Corners 8">
            <a:extLst>
              <a:ext uri="{FF2B5EF4-FFF2-40B4-BE49-F238E27FC236}">
                <a16:creationId xmlns:a16="http://schemas.microsoft.com/office/drawing/2014/main" id="{A957EB0C-71F8-FB25-1115-B3B39DC09824}"/>
              </a:ext>
            </a:extLst>
          </p:cNvPr>
          <p:cNvSpPr/>
          <p:nvPr/>
        </p:nvSpPr>
        <p:spPr>
          <a:xfrm>
            <a:off x="451092" y="6051792"/>
            <a:ext cx="2282510" cy="41182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solidFill>
                  <a:schemeClr val="tx1"/>
                </a:solidFill>
              </a:rPr>
              <a:t>(Used as Context Source)</a:t>
            </a:r>
          </a:p>
        </p:txBody>
      </p:sp>
      <p:sp>
        <p:nvSpPr>
          <p:cNvPr id="10" name="Rectangle: Rounded Corners 9">
            <a:extLst>
              <a:ext uri="{FF2B5EF4-FFF2-40B4-BE49-F238E27FC236}">
                <a16:creationId xmlns:a16="http://schemas.microsoft.com/office/drawing/2014/main" id="{24022E26-8F22-1306-20C5-FA1B2A6E6D47}"/>
              </a:ext>
            </a:extLst>
          </p:cNvPr>
          <p:cNvSpPr/>
          <p:nvPr/>
        </p:nvSpPr>
        <p:spPr>
          <a:xfrm>
            <a:off x="9504565" y="5151352"/>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Product added in Inactive state / appears as product card in application</a:t>
            </a:r>
          </a:p>
        </p:txBody>
      </p:sp>
      <p:cxnSp>
        <p:nvCxnSpPr>
          <p:cNvPr id="11" name="Straight Arrow Connector 10">
            <a:extLst>
              <a:ext uri="{FF2B5EF4-FFF2-40B4-BE49-F238E27FC236}">
                <a16:creationId xmlns:a16="http://schemas.microsoft.com/office/drawing/2014/main" id="{EFC91CCE-2D34-A806-3AC1-9E6A4A49AA29}"/>
              </a:ext>
            </a:extLst>
          </p:cNvPr>
          <p:cNvCxnSpPr>
            <a:cxnSpLocks/>
            <a:stCxn id="23" idx="3"/>
            <a:endCxn id="10" idx="1"/>
          </p:cNvCxnSpPr>
          <p:nvPr/>
        </p:nvCxnSpPr>
        <p:spPr>
          <a:xfrm>
            <a:off x="8817929" y="5667883"/>
            <a:ext cx="686636"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Rectangle 13">
            <a:extLst>
              <a:ext uri="{FF2B5EF4-FFF2-40B4-BE49-F238E27FC236}">
                <a16:creationId xmlns:a16="http://schemas.microsoft.com/office/drawing/2014/main" id="{928B4E88-DED0-10CC-6FFD-1DC332339409}"/>
              </a:ext>
            </a:extLst>
          </p:cNvPr>
          <p:cNvSpPr/>
          <p:nvPr/>
        </p:nvSpPr>
        <p:spPr>
          <a:xfrm>
            <a:off x="6822516" y="95055"/>
            <a:ext cx="5011749" cy="7377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This journey is actively saved while navigated in cache during the logged in session , if a user navigates back and forth during product Add, then information repopulates</a:t>
            </a:r>
          </a:p>
        </p:txBody>
      </p:sp>
      <p:sp>
        <p:nvSpPr>
          <p:cNvPr id="15" name="Rectangle 14">
            <a:extLst>
              <a:ext uri="{FF2B5EF4-FFF2-40B4-BE49-F238E27FC236}">
                <a16:creationId xmlns:a16="http://schemas.microsoft.com/office/drawing/2014/main" id="{EA5BCB4C-70F0-134F-46B7-DFE30BB41A24}"/>
              </a:ext>
            </a:extLst>
          </p:cNvPr>
          <p:cNvSpPr/>
          <p:nvPr/>
        </p:nvSpPr>
        <p:spPr>
          <a:xfrm>
            <a:off x="6824839" y="900454"/>
            <a:ext cx="5011749" cy="2408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Only one product can be activated in a </a:t>
            </a:r>
            <a:r>
              <a:rPr lang="en-US" sz="1400" dirty="0" err="1"/>
              <a:t>tennant</a:t>
            </a:r>
            <a:endParaRPr lang="en-US" sz="1400" dirty="0"/>
          </a:p>
        </p:txBody>
      </p:sp>
      <p:sp>
        <p:nvSpPr>
          <p:cNvPr id="12" name="Slide Number Placeholder 11">
            <a:extLst>
              <a:ext uri="{FF2B5EF4-FFF2-40B4-BE49-F238E27FC236}">
                <a16:creationId xmlns:a16="http://schemas.microsoft.com/office/drawing/2014/main" id="{89CE3005-69EA-462A-B403-B3F2E9567533}"/>
              </a:ext>
            </a:extLst>
          </p:cNvPr>
          <p:cNvSpPr>
            <a:spLocks noGrp="1"/>
          </p:cNvSpPr>
          <p:nvPr>
            <p:ph type="sldNum" sz="quarter" idx="12"/>
          </p:nvPr>
        </p:nvSpPr>
        <p:spPr/>
        <p:txBody>
          <a:bodyPr/>
          <a:lstStyle/>
          <a:p>
            <a:fld id="{BC45C7BB-1724-4FC6-81FD-F79A3AB07237}" type="slidenum">
              <a:rPr lang="en-US" smtClean="0"/>
              <a:t>9</a:t>
            </a:fld>
            <a:endParaRPr lang="en-US"/>
          </a:p>
        </p:txBody>
      </p:sp>
      <p:sp>
        <p:nvSpPr>
          <p:cNvPr id="23" name="Rectangle: Rounded Corners 22">
            <a:extLst>
              <a:ext uri="{FF2B5EF4-FFF2-40B4-BE49-F238E27FC236}">
                <a16:creationId xmlns:a16="http://schemas.microsoft.com/office/drawing/2014/main" id="{DD462697-BBCD-5506-773F-3C3C98466BDA}"/>
              </a:ext>
            </a:extLst>
          </p:cNvPr>
          <p:cNvSpPr/>
          <p:nvPr/>
        </p:nvSpPr>
        <p:spPr>
          <a:xfrm>
            <a:off x="6444678" y="5151352"/>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Sets up 360 memory for lifecycle and initial first prompt</a:t>
            </a:r>
          </a:p>
        </p:txBody>
      </p:sp>
      <p:cxnSp>
        <p:nvCxnSpPr>
          <p:cNvPr id="37" name="Straight Arrow Connector 36">
            <a:extLst>
              <a:ext uri="{FF2B5EF4-FFF2-40B4-BE49-F238E27FC236}">
                <a16:creationId xmlns:a16="http://schemas.microsoft.com/office/drawing/2014/main" id="{70638E9C-CAFF-C8D0-41D1-5183A4DC28FF}"/>
              </a:ext>
            </a:extLst>
          </p:cNvPr>
          <p:cNvCxnSpPr>
            <a:cxnSpLocks/>
          </p:cNvCxnSpPr>
          <p:nvPr/>
        </p:nvCxnSpPr>
        <p:spPr>
          <a:xfrm>
            <a:off x="5752682" y="5653922"/>
            <a:ext cx="686636"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000435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4243A-AC2E-780A-61C4-3AE8C2A168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E3590A-8794-B2CB-1707-0E92F27D0024}"/>
              </a:ext>
            </a:extLst>
          </p:cNvPr>
          <p:cNvSpPr>
            <a:spLocks noGrp="1"/>
          </p:cNvSpPr>
          <p:nvPr>
            <p:ph type="title"/>
          </p:nvPr>
        </p:nvSpPr>
        <p:spPr>
          <a:xfrm>
            <a:off x="838200" y="365125"/>
            <a:ext cx="10515600" cy="619077"/>
          </a:xfrm>
        </p:spPr>
        <p:txBody>
          <a:bodyPr>
            <a:normAutofit fontScale="90000"/>
          </a:bodyPr>
          <a:lstStyle/>
          <a:p>
            <a:r>
              <a:rPr lang="en-US" dirty="0"/>
              <a:t>Product activation Workflow</a:t>
            </a:r>
          </a:p>
        </p:txBody>
      </p:sp>
      <p:sp>
        <p:nvSpPr>
          <p:cNvPr id="3" name="Rectangle: Rounded Corners 2">
            <a:extLst>
              <a:ext uri="{FF2B5EF4-FFF2-40B4-BE49-F238E27FC236}">
                <a16:creationId xmlns:a16="http://schemas.microsoft.com/office/drawing/2014/main" id="{EC0D594F-93DA-2846-F9B7-8BE62FF08B2A}"/>
              </a:ext>
            </a:extLst>
          </p:cNvPr>
          <p:cNvSpPr/>
          <p:nvPr/>
        </p:nvSpPr>
        <p:spPr>
          <a:xfrm>
            <a:off x="760836"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Existing product and product card</a:t>
            </a:r>
          </a:p>
        </p:txBody>
      </p:sp>
      <p:sp>
        <p:nvSpPr>
          <p:cNvPr id="25" name="Rectangle: Rounded Corners 24">
            <a:extLst>
              <a:ext uri="{FF2B5EF4-FFF2-40B4-BE49-F238E27FC236}">
                <a16:creationId xmlns:a16="http://schemas.microsoft.com/office/drawing/2014/main" id="{A60A0150-7D00-4267-2D89-BC79EF6AF5BF}"/>
              </a:ext>
            </a:extLst>
          </p:cNvPr>
          <p:cNvSpPr/>
          <p:nvPr/>
        </p:nvSpPr>
        <p:spPr>
          <a:xfrm>
            <a:off x="3635495"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Product gets activated</a:t>
            </a:r>
          </a:p>
        </p:txBody>
      </p:sp>
      <p:sp>
        <p:nvSpPr>
          <p:cNvPr id="26" name="Rectangle: Rounded Corners 25">
            <a:extLst>
              <a:ext uri="{FF2B5EF4-FFF2-40B4-BE49-F238E27FC236}">
                <a16:creationId xmlns:a16="http://schemas.microsoft.com/office/drawing/2014/main" id="{1878CE27-55B5-4ADD-287B-F34D78B95B84}"/>
              </a:ext>
            </a:extLst>
          </p:cNvPr>
          <p:cNvSpPr/>
          <p:nvPr/>
        </p:nvSpPr>
        <p:spPr>
          <a:xfrm>
            <a:off x="6510154"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Another product active?</a:t>
            </a:r>
          </a:p>
        </p:txBody>
      </p:sp>
      <p:sp>
        <p:nvSpPr>
          <p:cNvPr id="27" name="Rectangle: Rounded Corners 26">
            <a:extLst>
              <a:ext uri="{FF2B5EF4-FFF2-40B4-BE49-F238E27FC236}">
                <a16:creationId xmlns:a16="http://schemas.microsoft.com/office/drawing/2014/main" id="{A280D587-7F6A-9170-3ADC-AC01FBC1922A}"/>
              </a:ext>
            </a:extLst>
          </p:cNvPr>
          <p:cNvSpPr/>
          <p:nvPr/>
        </p:nvSpPr>
        <p:spPr>
          <a:xfrm>
            <a:off x="9384813"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No</a:t>
            </a:r>
          </a:p>
        </p:txBody>
      </p:sp>
      <p:sp>
        <p:nvSpPr>
          <p:cNvPr id="28" name="Rectangle: Rounded Corners 27">
            <a:extLst>
              <a:ext uri="{FF2B5EF4-FFF2-40B4-BE49-F238E27FC236}">
                <a16:creationId xmlns:a16="http://schemas.microsoft.com/office/drawing/2014/main" id="{B8F11D76-CEF8-6A3B-3F33-8E89A4373284}"/>
              </a:ext>
            </a:extLst>
          </p:cNvPr>
          <p:cNvSpPr/>
          <p:nvPr/>
        </p:nvSpPr>
        <p:spPr>
          <a:xfrm>
            <a:off x="760835" y="2652462"/>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Deactivates other product</a:t>
            </a:r>
          </a:p>
        </p:txBody>
      </p:sp>
      <p:sp>
        <p:nvSpPr>
          <p:cNvPr id="29" name="Rectangle: Rounded Corners 28">
            <a:extLst>
              <a:ext uri="{FF2B5EF4-FFF2-40B4-BE49-F238E27FC236}">
                <a16:creationId xmlns:a16="http://schemas.microsoft.com/office/drawing/2014/main" id="{D2877D3F-7154-68BF-5D5F-38B98101B7B2}"/>
              </a:ext>
            </a:extLst>
          </p:cNvPr>
          <p:cNvSpPr/>
          <p:nvPr/>
        </p:nvSpPr>
        <p:spPr>
          <a:xfrm>
            <a:off x="3635492" y="2658853"/>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Warning that other product will be deactivated</a:t>
            </a:r>
          </a:p>
        </p:txBody>
      </p:sp>
      <p:sp>
        <p:nvSpPr>
          <p:cNvPr id="30" name="Rectangle: Rounded Corners 29">
            <a:extLst>
              <a:ext uri="{FF2B5EF4-FFF2-40B4-BE49-F238E27FC236}">
                <a16:creationId xmlns:a16="http://schemas.microsoft.com/office/drawing/2014/main" id="{3A3AB187-350F-DD24-0134-18BE4EC2B6DD}"/>
              </a:ext>
            </a:extLst>
          </p:cNvPr>
          <p:cNvSpPr/>
          <p:nvPr/>
        </p:nvSpPr>
        <p:spPr>
          <a:xfrm>
            <a:off x="6510153" y="2652462"/>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Yes</a:t>
            </a:r>
          </a:p>
        </p:txBody>
      </p:sp>
      <p:sp>
        <p:nvSpPr>
          <p:cNvPr id="31" name="Rectangle: Rounded Corners 30">
            <a:extLst>
              <a:ext uri="{FF2B5EF4-FFF2-40B4-BE49-F238E27FC236}">
                <a16:creationId xmlns:a16="http://schemas.microsoft.com/office/drawing/2014/main" id="{0FF5BC8D-331C-A343-3DFA-651B7DC18751}"/>
              </a:ext>
            </a:extLst>
          </p:cNvPr>
          <p:cNvSpPr/>
          <p:nvPr/>
        </p:nvSpPr>
        <p:spPr>
          <a:xfrm>
            <a:off x="9384812" y="3992070"/>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New Product gets activated</a:t>
            </a:r>
          </a:p>
        </p:txBody>
      </p:sp>
      <p:cxnSp>
        <p:nvCxnSpPr>
          <p:cNvPr id="34" name="Straight Arrow Connector 33">
            <a:extLst>
              <a:ext uri="{FF2B5EF4-FFF2-40B4-BE49-F238E27FC236}">
                <a16:creationId xmlns:a16="http://schemas.microsoft.com/office/drawing/2014/main" id="{980FF3D1-1948-E86A-2849-C537792ED530}"/>
              </a:ext>
            </a:extLst>
          </p:cNvPr>
          <p:cNvCxnSpPr>
            <a:stCxn id="3" idx="3"/>
            <a:endCxn id="25" idx="1"/>
          </p:cNvCxnSpPr>
          <p:nvPr/>
        </p:nvCxnSpPr>
        <p:spPr>
          <a:xfrm>
            <a:off x="3134087"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C460B613-50EF-9C60-0B34-71D2950516C2}"/>
              </a:ext>
            </a:extLst>
          </p:cNvPr>
          <p:cNvCxnSpPr/>
          <p:nvPr/>
        </p:nvCxnSpPr>
        <p:spPr>
          <a:xfrm>
            <a:off x="600874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1E21BA87-C63E-57F8-D1FC-12C335C42503}"/>
              </a:ext>
            </a:extLst>
          </p:cNvPr>
          <p:cNvCxnSpPr/>
          <p:nvPr/>
        </p:nvCxnSpPr>
        <p:spPr>
          <a:xfrm>
            <a:off x="888340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0" name="Straight Arrow Connector 39">
            <a:extLst>
              <a:ext uri="{FF2B5EF4-FFF2-40B4-BE49-F238E27FC236}">
                <a16:creationId xmlns:a16="http://schemas.microsoft.com/office/drawing/2014/main" id="{4BCCFCF7-00C0-CC01-FD50-238511566EEC}"/>
              </a:ext>
            </a:extLst>
          </p:cNvPr>
          <p:cNvCxnSpPr>
            <a:cxnSpLocks/>
            <a:stCxn id="26" idx="2"/>
            <a:endCxn id="30" idx="0"/>
          </p:cNvCxnSpPr>
          <p:nvPr/>
        </p:nvCxnSpPr>
        <p:spPr>
          <a:xfrm flipH="1">
            <a:off x="7696779" y="2345331"/>
            <a:ext cx="1" cy="30713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1" name="Straight Arrow Connector 40">
            <a:extLst>
              <a:ext uri="{FF2B5EF4-FFF2-40B4-BE49-F238E27FC236}">
                <a16:creationId xmlns:a16="http://schemas.microsoft.com/office/drawing/2014/main" id="{C114D7A1-E5C3-F9CE-35E9-E1B2A3A11584}"/>
              </a:ext>
            </a:extLst>
          </p:cNvPr>
          <p:cNvCxnSpPr>
            <a:cxnSpLocks/>
            <a:stCxn id="27" idx="2"/>
            <a:endCxn id="31" idx="0"/>
          </p:cNvCxnSpPr>
          <p:nvPr/>
        </p:nvCxnSpPr>
        <p:spPr>
          <a:xfrm flipH="1">
            <a:off x="10571438" y="2345331"/>
            <a:ext cx="1" cy="164673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5" name="Rectangle 14">
            <a:extLst>
              <a:ext uri="{FF2B5EF4-FFF2-40B4-BE49-F238E27FC236}">
                <a16:creationId xmlns:a16="http://schemas.microsoft.com/office/drawing/2014/main" id="{3C08831A-513A-3E09-5528-488211EEFAC8}"/>
              </a:ext>
            </a:extLst>
          </p:cNvPr>
          <p:cNvSpPr/>
          <p:nvPr/>
        </p:nvSpPr>
        <p:spPr>
          <a:xfrm>
            <a:off x="7699108" y="539628"/>
            <a:ext cx="4137480" cy="619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Only one product can be activated in a tenant</a:t>
            </a:r>
          </a:p>
        </p:txBody>
      </p:sp>
      <p:sp>
        <p:nvSpPr>
          <p:cNvPr id="13" name="Rectangle: Rounded Corners 12">
            <a:extLst>
              <a:ext uri="{FF2B5EF4-FFF2-40B4-BE49-F238E27FC236}">
                <a16:creationId xmlns:a16="http://schemas.microsoft.com/office/drawing/2014/main" id="{89CC2D40-23D6-16DA-466E-EC095721C969}"/>
              </a:ext>
            </a:extLst>
          </p:cNvPr>
          <p:cNvSpPr/>
          <p:nvPr/>
        </p:nvSpPr>
        <p:spPr>
          <a:xfrm>
            <a:off x="806206" y="5465631"/>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Badge appears on product card (Active)</a:t>
            </a:r>
          </a:p>
        </p:txBody>
      </p:sp>
      <p:sp>
        <p:nvSpPr>
          <p:cNvPr id="17" name="Rectangle: Rounded Corners 16">
            <a:extLst>
              <a:ext uri="{FF2B5EF4-FFF2-40B4-BE49-F238E27FC236}">
                <a16:creationId xmlns:a16="http://schemas.microsoft.com/office/drawing/2014/main" id="{94162312-0979-19FA-07A2-F5A8095690E5}"/>
              </a:ext>
            </a:extLst>
          </p:cNvPr>
          <p:cNvSpPr/>
          <p:nvPr/>
        </p:nvSpPr>
        <p:spPr>
          <a:xfrm>
            <a:off x="3680865" y="5415436"/>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Badge appears on Header bar in application</a:t>
            </a:r>
          </a:p>
        </p:txBody>
      </p:sp>
      <p:sp>
        <p:nvSpPr>
          <p:cNvPr id="33" name="Rectangle: Rounded Corners 32">
            <a:extLst>
              <a:ext uri="{FF2B5EF4-FFF2-40B4-BE49-F238E27FC236}">
                <a16:creationId xmlns:a16="http://schemas.microsoft.com/office/drawing/2014/main" id="{F487973C-C5E1-FE68-F5D2-601039996185}"/>
              </a:ext>
            </a:extLst>
          </p:cNvPr>
          <p:cNvSpPr/>
          <p:nvPr/>
        </p:nvSpPr>
        <p:spPr>
          <a:xfrm>
            <a:off x="760834" y="3964730"/>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Deactivates any active projects</a:t>
            </a:r>
          </a:p>
        </p:txBody>
      </p:sp>
      <p:cxnSp>
        <p:nvCxnSpPr>
          <p:cNvPr id="37" name="Straight Arrow Connector 36">
            <a:extLst>
              <a:ext uri="{FF2B5EF4-FFF2-40B4-BE49-F238E27FC236}">
                <a16:creationId xmlns:a16="http://schemas.microsoft.com/office/drawing/2014/main" id="{FDE93D9C-6148-808C-E766-543B6DE91D46}"/>
              </a:ext>
            </a:extLst>
          </p:cNvPr>
          <p:cNvCxnSpPr>
            <a:cxnSpLocks/>
            <a:stCxn id="30" idx="1"/>
            <a:endCxn id="29" idx="3"/>
          </p:cNvCxnSpPr>
          <p:nvPr/>
        </p:nvCxnSpPr>
        <p:spPr>
          <a:xfrm flipH="1">
            <a:off x="6008743" y="3168993"/>
            <a:ext cx="501410" cy="639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8" name="Straight Arrow Connector 47">
            <a:extLst>
              <a:ext uri="{FF2B5EF4-FFF2-40B4-BE49-F238E27FC236}">
                <a16:creationId xmlns:a16="http://schemas.microsoft.com/office/drawing/2014/main" id="{A216C106-DDD2-B973-AA66-BDC182D3F9A1}"/>
              </a:ext>
            </a:extLst>
          </p:cNvPr>
          <p:cNvCxnSpPr>
            <a:cxnSpLocks/>
            <a:stCxn id="29" idx="1"/>
            <a:endCxn id="28" idx="3"/>
          </p:cNvCxnSpPr>
          <p:nvPr/>
        </p:nvCxnSpPr>
        <p:spPr>
          <a:xfrm flipH="1" flipV="1">
            <a:off x="3134086" y="3168993"/>
            <a:ext cx="501406" cy="639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1" name="Straight Arrow Connector 50">
            <a:extLst>
              <a:ext uri="{FF2B5EF4-FFF2-40B4-BE49-F238E27FC236}">
                <a16:creationId xmlns:a16="http://schemas.microsoft.com/office/drawing/2014/main" id="{318E8FB9-DA08-D0F2-1355-A8EAB2CCC263}"/>
              </a:ext>
            </a:extLst>
          </p:cNvPr>
          <p:cNvCxnSpPr>
            <a:cxnSpLocks/>
          </p:cNvCxnSpPr>
          <p:nvPr/>
        </p:nvCxnSpPr>
        <p:spPr>
          <a:xfrm flipH="1">
            <a:off x="1895109" y="3684939"/>
            <a:ext cx="1" cy="30713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4" name="Straight Arrow Connector 53">
            <a:extLst>
              <a:ext uri="{FF2B5EF4-FFF2-40B4-BE49-F238E27FC236}">
                <a16:creationId xmlns:a16="http://schemas.microsoft.com/office/drawing/2014/main" id="{E24033C0-4083-3E88-0737-718AA309DF2C}"/>
              </a:ext>
            </a:extLst>
          </p:cNvPr>
          <p:cNvCxnSpPr>
            <a:endCxn id="31" idx="1"/>
          </p:cNvCxnSpPr>
          <p:nvPr/>
        </p:nvCxnSpPr>
        <p:spPr>
          <a:xfrm>
            <a:off x="3179457" y="4508601"/>
            <a:ext cx="6205355"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6" name="Connector: Elbow 55">
            <a:extLst>
              <a:ext uri="{FF2B5EF4-FFF2-40B4-BE49-F238E27FC236}">
                <a16:creationId xmlns:a16="http://schemas.microsoft.com/office/drawing/2014/main" id="{28449037-C121-9B37-7266-0A7B1664EB5A}"/>
              </a:ext>
            </a:extLst>
          </p:cNvPr>
          <p:cNvCxnSpPr>
            <a:stCxn id="31" idx="2"/>
            <a:endCxn id="13" idx="0"/>
          </p:cNvCxnSpPr>
          <p:nvPr/>
        </p:nvCxnSpPr>
        <p:spPr>
          <a:xfrm rot="5400000">
            <a:off x="6061886" y="956078"/>
            <a:ext cx="440499" cy="8578606"/>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7" name="Straight Arrow Connector 56">
            <a:extLst>
              <a:ext uri="{FF2B5EF4-FFF2-40B4-BE49-F238E27FC236}">
                <a16:creationId xmlns:a16="http://schemas.microsoft.com/office/drawing/2014/main" id="{4924A329-7784-E1BD-A508-C516D344D606}"/>
              </a:ext>
            </a:extLst>
          </p:cNvPr>
          <p:cNvCxnSpPr/>
          <p:nvPr/>
        </p:nvCxnSpPr>
        <p:spPr>
          <a:xfrm>
            <a:off x="3179457" y="5931967"/>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Slide Number Placeholder 3">
            <a:extLst>
              <a:ext uri="{FF2B5EF4-FFF2-40B4-BE49-F238E27FC236}">
                <a16:creationId xmlns:a16="http://schemas.microsoft.com/office/drawing/2014/main" id="{A4FBC899-87A5-A67A-24FB-F54391633532}"/>
              </a:ext>
            </a:extLst>
          </p:cNvPr>
          <p:cNvSpPr>
            <a:spLocks noGrp="1"/>
          </p:cNvSpPr>
          <p:nvPr>
            <p:ph type="sldNum" sz="quarter" idx="12"/>
          </p:nvPr>
        </p:nvSpPr>
        <p:spPr/>
        <p:txBody>
          <a:bodyPr/>
          <a:lstStyle/>
          <a:p>
            <a:fld id="{BC45C7BB-1724-4FC6-81FD-F79A3AB07237}" type="slidenum">
              <a:rPr lang="en-US" smtClean="0"/>
              <a:t>10</a:t>
            </a:fld>
            <a:endParaRPr lang="en-US"/>
          </a:p>
        </p:txBody>
      </p:sp>
    </p:spTree>
    <p:extLst>
      <p:ext uri="{BB962C8B-B14F-4D97-AF65-F5344CB8AC3E}">
        <p14:creationId xmlns:p14="http://schemas.microsoft.com/office/powerpoint/2010/main" val="4154104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D2455-149E-C3CE-0BCD-B88D344A6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9747D-F02C-F3D1-B85A-29818B595E1F}"/>
              </a:ext>
            </a:extLst>
          </p:cNvPr>
          <p:cNvSpPr>
            <a:spLocks noGrp="1"/>
          </p:cNvSpPr>
          <p:nvPr>
            <p:ph type="title"/>
          </p:nvPr>
        </p:nvSpPr>
        <p:spPr>
          <a:xfrm>
            <a:off x="838200" y="365125"/>
            <a:ext cx="10515600" cy="619077"/>
          </a:xfrm>
        </p:spPr>
        <p:txBody>
          <a:bodyPr>
            <a:normAutofit fontScale="90000"/>
          </a:bodyPr>
          <a:lstStyle/>
          <a:p>
            <a:r>
              <a:rPr lang="en-US" dirty="0"/>
              <a:t>Project Creation Workflow </a:t>
            </a:r>
          </a:p>
        </p:txBody>
      </p:sp>
      <p:sp>
        <p:nvSpPr>
          <p:cNvPr id="3" name="Rectangle: Rounded Corners 2">
            <a:extLst>
              <a:ext uri="{FF2B5EF4-FFF2-40B4-BE49-F238E27FC236}">
                <a16:creationId xmlns:a16="http://schemas.microsoft.com/office/drawing/2014/main" id="{4A461FD7-66FC-A01A-D534-61382F01AD4B}"/>
              </a:ext>
            </a:extLst>
          </p:cNvPr>
          <p:cNvSpPr/>
          <p:nvPr/>
        </p:nvSpPr>
        <p:spPr>
          <a:xfrm>
            <a:off x="864377" y="2726324"/>
            <a:ext cx="2373251" cy="5517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Create Project</a:t>
            </a:r>
          </a:p>
        </p:txBody>
      </p:sp>
      <p:sp>
        <p:nvSpPr>
          <p:cNvPr id="25" name="Rectangle: Rounded Corners 24">
            <a:extLst>
              <a:ext uri="{FF2B5EF4-FFF2-40B4-BE49-F238E27FC236}">
                <a16:creationId xmlns:a16="http://schemas.microsoft.com/office/drawing/2014/main" id="{C2E64C58-656A-6050-AC89-180CA63C87BF}"/>
              </a:ext>
            </a:extLst>
          </p:cNvPr>
          <p:cNvSpPr/>
          <p:nvPr/>
        </p:nvSpPr>
        <p:spPr>
          <a:xfrm>
            <a:off x="3739036" y="2726324"/>
            <a:ext cx="2373251" cy="5517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Project Name</a:t>
            </a:r>
          </a:p>
        </p:txBody>
      </p:sp>
      <p:sp>
        <p:nvSpPr>
          <p:cNvPr id="26" name="Rectangle: Rounded Corners 25">
            <a:extLst>
              <a:ext uri="{FF2B5EF4-FFF2-40B4-BE49-F238E27FC236}">
                <a16:creationId xmlns:a16="http://schemas.microsoft.com/office/drawing/2014/main" id="{FD16F1A7-0F10-E372-F4D7-1A4EA6667610}"/>
              </a:ext>
            </a:extLst>
          </p:cNvPr>
          <p:cNvSpPr/>
          <p:nvPr/>
        </p:nvSpPr>
        <p:spPr>
          <a:xfrm>
            <a:off x="6613695" y="2729240"/>
            <a:ext cx="2373251" cy="5517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Project Description</a:t>
            </a:r>
          </a:p>
        </p:txBody>
      </p:sp>
      <p:sp>
        <p:nvSpPr>
          <p:cNvPr id="27" name="Rectangle: Rounded Corners 26">
            <a:extLst>
              <a:ext uri="{FF2B5EF4-FFF2-40B4-BE49-F238E27FC236}">
                <a16:creationId xmlns:a16="http://schemas.microsoft.com/office/drawing/2014/main" id="{7562B6E6-3FAD-C24D-0B36-5130DBC11311}"/>
              </a:ext>
            </a:extLst>
          </p:cNvPr>
          <p:cNvSpPr/>
          <p:nvPr/>
        </p:nvSpPr>
        <p:spPr>
          <a:xfrm>
            <a:off x="3890272" y="4107728"/>
            <a:ext cx="2373251" cy="5517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Save Project</a:t>
            </a:r>
          </a:p>
        </p:txBody>
      </p:sp>
      <p:sp>
        <p:nvSpPr>
          <p:cNvPr id="28" name="Rectangle: Rounded Corners 27">
            <a:extLst>
              <a:ext uri="{FF2B5EF4-FFF2-40B4-BE49-F238E27FC236}">
                <a16:creationId xmlns:a16="http://schemas.microsoft.com/office/drawing/2014/main" id="{9FEC52DD-BF87-ADC7-B20F-20C55D2DBCAE}"/>
              </a:ext>
            </a:extLst>
          </p:cNvPr>
          <p:cNvSpPr/>
          <p:nvPr/>
        </p:nvSpPr>
        <p:spPr>
          <a:xfrm>
            <a:off x="6636380" y="4068911"/>
            <a:ext cx="2373251" cy="635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Project appears on project list</a:t>
            </a:r>
          </a:p>
        </p:txBody>
      </p:sp>
      <p:sp>
        <p:nvSpPr>
          <p:cNvPr id="29" name="Rectangle: Rounded Corners 28">
            <a:extLst>
              <a:ext uri="{FF2B5EF4-FFF2-40B4-BE49-F238E27FC236}">
                <a16:creationId xmlns:a16="http://schemas.microsoft.com/office/drawing/2014/main" id="{3F7AAF2F-5A6C-AC22-5853-AD08469C123C}"/>
              </a:ext>
            </a:extLst>
          </p:cNvPr>
          <p:cNvSpPr/>
          <p:nvPr/>
        </p:nvSpPr>
        <p:spPr>
          <a:xfrm>
            <a:off x="9566303" y="4079080"/>
            <a:ext cx="2373251" cy="60902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Project is default inactive</a:t>
            </a:r>
          </a:p>
        </p:txBody>
      </p:sp>
      <p:cxnSp>
        <p:nvCxnSpPr>
          <p:cNvPr id="34" name="Straight Arrow Connector 33">
            <a:extLst>
              <a:ext uri="{FF2B5EF4-FFF2-40B4-BE49-F238E27FC236}">
                <a16:creationId xmlns:a16="http://schemas.microsoft.com/office/drawing/2014/main" id="{61F63A02-50D9-3EDC-1CFA-9B47766B2C1C}"/>
              </a:ext>
            </a:extLst>
          </p:cNvPr>
          <p:cNvCxnSpPr>
            <a:cxnSpLocks/>
            <a:stCxn id="3" idx="3"/>
            <a:endCxn id="25" idx="1"/>
          </p:cNvCxnSpPr>
          <p:nvPr/>
        </p:nvCxnSpPr>
        <p:spPr>
          <a:xfrm>
            <a:off x="3237628" y="3002187"/>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1C0D22A4-0BA3-38BD-E19E-D00C0803CCA9}"/>
              </a:ext>
            </a:extLst>
          </p:cNvPr>
          <p:cNvCxnSpPr/>
          <p:nvPr/>
        </p:nvCxnSpPr>
        <p:spPr>
          <a:xfrm>
            <a:off x="6134972" y="3002186"/>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9571DE75-4E66-4593-57E1-98273160DEB6}"/>
              </a:ext>
            </a:extLst>
          </p:cNvPr>
          <p:cNvCxnSpPr/>
          <p:nvPr/>
        </p:nvCxnSpPr>
        <p:spPr>
          <a:xfrm>
            <a:off x="8986946" y="3002186"/>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9" name="Straight Arrow Connector 38">
            <a:extLst>
              <a:ext uri="{FF2B5EF4-FFF2-40B4-BE49-F238E27FC236}">
                <a16:creationId xmlns:a16="http://schemas.microsoft.com/office/drawing/2014/main" id="{C85C5D46-D6A1-F492-6D9E-BA441E682D50}"/>
              </a:ext>
            </a:extLst>
          </p:cNvPr>
          <p:cNvCxnSpPr>
            <a:cxnSpLocks/>
            <a:stCxn id="28" idx="3"/>
            <a:endCxn id="29" idx="1"/>
          </p:cNvCxnSpPr>
          <p:nvPr/>
        </p:nvCxnSpPr>
        <p:spPr>
          <a:xfrm flipV="1">
            <a:off x="9009631" y="4383592"/>
            <a:ext cx="556672" cy="291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1" name="Rectangle 20">
            <a:extLst>
              <a:ext uri="{FF2B5EF4-FFF2-40B4-BE49-F238E27FC236}">
                <a16:creationId xmlns:a16="http://schemas.microsoft.com/office/drawing/2014/main" id="{4D0255AE-29EC-A0A3-8486-BC7142D4805D}"/>
              </a:ext>
            </a:extLst>
          </p:cNvPr>
          <p:cNvSpPr/>
          <p:nvPr/>
        </p:nvSpPr>
        <p:spPr>
          <a:xfrm>
            <a:off x="6659065" y="365125"/>
            <a:ext cx="5011749" cy="7377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Only one project can be active under an activated product at any given time.  Only one product can be activated in any tenant.</a:t>
            </a:r>
          </a:p>
        </p:txBody>
      </p:sp>
      <p:sp>
        <p:nvSpPr>
          <p:cNvPr id="22" name="Rectangle: Rounded Corners 21">
            <a:extLst>
              <a:ext uri="{FF2B5EF4-FFF2-40B4-BE49-F238E27FC236}">
                <a16:creationId xmlns:a16="http://schemas.microsoft.com/office/drawing/2014/main" id="{3246786B-0755-0B62-F127-EFCF14C78FE2}"/>
              </a:ext>
            </a:extLst>
          </p:cNvPr>
          <p:cNvSpPr/>
          <p:nvPr/>
        </p:nvSpPr>
        <p:spPr>
          <a:xfrm>
            <a:off x="6659065" y="3158808"/>
            <a:ext cx="2282510" cy="41182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a:solidFill>
                  <a:schemeClr val="tx1"/>
                </a:solidFill>
              </a:rPr>
              <a:t>(Used as Context Source)</a:t>
            </a:r>
          </a:p>
        </p:txBody>
      </p:sp>
      <p:sp>
        <p:nvSpPr>
          <p:cNvPr id="13" name="Rectangle: Rounded Corners 12">
            <a:extLst>
              <a:ext uri="{FF2B5EF4-FFF2-40B4-BE49-F238E27FC236}">
                <a16:creationId xmlns:a16="http://schemas.microsoft.com/office/drawing/2014/main" id="{123B70E0-5232-2442-97C1-1EE2A4BF97D8}"/>
              </a:ext>
            </a:extLst>
          </p:cNvPr>
          <p:cNvSpPr/>
          <p:nvPr/>
        </p:nvSpPr>
        <p:spPr>
          <a:xfrm>
            <a:off x="9465669" y="2484262"/>
            <a:ext cx="2373251" cy="94473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Orchestrator generated mission shows here {</a:t>
            </a:r>
            <a:r>
              <a:rPr lang="en-US" dirty="0" err="1"/>
              <a:t>if_exist</a:t>
            </a:r>
            <a:r>
              <a:rPr lang="en-US" dirty="0"/>
              <a:t>}</a:t>
            </a:r>
          </a:p>
        </p:txBody>
      </p:sp>
      <p:sp>
        <p:nvSpPr>
          <p:cNvPr id="14" name="Rectangle: Rounded Corners 13">
            <a:extLst>
              <a:ext uri="{FF2B5EF4-FFF2-40B4-BE49-F238E27FC236}">
                <a16:creationId xmlns:a16="http://schemas.microsoft.com/office/drawing/2014/main" id="{134958A3-5A03-1144-9E26-1DFC194F43D4}"/>
              </a:ext>
            </a:extLst>
          </p:cNvPr>
          <p:cNvSpPr/>
          <p:nvPr/>
        </p:nvSpPr>
        <p:spPr>
          <a:xfrm>
            <a:off x="9465669" y="1260040"/>
            <a:ext cx="2373251" cy="94473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This is the same </a:t>
            </a:r>
            <a:r>
              <a:rPr lang="en-US" sz="1400" dirty="0" err="1"/>
              <a:t>vue</a:t>
            </a:r>
            <a:r>
              <a:rPr lang="en-US" sz="1400" dirty="0"/>
              <a:t> component for editing existing projects this is why this appears</a:t>
            </a:r>
          </a:p>
        </p:txBody>
      </p:sp>
      <p:cxnSp>
        <p:nvCxnSpPr>
          <p:cNvPr id="17" name="Straight Arrow Connector 16">
            <a:extLst>
              <a:ext uri="{FF2B5EF4-FFF2-40B4-BE49-F238E27FC236}">
                <a16:creationId xmlns:a16="http://schemas.microsoft.com/office/drawing/2014/main" id="{01CB4C50-D316-9DBB-2231-4A213D68F189}"/>
              </a:ext>
            </a:extLst>
          </p:cNvPr>
          <p:cNvCxnSpPr>
            <a:cxnSpLocks/>
            <a:stCxn id="13" idx="0"/>
            <a:endCxn id="14" idx="2"/>
          </p:cNvCxnSpPr>
          <p:nvPr/>
        </p:nvCxnSpPr>
        <p:spPr>
          <a:xfrm flipV="1">
            <a:off x="10652295" y="2204777"/>
            <a:ext cx="0" cy="27948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0" name="Rectangle: Rounded Corners 29">
            <a:extLst>
              <a:ext uri="{FF2B5EF4-FFF2-40B4-BE49-F238E27FC236}">
                <a16:creationId xmlns:a16="http://schemas.microsoft.com/office/drawing/2014/main" id="{0DAE13FF-A0F2-9959-CD22-A1C2FBF0739D}"/>
              </a:ext>
            </a:extLst>
          </p:cNvPr>
          <p:cNvSpPr/>
          <p:nvPr/>
        </p:nvSpPr>
        <p:spPr>
          <a:xfrm>
            <a:off x="960349" y="4107727"/>
            <a:ext cx="2373251" cy="5517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Context Budget </a:t>
            </a:r>
          </a:p>
        </p:txBody>
      </p:sp>
      <p:sp>
        <p:nvSpPr>
          <p:cNvPr id="4" name="Rectangle: Rounded Corners 3">
            <a:extLst>
              <a:ext uri="{FF2B5EF4-FFF2-40B4-BE49-F238E27FC236}">
                <a16:creationId xmlns:a16="http://schemas.microsoft.com/office/drawing/2014/main" id="{45A98F5B-7A5D-8E4B-696F-15D5050BA5A8}"/>
              </a:ext>
            </a:extLst>
          </p:cNvPr>
          <p:cNvSpPr/>
          <p:nvPr/>
        </p:nvSpPr>
        <p:spPr>
          <a:xfrm>
            <a:off x="845177" y="5142092"/>
            <a:ext cx="3606023" cy="1472703"/>
          </a:xfrm>
          <a:prstGeom prst="roundRect">
            <a:avLst/>
          </a:prstGeom>
          <a:solidFill>
            <a:srgbClr val="FFFF00"/>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This value is yet to be determined for its use, I suggest it is an informative value that gets inserted into orchestrator launch prompt as instructions to define context space in tokens before a sessions expires. But this is hard to </a:t>
            </a:r>
            <a:r>
              <a:rPr lang="en-US" sz="1400" dirty="0" err="1"/>
              <a:t>enfoce</a:t>
            </a:r>
            <a:r>
              <a:rPr lang="en-US" sz="1400" dirty="0"/>
              <a:t> so need to think</a:t>
            </a:r>
          </a:p>
        </p:txBody>
      </p:sp>
      <p:cxnSp>
        <p:nvCxnSpPr>
          <p:cNvPr id="5" name="Straight Arrow Connector 4">
            <a:extLst>
              <a:ext uri="{FF2B5EF4-FFF2-40B4-BE49-F238E27FC236}">
                <a16:creationId xmlns:a16="http://schemas.microsoft.com/office/drawing/2014/main" id="{72E75195-60EB-4A73-4750-048F4B8BC511}"/>
              </a:ext>
            </a:extLst>
          </p:cNvPr>
          <p:cNvCxnSpPr>
            <a:cxnSpLocks/>
            <a:stCxn id="30" idx="2"/>
            <a:endCxn id="4" idx="0"/>
          </p:cNvCxnSpPr>
          <p:nvPr/>
        </p:nvCxnSpPr>
        <p:spPr>
          <a:xfrm>
            <a:off x="2146975" y="4659452"/>
            <a:ext cx="501214" cy="48264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 name="Rectangle: Rounded Corners 7">
            <a:extLst>
              <a:ext uri="{FF2B5EF4-FFF2-40B4-BE49-F238E27FC236}">
                <a16:creationId xmlns:a16="http://schemas.microsoft.com/office/drawing/2014/main" id="{0C5A7033-8DC5-749F-20C6-F1BE2FEFABDA}"/>
              </a:ext>
            </a:extLst>
          </p:cNvPr>
          <p:cNvSpPr/>
          <p:nvPr/>
        </p:nvSpPr>
        <p:spPr>
          <a:xfrm>
            <a:off x="5153017" y="5157729"/>
            <a:ext cx="3606023" cy="1472703"/>
          </a:xfrm>
          <a:prstGeom prst="roundRect">
            <a:avLst/>
          </a:prstGeom>
          <a:solidFill>
            <a:srgbClr val="FFFF00"/>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More definition here</a:t>
            </a:r>
          </a:p>
        </p:txBody>
      </p:sp>
      <p:cxnSp>
        <p:nvCxnSpPr>
          <p:cNvPr id="9" name="Straight Arrow Connector 8">
            <a:extLst>
              <a:ext uri="{FF2B5EF4-FFF2-40B4-BE49-F238E27FC236}">
                <a16:creationId xmlns:a16="http://schemas.microsoft.com/office/drawing/2014/main" id="{2031C621-A240-5690-2193-095B4147B584}"/>
              </a:ext>
            </a:extLst>
          </p:cNvPr>
          <p:cNvCxnSpPr>
            <a:cxnSpLocks/>
            <a:stCxn id="4" idx="3"/>
            <a:endCxn id="8" idx="1"/>
          </p:cNvCxnSpPr>
          <p:nvPr/>
        </p:nvCxnSpPr>
        <p:spPr>
          <a:xfrm>
            <a:off x="4451200" y="5878444"/>
            <a:ext cx="701817" cy="1563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4" name="Straight Arrow Connector 23">
            <a:extLst>
              <a:ext uri="{FF2B5EF4-FFF2-40B4-BE49-F238E27FC236}">
                <a16:creationId xmlns:a16="http://schemas.microsoft.com/office/drawing/2014/main" id="{56110C01-E4E0-6F56-7B95-5F669AEC1964}"/>
              </a:ext>
            </a:extLst>
          </p:cNvPr>
          <p:cNvCxnSpPr>
            <a:cxnSpLocks/>
            <a:stCxn id="30" idx="3"/>
            <a:endCxn id="27" idx="1"/>
          </p:cNvCxnSpPr>
          <p:nvPr/>
        </p:nvCxnSpPr>
        <p:spPr>
          <a:xfrm>
            <a:off x="3333600" y="4383590"/>
            <a:ext cx="556672"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0" name="Straight Arrow Connector 39">
            <a:extLst>
              <a:ext uri="{FF2B5EF4-FFF2-40B4-BE49-F238E27FC236}">
                <a16:creationId xmlns:a16="http://schemas.microsoft.com/office/drawing/2014/main" id="{010D7575-52EA-BE7F-708C-335F94F78FB6}"/>
              </a:ext>
            </a:extLst>
          </p:cNvPr>
          <p:cNvCxnSpPr>
            <a:cxnSpLocks/>
            <a:stCxn id="27" idx="3"/>
            <a:endCxn id="28" idx="1"/>
          </p:cNvCxnSpPr>
          <p:nvPr/>
        </p:nvCxnSpPr>
        <p:spPr>
          <a:xfrm>
            <a:off x="6263523" y="4383591"/>
            <a:ext cx="372857" cy="291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7" name="Connector: Elbow 46">
            <a:extLst>
              <a:ext uri="{FF2B5EF4-FFF2-40B4-BE49-F238E27FC236}">
                <a16:creationId xmlns:a16="http://schemas.microsoft.com/office/drawing/2014/main" id="{627F2A17-B183-C273-AB51-AC8FD466BF17}"/>
              </a:ext>
            </a:extLst>
          </p:cNvPr>
          <p:cNvCxnSpPr>
            <a:cxnSpLocks/>
            <a:stCxn id="13" idx="2"/>
            <a:endCxn id="30" idx="0"/>
          </p:cNvCxnSpPr>
          <p:nvPr/>
        </p:nvCxnSpPr>
        <p:spPr>
          <a:xfrm rot="5400000">
            <a:off x="6060271" y="-484297"/>
            <a:ext cx="678728" cy="8505320"/>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sp>
        <p:nvSpPr>
          <p:cNvPr id="49" name="Slide Number Placeholder 48">
            <a:extLst>
              <a:ext uri="{FF2B5EF4-FFF2-40B4-BE49-F238E27FC236}">
                <a16:creationId xmlns:a16="http://schemas.microsoft.com/office/drawing/2014/main" id="{614D4DBF-7D62-A245-588D-EED199AE6B4D}"/>
              </a:ext>
            </a:extLst>
          </p:cNvPr>
          <p:cNvSpPr>
            <a:spLocks noGrp="1"/>
          </p:cNvSpPr>
          <p:nvPr>
            <p:ph type="sldNum" sz="quarter" idx="12"/>
          </p:nvPr>
        </p:nvSpPr>
        <p:spPr/>
        <p:txBody>
          <a:bodyPr/>
          <a:lstStyle/>
          <a:p>
            <a:fld id="{BC45C7BB-1724-4FC6-81FD-F79A3AB07237}" type="slidenum">
              <a:rPr lang="en-US" smtClean="0"/>
              <a:t>11</a:t>
            </a:fld>
            <a:endParaRPr lang="en-US"/>
          </a:p>
        </p:txBody>
      </p:sp>
    </p:spTree>
    <p:extLst>
      <p:ext uri="{BB962C8B-B14F-4D97-AF65-F5344CB8AC3E}">
        <p14:creationId xmlns:p14="http://schemas.microsoft.com/office/powerpoint/2010/main" val="1806710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602E2-FE67-0989-211E-B8B45A29F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8435B-D730-095D-936E-323D256C7A53}"/>
              </a:ext>
            </a:extLst>
          </p:cNvPr>
          <p:cNvSpPr>
            <a:spLocks noGrp="1"/>
          </p:cNvSpPr>
          <p:nvPr>
            <p:ph type="title"/>
          </p:nvPr>
        </p:nvSpPr>
        <p:spPr>
          <a:xfrm>
            <a:off x="838200" y="365125"/>
            <a:ext cx="10515600" cy="619077"/>
          </a:xfrm>
        </p:spPr>
        <p:txBody>
          <a:bodyPr>
            <a:normAutofit fontScale="90000"/>
          </a:bodyPr>
          <a:lstStyle/>
          <a:p>
            <a:r>
              <a:rPr lang="en-US" dirty="0"/>
              <a:t>Project Modification overview</a:t>
            </a:r>
          </a:p>
        </p:txBody>
      </p:sp>
      <p:sp>
        <p:nvSpPr>
          <p:cNvPr id="32" name="Rectangle: Rounded Corners 31">
            <a:extLst>
              <a:ext uri="{FF2B5EF4-FFF2-40B4-BE49-F238E27FC236}">
                <a16:creationId xmlns:a16="http://schemas.microsoft.com/office/drawing/2014/main" id="{FC4B846D-8CE0-A9D4-D666-93FF080F261E}"/>
              </a:ext>
            </a:extLst>
          </p:cNvPr>
          <p:cNvSpPr/>
          <p:nvPr/>
        </p:nvSpPr>
        <p:spPr>
          <a:xfrm>
            <a:off x="3321324" y="3315376"/>
            <a:ext cx="2373251" cy="767785"/>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Project can be inactive, deleted, canceled, activated and completed</a:t>
            </a:r>
          </a:p>
        </p:txBody>
      </p:sp>
      <p:sp>
        <p:nvSpPr>
          <p:cNvPr id="44" name="Rectangle: Rounded Corners 43">
            <a:extLst>
              <a:ext uri="{FF2B5EF4-FFF2-40B4-BE49-F238E27FC236}">
                <a16:creationId xmlns:a16="http://schemas.microsoft.com/office/drawing/2014/main" id="{2A8E9D6A-BE84-6EC2-6957-6CA03DF97670}"/>
              </a:ext>
            </a:extLst>
          </p:cNvPr>
          <p:cNvSpPr/>
          <p:nvPr/>
        </p:nvSpPr>
        <p:spPr>
          <a:xfrm>
            <a:off x="1688775" y="1434123"/>
            <a:ext cx="2373251" cy="42515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Project can be edited</a:t>
            </a:r>
          </a:p>
        </p:txBody>
      </p:sp>
      <p:cxnSp>
        <p:nvCxnSpPr>
          <p:cNvPr id="46" name="Straight Arrow Connector 45">
            <a:extLst>
              <a:ext uri="{FF2B5EF4-FFF2-40B4-BE49-F238E27FC236}">
                <a16:creationId xmlns:a16="http://schemas.microsoft.com/office/drawing/2014/main" id="{13338FE8-62B6-F97B-612B-F20CF1E6084F}"/>
              </a:ext>
            </a:extLst>
          </p:cNvPr>
          <p:cNvCxnSpPr>
            <a:cxnSpLocks/>
            <a:stCxn id="44" idx="3"/>
          </p:cNvCxnSpPr>
          <p:nvPr/>
        </p:nvCxnSpPr>
        <p:spPr>
          <a:xfrm flipV="1">
            <a:off x="4062026" y="1634171"/>
            <a:ext cx="634191" cy="1252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0" name="Rectangle: Rounded Corners 9">
            <a:extLst>
              <a:ext uri="{FF2B5EF4-FFF2-40B4-BE49-F238E27FC236}">
                <a16:creationId xmlns:a16="http://schemas.microsoft.com/office/drawing/2014/main" id="{8B0BD2CE-568F-A8FD-1851-3C1DE89427B0}"/>
              </a:ext>
            </a:extLst>
          </p:cNvPr>
          <p:cNvSpPr/>
          <p:nvPr/>
        </p:nvSpPr>
        <p:spPr>
          <a:xfrm>
            <a:off x="838200" y="3282488"/>
            <a:ext cx="2124291" cy="8335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Deleted projects are soft deleted with 10 days expiry</a:t>
            </a:r>
          </a:p>
        </p:txBody>
      </p:sp>
      <p:cxnSp>
        <p:nvCxnSpPr>
          <p:cNvPr id="11" name="Straight Arrow Connector 10">
            <a:extLst>
              <a:ext uri="{FF2B5EF4-FFF2-40B4-BE49-F238E27FC236}">
                <a16:creationId xmlns:a16="http://schemas.microsoft.com/office/drawing/2014/main" id="{EB6D07F2-1C44-4C71-2460-BF102E32A261}"/>
              </a:ext>
            </a:extLst>
          </p:cNvPr>
          <p:cNvCxnSpPr>
            <a:cxnSpLocks/>
            <a:stCxn id="32" idx="1"/>
            <a:endCxn id="10" idx="3"/>
          </p:cNvCxnSpPr>
          <p:nvPr/>
        </p:nvCxnSpPr>
        <p:spPr>
          <a:xfrm flipH="1">
            <a:off x="2962491" y="3699269"/>
            <a:ext cx="358833"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5" name="Rectangle: Rounded Corners 14">
            <a:extLst>
              <a:ext uri="{FF2B5EF4-FFF2-40B4-BE49-F238E27FC236}">
                <a16:creationId xmlns:a16="http://schemas.microsoft.com/office/drawing/2014/main" id="{15BD8E14-7218-5987-2F90-9FCB023F7B76}"/>
              </a:ext>
            </a:extLst>
          </p:cNvPr>
          <p:cNvSpPr/>
          <p:nvPr/>
        </p:nvSpPr>
        <p:spPr>
          <a:xfrm>
            <a:off x="6123924" y="4994930"/>
            <a:ext cx="2373251" cy="663495"/>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dirty="0"/>
              <a:t>Dynamic link is created for Jobs page</a:t>
            </a:r>
          </a:p>
        </p:txBody>
      </p:sp>
      <p:sp>
        <p:nvSpPr>
          <p:cNvPr id="16" name="Rectangle: Rounded Corners 15">
            <a:extLst>
              <a:ext uri="{FF2B5EF4-FFF2-40B4-BE49-F238E27FC236}">
                <a16:creationId xmlns:a16="http://schemas.microsoft.com/office/drawing/2014/main" id="{F18323AA-742A-59AE-5A56-2B64BCBB1923}"/>
              </a:ext>
            </a:extLst>
          </p:cNvPr>
          <p:cNvSpPr/>
          <p:nvPr/>
        </p:nvSpPr>
        <p:spPr>
          <a:xfrm>
            <a:off x="145002" y="5093300"/>
            <a:ext cx="1543773" cy="6634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Project gets activated</a:t>
            </a:r>
          </a:p>
        </p:txBody>
      </p:sp>
      <p:sp>
        <p:nvSpPr>
          <p:cNvPr id="18" name="Rectangle: Rounded Corners 17">
            <a:extLst>
              <a:ext uri="{FF2B5EF4-FFF2-40B4-BE49-F238E27FC236}">
                <a16:creationId xmlns:a16="http://schemas.microsoft.com/office/drawing/2014/main" id="{5C67D1C8-3E97-E6F9-E9DC-3F8D5877AE8D}"/>
              </a:ext>
            </a:extLst>
          </p:cNvPr>
          <p:cNvSpPr/>
          <p:nvPr/>
        </p:nvSpPr>
        <p:spPr>
          <a:xfrm>
            <a:off x="9013722" y="4746504"/>
            <a:ext cx="2957254" cy="15896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Navigation to jobs page from project list [Launch Project] button or sidebar jobs link</a:t>
            </a:r>
          </a:p>
        </p:txBody>
      </p:sp>
      <p:cxnSp>
        <p:nvCxnSpPr>
          <p:cNvPr id="19" name="Straight Arrow Connector 18">
            <a:extLst>
              <a:ext uri="{FF2B5EF4-FFF2-40B4-BE49-F238E27FC236}">
                <a16:creationId xmlns:a16="http://schemas.microsoft.com/office/drawing/2014/main" id="{059C39D3-2874-87FD-9383-5BFBAB626110}"/>
              </a:ext>
            </a:extLst>
          </p:cNvPr>
          <p:cNvCxnSpPr>
            <a:cxnSpLocks/>
            <a:stCxn id="15" idx="3"/>
            <a:endCxn id="18" idx="1"/>
          </p:cNvCxnSpPr>
          <p:nvPr/>
        </p:nvCxnSpPr>
        <p:spPr>
          <a:xfrm>
            <a:off x="8497175" y="5326678"/>
            <a:ext cx="516547" cy="21465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1" name="Rectangle 20">
            <a:extLst>
              <a:ext uri="{FF2B5EF4-FFF2-40B4-BE49-F238E27FC236}">
                <a16:creationId xmlns:a16="http://schemas.microsoft.com/office/drawing/2014/main" id="{DDE870D9-7219-8157-1A3A-6ED8415B4A9F}"/>
              </a:ext>
            </a:extLst>
          </p:cNvPr>
          <p:cNvSpPr/>
          <p:nvPr/>
        </p:nvSpPr>
        <p:spPr>
          <a:xfrm>
            <a:off x="7203518" y="365125"/>
            <a:ext cx="4467296" cy="7377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Only one project can be active under an activated product at any given time.  Only one product can be activated in any tenant.</a:t>
            </a:r>
          </a:p>
        </p:txBody>
      </p:sp>
      <p:sp>
        <p:nvSpPr>
          <p:cNvPr id="23" name="Rectangle: Rounded Corners 22">
            <a:extLst>
              <a:ext uri="{FF2B5EF4-FFF2-40B4-BE49-F238E27FC236}">
                <a16:creationId xmlns:a16="http://schemas.microsoft.com/office/drawing/2014/main" id="{994B0624-49D9-7AF6-C6B1-B90757CB4CAB}"/>
              </a:ext>
            </a:extLst>
          </p:cNvPr>
          <p:cNvSpPr/>
          <p:nvPr/>
        </p:nvSpPr>
        <p:spPr>
          <a:xfrm>
            <a:off x="5052171" y="2287283"/>
            <a:ext cx="6618643" cy="85215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Cancelled, Completed and Deactivated projects keep all data (Mission, Agents, Messages, </a:t>
            </a:r>
            <a:r>
              <a:rPr lang="en-US" sz="1400" dirty="0" err="1"/>
              <a:t>etc</a:t>
            </a:r>
            <a:r>
              <a:rPr lang="en-US" sz="1400" dirty="0"/>
              <a:t> ) for future activation or re-activation</a:t>
            </a:r>
          </a:p>
        </p:txBody>
      </p:sp>
      <p:cxnSp>
        <p:nvCxnSpPr>
          <p:cNvPr id="58" name="Connector: Elbow 57">
            <a:extLst>
              <a:ext uri="{FF2B5EF4-FFF2-40B4-BE49-F238E27FC236}">
                <a16:creationId xmlns:a16="http://schemas.microsoft.com/office/drawing/2014/main" id="{772A4D47-2195-ABEA-925F-AB881A821BBA}"/>
              </a:ext>
            </a:extLst>
          </p:cNvPr>
          <p:cNvCxnSpPr>
            <a:cxnSpLocks/>
            <a:stCxn id="32" idx="2"/>
            <a:endCxn id="16" idx="0"/>
          </p:cNvCxnSpPr>
          <p:nvPr/>
        </p:nvCxnSpPr>
        <p:spPr>
          <a:xfrm rot="5400000">
            <a:off x="2207351" y="2792700"/>
            <a:ext cx="1010139" cy="3591061"/>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sp>
        <p:nvSpPr>
          <p:cNvPr id="62" name="Rectangle: Rounded Corners 61">
            <a:extLst>
              <a:ext uri="{FF2B5EF4-FFF2-40B4-BE49-F238E27FC236}">
                <a16:creationId xmlns:a16="http://schemas.microsoft.com/office/drawing/2014/main" id="{B5BE9843-36C1-62B5-8EA3-22EA0FA32C37}"/>
              </a:ext>
            </a:extLst>
          </p:cNvPr>
          <p:cNvSpPr/>
          <p:nvPr/>
        </p:nvSpPr>
        <p:spPr>
          <a:xfrm>
            <a:off x="2124888" y="5014688"/>
            <a:ext cx="1202910" cy="82072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Already active project?</a:t>
            </a:r>
          </a:p>
        </p:txBody>
      </p:sp>
      <p:sp>
        <p:nvSpPr>
          <p:cNvPr id="63" name="Rectangle: Rounded Corners 62">
            <a:extLst>
              <a:ext uri="{FF2B5EF4-FFF2-40B4-BE49-F238E27FC236}">
                <a16:creationId xmlns:a16="http://schemas.microsoft.com/office/drawing/2014/main" id="{7CE17CA3-7BCF-A792-88DF-1474DDC7D651}"/>
              </a:ext>
            </a:extLst>
          </p:cNvPr>
          <p:cNvSpPr/>
          <p:nvPr/>
        </p:nvSpPr>
        <p:spPr>
          <a:xfrm>
            <a:off x="2290229" y="6025159"/>
            <a:ext cx="872227" cy="46771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Yes</a:t>
            </a:r>
          </a:p>
        </p:txBody>
      </p:sp>
      <p:sp>
        <p:nvSpPr>
          <p:cNvPr id="65" name="Rectangle: Rounded Corners 64">
            <a:extLst>
              <a:ext uri="{FF2B5EF4-FFF2-40B4-BE49-F238E27FC236}">
                <a16:creationId xmlns:a16="http://schemas.microsoft.com/office/drawing/2014/main" id="{DA1B0FCE-FB4B-D724-BBFC-65095C000009}"/>
              </a:ext>
            </a:extLst>
          </p:cNvPr>
          <p:cNvSpPr/>
          <p:nvPr/>
        </p:nvSpPr>
        <p:spPr>
          <a:xfrm>
            <a:off x="3963437" y="4883833"/>
            <a:ext cx="872227" cy="39783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No</a:t>
            </a:r>
          </a:p>
        </p:txBody>
      </p:sp>
      <p:cxnSp>
        <p:nvCxnSpPr>
          <p:cNvPr id="98" name="Connector: Elbow 97">
            <a:extLst>
              <a:ext uri="{FF2B5EF4-FFF2-40B4-BE49-F238E27FC236}">
                <a16:creationId xmlns:a16="http://schemas.microsoft.com/office/drawing/2014/main" id="{306726C4-C9B8-D807-4052-AB6B96E92A2C}"/>
              </a:ext>
            </a:extLst>
          </p:cNvPr>
          <p:cNvCxnSpPr>
            <a:cxnSpLocks/>
            <a:stCxn id="65" idx="3"/>
            <a:endCxn id="15" idx="1"/>
          </p:cNvCxnSpPr>
          <p:nvPr/>
        </p:nvCxnSpPr>
        <p:spPr>
          <a:xfrm>
            <a:off x="4835664" y="5082751"/>
            <a:ext cx="1288260" cy="243927"/>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sp>
        <p:nvSpPr>
          <p:cNvPr id="99" name="Rectangle: Rounded Corners 98">
            <a:extLst>
              <a:ext uri="{FF2B5EF4-FFF2-40B4-BE49-F238E27FC236}">
                <a16:creationId xmlns:a16="http://schemas.microsoft.com/office/drawing/2014/main" id="{37B4CB74-DE5E-C774-2C49-1B4DBEC0CE3F}"/>
              </a:ext>
            </a:extLst>
          </p:cNvPr>
          <p:cNvSpPr/>
          <p:nvPr/>
        </p:nvSpPr>
        <p:spPr>
          <a:xfrm>
            <a:off x="3480193" y="5548647"/>
            <a:ext cx="1571978" cy="115624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Current active project is deactivated</a:t>
            </a:r>
          </a:p>
        </p:txBody>
      </p:sp>
      <p:sp>
        <p:nvSpPr>
          <p:cNvPr id="100" name="Rectangle: Rounded Corners 99">
            <a:extLst>
              <a:ext uri="{FF2B5EF4-FFF2-40B4-BE49-F238E27FC236}">
                <a16:creationId xmlns:a16="http://schemas.microsoft.com/office/drawing/2014/main" id="{0202482C-ADE1-E5E3-26A1-14114042258E}"/>
              </a:ext>
            </a:extLst>
          </p:cNvPr>
          <p:cNvSpPr/>
          <p:nvPr/>
        </p:nvSpPr>
        <p:spPr>
          <a:xfrm>
            <a:off x="6258653" y="5974609"/>
            <a:ext cx="2103792" cy="72310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New Project gets activated</a:t>
            </a:r>
          </a:p>
        </p:txBody>
      </p:sp>
      <p:cxnSp>
        <p:nvCxnSpPr>
          <p:cNvPr id="101" name="Connector: Elbow 100">
            <a:extLst>
              <a:ext uri="{FF2B5EF4-FFF2-40B4-BE49-F238E27FC236}">
                <a16:creationId xmlns:a16="http://schemas.microsoft.com/office/drawing/2014/main" id="{3CCBF17E-35B0-4603-989D-DA0936006FBA}"/>
              </a:ext>
            </a:extLst>
          </p:cNvPr>
          <p:cNvCxnSpPr>
            <a:cxnSpLocks/>
            <a:stCxn id="99" idx="3"/>
            <a:endCxn id="100" idx="1"/>
          </p:cNvCxnSpPr>
          <p:nvPr/>
        </p:nvCxnSpPr>
        <p:spPr>
          <a:xfrm>
            <a:off x="5052171" y="6126769"/>
            <a:ext cx="1206482" cy="209391"/>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05" name="Straight Arrow Connector 104">
            <a:extLst>
              <a:ext uri="{FF2B5EF4-FFF2-40B4-BE49-F238E27FC236}">
                <a16:creationId xmlns:a16="http://schemas.microsoft.com/office/drawing/2014/main" id="{4C91B57A-C619-9D4B-6C7E-59F28E4DCCF0}"/>
              </a:ext>
            </a:extLst>
          </p:cNvPr>
          <p:cNvCxnSpPr>
            <a:cxnSpLocks/>
            <a:stCxn id="100" idx="0"/>
            <a:endCxn id="15" idx="2"/>
          </p:cNvCxnSpPr>
          <p:nvPr/>
        </p:nvCxnSpPr>
        <p:spPr>
          <a:xfrm flipV="1">
            <a:off x="7310549" y="5658425"/>
            <a:ext cx="1" cy="31618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08" name="Straight Arrow Connector 107">
            <a:extLst>
              <a:ext uri="{FF2B5EF4-FFF2-40B4-BE49-F238E27FC236}">
                <a16:creationId xmlns:a16="http://schemas.microsoft.com/office/drawing/2014/main" id="{B0FA84D6-E180-694D-5070-6FC0F76337F1}"/>
              </a:ext>
            </a:extLst>
          </p:cNvPr>
          <p:cNvCxnSpPr>
            <a:cxnSpLocks/>
            <a:stCxn id="63" idx="3"/>
            <a:endCxn id="99" idx="1"/>
          </p:cNvCxnSpPr>
          <p:nvPr/>
        </p:nvCxnSpPr>
        <p:spPr>
          <a:xfrm flipV="1">
            <a:off x="3162456" y="6126769"/>
            <a:ext cx="317737" cy="13224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11" name="Straight Arrow Connector 110">
            <a:extLst>
              <a:ext uri="{FF2B5EF4-FFF2-40B4-BE49-F238E27FC236}">
                <a16:creationId xmlns:a16="http://schemas.microsoft.com/office/drawing/2014/main" id="{3AF95E25-D75A-CC69-D945-EBB7966F970C}"/>
              </a:ext>
            </a:extLst>
          </p:cNvPr>
          <p:cNvCxnSpPr>
            <a:cxnSpLocks/>
            <a:stCxn id="62" idx="2"/>
            <a:endCxn id="63" idx="0"/>
          </p:cNvCxnSpPr>
          <p:nvPr/>
        </p:nvCxnSpPr>
        <p:spPr>
          <a:xfrm>
            <a:off x="2726343" y="5835408"/>
            <a:ext cx="0" cy="18975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14" name="Straight Arrow Connector 113">
            <a:extLst>
              <a:ext uri="{FF2B5EF4-FFF2-40B4-BE49-F238E27FC236}">
                <a16:creationId xmlns:a16="http://schemas.microsoft.com/office/drawing/2014/main" id="{3CBACD46-7505-90DC-D85C-C54A83271811}"/>
              </a:ext>
            </a:extLst>
          </p:cNvPr>
          <p:cNvCxnSpPr>
            <a:cxnSpLocks/>
            <a:stCxn id="62" idx="3"/>
            <a:endCxn id="65" idx="1"/>
          </p:cNvCxnSpPr>
          <p:nvPr/>
        </p:nvCxnSpPr>
        <p:spPr>
          <a:xfrm flipV="1">
            <a:off x="3327798" y="5082751"/>
            <a:ext cx="635639" cy="34229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22" name="Straight Arrow Connector 121">
            <a:extLst>
              <a:ext uri="{FF2B5EF4-FFF2-40B4-BE49-F238E27FC236}">
                <a16:creationId xmlns:a16="http://schemas.microsoft.com/office/drawing/2014/main" id="{4134BE46-E4EF-FA20-448C-6A423C3C8FC5}"/>
              </a:ext>
            </a:extLst>
          </p:cNvPr>
          <p:cNvCxnSpPr>
            <a:cxnSpLocks/>
            <a:stCxn id="16" idx="3"/>
            <a:endCxn id="62" idx="1"/>
          </p:cNvCxnSpPr>
          <p:nvPr/>
        </p:nvCxnSpPr>
        <p:spPr>
          <a:xfrm>
            <a:off x="1688775" y="5425048"/>
            <a:ext cx="436113"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 name="Rectangle: Rounded Corners 7">
            <a:extLst>
              <a:ext uri="{FF2B5EF4-FFF2-40B4-BE49-F238E27FC236}">
                <a16:creationId xmlns:a16="http://schemas.microsoft.com/office/drawing/2014/main" id="{7C4117D7-1835-EA71-65F9-8E276AF9DF23}"/>
              </a:ext>
            </a:extLst>
          </p:cNvPr>
          <p:cNvSpPr/>
          <p:nvPr/>
        </p:nvSpPr>
        <p:spPr>
          <a:xfrm>
            <a:off x="4696217" y="1452546"/>
            <a:ext cx="4317505" cy="65895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Opens same </a:t>
            </a:r>
            <a:r>
              <a:rPr lang="en-US" dirty="0" err="1"/>
              <a:t>vue</a:t>
            </a:r>
            <a:r>
              <a:rPr lang="en-US" dirty="0"/>
              <a:t> component as [+ Create Project] for editing</a:t>
            </a:r>
          </a:p>
        </p:txBody>
      </p:sp>
      <p:sp>
        <p:nvSpPr>
          <p:cNvPr id="40" name="Rectangle: Rounded Corners 39">
            <a:extLst>
              <a:ext uri="{FF2B5EF4-FFF2-40B4-BE49-F238E27FC236}">
                <a16:creationId xmlns:a16="http://schemas.microsoft.com/office/drawing/2014/main" id="{FEC50A40-5645-3B7E-8100-DB740202F222}"/>
              </a:ext>
            </a:extLst>
          </p:cNvPr>
          <p:cNvSpPr/>
          <p:nvPr/>
        </p:nvSpPr>
        <p:spPr>
          <a:xfrm>
            <a:off x="6093223" y="3446575"/>
            <a:ext cx="4536537" cy="85215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solidFill>
                  <a:schemeClr val="dk1"/>
                </a:solidFill>
              </a:rPr>
              <a:t>System keeps unique link </a:t>
            </a:r>
            <a:r>
              <a:rPr lang="en-US" sz="1400" dirty="0"/>
              <a:t>created </a:t>
            </a:r>
            <a:r>
              <a:rPr lang="en-US" sz="1400" dirty="0">
                <a:solidFill>
                  <a:schemeClr val="dk1"/>
                </a:solidFill>
              </a:rPr>
              <a:t>but de-couples from [Launch project] button and jobs navigation on left sidebar with any of these status changes</a:t>
            </a:r>
          </a:p>
        </p:txBody>
      </p:sp>
      <p:cxnSp>
        <p:nvCxnSpPr>
          <p:cNvPr id="42" name="Connector: Elbow 41">
            <a:extLst>
              <a:ext uri="{FF2B5EF4-FFF2-40B4-BE49-F238E27FC236}">
                <a16:creationId xmlns:a16="http://schemas.microsoft.com/office/drawing/2014/main" id="{045E462E-2C3C-3B67-12D8-EA032AFC4C43}"/>
              </a:ext>
            </a:extLst>
          </p:cNvPr>
          <p:cNvCxnSpPr>
            <a:cxnSpLocks/>
            <a:stCxn id="32" idx="0"/>
            <a:endCxn id="23" idx="1"/>
          </p:cNvCxnSpPr>
          <p:nvPr/>
        </p:nvCxnSpPr>
        <p:spPr>
          <a:xfrm rot="5400000" flipH="1" flipV="1">
            <a:off x="4479053" y="2742259"/>
            <a:ext cx="602014" cy="544221"/>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3" name="Straight Arrow Connector 42">
            <a:extLst>
              <a:ext uri="{FF2B5EF4-FFF2-40B4-BE49-F238E27FC236}">
                <a16:creationId xmlns:a16="http://schemas.microsoft.com/office/drawing/2014/main" id="{53FADB96-B730-4CEC-FD1B-1AA34E1A6D07}"/>
              </a:ext>
            </a:extLst>
          </p:cNvPr>
          <p:cNvCxnSpPr>
            <a:cxnSpLocks/>
            <a:stCxn id="23" idx="2"/>
            <a:endCxn id="40" idx="0"/>
          </p:cNvCxnSpPr>
          <p:nvPr/>
        </p:nvCxnSpPr>
        <p:spPr>
          <a:xfrm flipH="1">
            <a:off x="8361492" y="3139441"/>
            <a:ext cx="1" cy="30713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73" name="Slide Number Placeholder 72">
            <a:extLst>
              <a:ext uri="{FF2B5EF4-FFF2-40B4-BE49-F238E27FC236}">
                <a16:creationId xmlns:a16="http://schemas.microsoft.com/office/drawing/2014/main" id="{3906AC2A-4E49-6507-C00F-4925336F103C}"/>
              </a:ext>
            </a:extLst>
          </p:cNvPr>
          <p:cNvSpPr>
            <a:spLocks noGrp="1"/>
          </p:cNvSpPr>
          <p:nvPr>
            <p:ph type="sldNum" sz="quarter" idx="12"/>
          </p:nvPr>
        </p:nvSpPr>
        <p:spPr/>
        <p:txBody>
          <a:bodyPr/>
          <a:lstStyle/>
          <a:p>
            <a:fld id="{BC45C7BB-1724-4FC6-81FD-F79A3AB07237}" type="slidenum">
              <a:rPr lang="en-US" smtClean="0"/>
              <a:t>12</a:t>
            </a:fld>
            <a:endParaRPr lang="en-US"/>
          </a:p>
        </p:txBody>
      </p:sp>
    </p:spTree>
    <p:extLst>
      <p:ext uri="{BB962C8B-B14F-4D97-AF65-F5344CB8AC3E}">
        <p14:creationId xmlns:p14="http://schemas.microsoft.com/office/powerpoint/2010/main" val="1707140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C655E-2FA9-7A0B-5A6D-B1700561D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D33E44-D7EA-D454-BB32-22AD05A1B55F}"/>
              </a:ext>
            </a:extLst>
          </p:cNvPr>
          <p:cNvSpPr>
            <a:spLocks noGrp="1"/>
          </p:cNvSpPr>
          <p:nvPr>
            <p:ph type="title"/>
          </p:nvPr>
        </p:nvSpPr>
        <p:spPr>
          <a:xfrm>
            <a:off x="838200" y="365125"/>
            <a:ext cx="10515600" cy="619077"/>
          </a:xfrm>
        </p:spPr>
        <p:txBody>
          <a:bodyPr>
            <a:normAutofit fontScale="90000"/>
          </a:bodyPr>
          <a:lstStyle/>
          <a:p>
            <a:r>
              <a:rPr lang="en-US" dirty="0"/>
              <a:t>Task Workflow overview</a:t>
            </a:r>
          </a:p>
        </p:txBody>
      </p:sp>
      <p:sp>
        <p:nvSpPr>
          <p:cNvPr id="3" name="Rectangle: Rounded Corners 2">
            <a:extLst>
              <a:ext uri="{FF2B5EF4-FFF2-40B4-BE49-F238E27FC236}">
                <a16:creationId xmlns:a16="http://schemas.microsoft.com/office/drawing/2014/main" id="{E412DF82-A1CD-5148-3DAA-5975CF6BF38A}"/>
              </a:ext>
            </a:extLst>
          </p:cNvPr>
          <p:cNvSpPr/>
          <p:nvPr/>
        </p:nvSpPr>
        <p:spPr>
          <a:xfrm>
            <a:off x="760836"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Create Task from web application, are unique to </a:t>
            </a:r>
            <a:r>
              <a:rPr lang="en-US" dirty="0" err="1"/>
              <a:t>tennant</a:t>
            </a:r>
            <a:endParaRPr lang="en-US" dirty="0"/>
          </a:p>
        </p:txBody>
      </p:sp>
      <p:sp>
        <p:nvSpPr>
          <p:cNvPr id="25" name="Rectangle: Rounded Corners 24">
            <a:extLst>
              <a:ext uri="{FF2B5EF4-FFF2-40B4-BE49-F238E27FC236}">
                <a16:creationId xmlns:a16="http://schemas.microsoft.com/office/drawing/2014/main" id="{000484F5-C3D2-0D5F-B420-ABECF2C08234}"/>
              </a:ext>
            </a:extLst>
          </p:cNvPr>
          <p:cNvSpPr/>
          <p:nvPr/>
        </p:nvSpPr>
        <p:spPr>
          <a:xfrm>
            <a:off x="3520031" y="1309657"/>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Task name</a:t>
            </a:r>
          </a:p>
        </p:txBody>
      </p:sp>
      <p:sp>
        <p:nvSpPr>
          <p:cNvPr id="26" name="Rectangle: Rounded Corners 25">
            <a:extLst>
              <a:ext uri="{FF2B5EF4-FFF2-40B4-BE49-F238E27FC236}">
                <a16:creationId xmlns:a16="http://schemas.microsoft.com/office/drawing/2014/main" id="{1DB47DAB-5852-A821-0B20-CE366FA01148}"/>
              </a:ext>
            </a:extLst>
          </p:cNvPr>
          <p:cNvSpPr/>
          <p:nvPr/>
        </p:nvSpPr>
        <p:spPr>
          <a:xfrm>
            <a:off x="6510154"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Task Settings</a:t>
            </a:r>
          </a:p>
        </p:txBody>
      </p:sp>
      <p:sp>
        <p:nvSpPr>
          <p:cNvPr id="27" name="Rectangle: Rounded Corners 26">
            <a:extLst>
              <a:ext uri="{FF2B5EF4-FFF2-40B4-BE49-F238E27FC236}">
                <a16:creationId xmlns:a16="http://schemas.microsoft.com/office/drawing/2014/main" id="{6264045E-4E22-0BF2-708C-01352925B7D8}"/>
              </a:ext>
            </a:extLst>
          </p:cNvPr>
          <p:cNvSpPr/>
          <p:nvPr/>
        </p:nvSpPr>
        <p:spPr>
          <a:xfrm>
            <a:off x="9384813"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Status / Priority/ Description / Convert / date created</a:t>
            </a:r>
          </a:p>
        </p:txBody>
      </p:sp>
      <p:sp>
        <p:nvSpPr>
          <p:cNvPr id="28" name="Rectangle: Rounded Corners 27">
            <a:extLst>
              <a:ext uri="{FF2B5EF4-FFF2-40B4-BE49-F238E27FC236}">
                <a16:creationId xmlns:a16="http://schemas.microsoft.com/office/drawing/2014/main" id="{65A55EC2-8CF0-3FE6-5384-5550DE6987FE}"/>
              </a:ext>
            </a:extLst>
          </p:cNvPr>
          <p:cNvSpPr/>
          <p:nvPr/>
        </p:nvSpPr>
        <p:spPr>
          <a:xfrm>
            <a:off x="758210" y="4265317"/>
            <a:ext cx="2373251" cy="67418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Shows on Task List</a:t>
            </a:r>
          </a:p>
        </p:txBody>
      </p:sp>
      <p:sp>
        <p:nvSpPr>
          <p:cNvPr id="29" name="Rectangle: Rounded Corners 28">
            <a:extLst>
              <a:ext uri="{FF2B5EF4-FFF2-40B4-BE49-F238E27FC236}">
                <a16:creationId xmlns:a16="http://schemas.microsoft.com/office/drawing/2014/main" id="{6DB37CDC-5A77-389F-C4FE-A3F59122B795}"/>
              </a:ext>
            </a:extLst>
          </p:cNvPr>
          <p:cNvSpPr/>
          <p:nvPr/>
        </p:nvSpPr>
        <p:spPr>
          <a:xfrm>
            <a:off x="6880974" y="2847900"/>
            <a:ext cx="2373251" cy="166788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Tasks can only be converted to projects to an / when a product is activated </a:t>
            </a:r>
          </a:p>
        </p:txBody>
      </p:sp>
      <p:sp>
        <p:nvSpPr>
          <p:cNvPr id="32" name="Rectangle: Rounded Corners 31">
            <a:extLst>
              <a:ext uri="{FF2B5EF4-FFF2-40B4-BE49-F238E27FC236}">
                <a16:creationId xmlns:a16="http://schemas.microsoft.com/office/drawing/2014/main" id="{C1635D41-F657-D6ED-8F71-8996DFCB8B83}"/>
              </a:ext>
            </a:extLst>
          </p:cNvPr>
          <p:cNvSpPr/>
          <p:nvPr/>
        </p:nvSpPr>
        <p:spPr>
          <a:xfrm>
            <a:off x="656710" y="5298378"/>
            <a:ext cx="2373251" cy="1033062"/>
          </a:xfrm>
          <a:prstGeom prst="roundRect">
            <a:avLst/>
          </a:prstGeom>
          <a:solidFill>
            <a:srgbClr val="FFFF00"/>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t>Tasks can be Completed, deleted, and …</a:t>
            </a:r>
          </a:p>
        </p:txBody>
      </p:sp>
      <p:cxnSp>
        <p:nvCxnSpPr>
          <p:cNvPr id="34" name="Straight Arrow Connector 33">
            <a:extLst>
              <a:ext uri="{FF2B5EF4-FFF2-40B4-BE49-F238E27FC236}">
                <a16:creationId xmlns:a16="http://schemas.microsoft.com/office/drawing/2014/main" id="{BB2508C3-E234-5E77-E350-D45AC89CACFE}"/>
              </a:ext>
            </a:extLst>
          </p:cNvPr>
          <p:cNvCxnSpPr>
            <a:cxnSpLocks/>
            <a:stCxn id="3" idx="3"/>
            <a:endCxn id="25" idx="1"/>
          </p:cNvCxnSpPr>
          <p:nvPr/>
        </p:nvCxnSpPr>
        <p:spPr>
          <a:xfrm flipV="1">
            <a:off x="3134087" y="1826188"/>
            <a:ext cx="385944" cy="26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CCDF3982-3CD8-2987-BB12-974B2FE0A804}"/>
              </a:ext>
            </a:extLst>
          </p:cNvPr>
          <p:cNvCxnSpPr>
            <a:cxnSpLocks/>
            <a:stCxn id="25" idx="3"/>
            <a:endCxn id="26" idx="1"/>
          </p:cNvCxnSpPr>
          <p:nvPr/>
        </p:nvCxnSpPr>
        <p:spPr>
          <a:xfrm>
            <a:off x="5893282" y="1826188"/>
            <a:ext cx="616872" cy="26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5A0FA523-0E3B-1700-FD83-0485EEA69D5B}"/>
              </a:ext>
            </a:extLst>
          </p:cNvPr>
          <p:cNvCxnSpPr/>
          <p:nvPr/>
        </p:nvCxnSpPr>
        <p:spPr>
          <a:xfrm>
            <a:off x="888340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8" name="Connector: Elbow 37">
            <a:extLst>
              <a:ext uri="{FF2B5EF4-FFF2-40B4-BE49-F238E27FC236}">
                <a16:creationId xmlns:a16="http://schemas.microsoft.com/office/drawing/2014/main" id="{796F67BC-C836-8534-7994-B69486E94429}"/>
              </a:ext>
            </a:extLst>
          </p:cNvPr>
          <p:cNvCxnSpPr>
            <a:cxnSpLocks/>
            <a:stCxn id="27" idx="2"/>
            <a:endCxn id="5" idx="0"/>
          </p:cNvCxnSpPr>
          <p:nvPr/>
        </p:nvCxnSpPr>
        <p:spPr>
          <a:xfrm rot="5400000">
            <a:off x="5952134" y="-1661966"/>
            <a:ext cx="612008" cy="8626603"/>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sp>
        <p:nvSpPr>
          <p:cNvPr id="21" name="Rectangle 20">
            <a:extLst>
              <a:ext uri="{FF2B5EF4-FFF2-40B4-BE49-F238E27FC236}">
                <a16:creationId xmlns:a16="http://schemas.microsoft.com/office/drawing/2014/main" id="{F5469D05-9B60-3EEA-6892-F9FC236E4C44}"/>
              </a:ext>
            </a:extLst>
          </p:cNvPr>
          <p:cNvSpPr/>
          <p:nvPr/>
        </p:nvSpPr>
        <p:spPr>
          <a:xfrm>
            <a:off x="6659065" y="365125"/>
            <a:ext cx="5011749" cy="7377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Tasks created with active product get NULL tag and show up for all products or no products active.</a:t>
            </a:r>
          </a:p>
        </p:txBody>
      </p:sp>
      <p:sp>
        <p:nvSpPr>
          <p:cNvPr id="23" name="Rectangle: Rounded Corners 22">
            <a:extLst>
              <a:ext uri="{FF2B5EF4-FFF2-40B4-BE49-F238E27FC236}">
                <a16:creationId xmlns:a16="http://schemas.microsoft.com/office/drawing/2014/main" id="{EDE59B46-7332-7120-5832-E4688D80870B}"/>
              </a:ext>
            </a:extLst>
          </p:cNvPr>
          <p:cNvSpPr/>
          <p:nvPr/>
        </p:nvSpPr>
        <p:spPr>
          <a:xfrm>
            <a:off x="3722749" y="2838369"/>
            <a:ext cx="2373251" cy="183833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NULL tagged tasks show up when no product is activated or when any product is activated, but still unique to tenant </a:t>
            </a:r>
          </a:p>
        </p:txBody>
      </p:sp>
      <p:sp>
        <p:nvSpPr>
          <p:cNvPr id="5" name="Rectangle: Rounded Corners 4">
            <a:extLst>
              <a:ext uri="{FF2B5EF4-FFF2-40B4-BE49-F238E27FC236}">
                <a16:creationId xmlns:a16="http://schemas.microsoft.com/office/drawing/2014/main" id="{CD8E0A8C-B4CA-9F3C-A4CA-2FB8DBF2D5CF}"/>
              </a:ext>
            </a:extLst>
          </p:cNvPr>
          <p:cNvSpPr/>
          <p:nvPr/>
        </p:nvSpPr>
        <p:spPr>
          <a:xfrm>
            <a:off x="656710" y="2957339"/>
            <a:ext cx="2576252"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Tasks which are created with no active product get NULL tag</a:t>
            </a:r>
          </a:p>
        </p:txBody>
      </p:sp>
      <p:cxnSp>
        <p:nvCxnSpPr>
          <p:cNvPr id="24" name="Straight Arrow Connector 23">
            <a:extLst>
              <a:ext uri="{FF2B5EF4-FFF2-40B4-BE49-F238E27FC236}">
                <a16:creationId xmlns:a16="http://schemas.microsoft.com/office/drawing/2014/main" id="{7AA3AD1A-FC3D-06ED-7E39-BC222AF9363D}"/>
              </a:ext>
            </a:extLst>
          </p:cNvPr>
          <p:cNvCxnSpPr>
            <a:cxnSpLocks/>
            <a:stCxn id="5" idx="3"/>
            <a:endCxn id="23" idx="1"/>
          </p:cNvCxnSpPr>
          <p:nvPr/>
        </p:nvCxnSpPr>
        <p:spPr>
          <a:xfrm>
            <a:off x="3232962" y="3473870"/>
            <a:ext cx="489787" cy="28366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66" name="Rectangle: Rounded Corners 65">
            <a:extLst>
              <a:ext uri="{FF2B5EF4-FFF2-40B4-BE49-F238E27FC236}">
                <a16:creationId xmlns:a16="http://schemas.microsoft.com/office/drawing/2014/main" id="{EF01F8C3-B08B-90A7-BFE4-36A90FF87F96}"/>
              </a:ext>
            </a:extLst>
          </p:cNvPr>
          <p:cNvSpPr/>
          <p:nvPr/>
        </p:nvSpPr>
        <p:spPr>
          <a:xfrm>
            <a:off x="9637547" y="317341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Tasks converted to projects are inactive by default</a:t>
            </a:r>
          </a:p>
        </p:txBody>
      </p:sp>
      <p:cxnSp>
        <p:nvCxnSpPr>
          <p:cNvPr id="67" name="Straight Arrow Connector 66">
            <a:extLst>
              <a:ext uri="{FF2B5EF4-FFF2-40B4-BE49-F238E27FC236}">
                <a16:creationId xmlns:a16="http://schemas.microsoft.com/office/drawing/2014/main" id="{C005C81A-F853-AC4C-F6EE-9EDD13E47B12}"/>
              </a:ext>
            </a:extLst>
          </p:cNvPr>
          <p:cNvCxnSpPr>
            <a:cxnSpLocks/>
            <a:stCxn id="23" idx="3"/>
            <a:endCxn id="29" idx="1"/>
          </p:cNvCxnSpPr>
          <p:nvPr/>
        </p:nvCxnSpPr>
        <p:spPr>
          <a:xfrm flipV="1">
            <a:off x="6096000" y="3681844"/>
            <a:ext cx="784974" cy="7569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3" name="Straight Arrow Connector 72">
            <a:extLst>
              <a:ext uri="{FF2B5EF4-FFF2-40B4-BE49-F238E27FC236}">
                <a16:creationId xmlns:a16="http://schemas.microsoft.com/office/drawing/2014/main" id="{32B8A5AE-6B10-F93F-CC62-C0B9C059112D}"/>
              </a:ext>
            </a:extLst>
          </p:cNvPr>
          <p:cNvCxnSpPr>
            <a:cxnSpLocks/>
            <a:stCxn id="29" idx="3"/>
            <a:endCxn id="66" idx="1"/>
          </p:cNvCxnSpPr>
          <p:nvPr/>
        </p:nvCxnSpPr>
        <p:spPr>
          <a:xfrm>
            <a:off x="9254225" y="3681844"/>
            <a:ext cx="383322" cy="810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05" name="Straight Arrow Connector 104">
            <a:extLst>
              <a:ext uri="{FF2B5EF4-FFF2-40B4-BE49-F238E27FC236}">
                <a16:creationId xmlns:a16="http://schemas.microsoft.com/office/drawing/2014/main" id="{D28C0BAC-ABA5-2F70-A13A-FF2E5723FE0D}"/>
              </a:ext>
            </a:extLst>
          </p:cNvPr>
          <p:cNvCxnSpPr>
            <a:cxnSpLocks/>
            <a:stCxn id="5" idx="2"/>
            <a:endCxn id="28" idx="0"/>
          </p:cNvCxnSpPr>
          <p:nvPr/>
        </p:nvCxnSpPr>
        <p:spPr>
          <a:xfrm>
            <a:off x="1944836" y="3990401"/>
            <a:ext cx="0" cy="27491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09" name="Straight Arrow Connector 108">
            <a:extLst>
              <a:ext uri="{FF2B5EF4-FFF2-40B4-BE49-F238E27FC236}">
                <a16:creationId xmlns:a16="http://schemas.microsoft.com/office/drawing/2014/main" id="{CAD2C323-89A2-C4DB-95D2-7FE161ECB55D}"/>
              </a:ext>
            </a:extLst>
          </p:cNvPr>
          <p:cNvCxnSpPr>
            <a:cxnSpLocks/>
            <a:endCxn id="32" idx="0"/>
          </p:cNvCxnSpPr>
          <p:nvPr/>
        </p:nvCxnSpPr>
        <p:spPr>
          <a:xfrm flipH="1">
            <a:off x="1843336" y="4939500"/>
            <a:ext cx="101500" cy="35887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11" name="Rectangle: Rounded Corners 110">
            <a:extLst>
              <a:ext uri="{FF2B5EF4-FFF2-40B4-BE49-F238E27FC236}">
                <a16:creationId xmlns:a16="http://schemas.microsoft.com/office/drawing/2014/main" id="{E4D5157E-56F8-6223-E8A9-948DAEB4A9CE}"/>
              </a:ext>
            </a:extLst>
          </p:cNvPr>
          <p:cNvSpPr/>
          <p:nvPr/>
        </p:nvSpPr>
        <p:spPr>
          <a:xfrm>
            <a:off x="3984503" y="511893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Create Task slash command in terminal</a:t>
            </a:r>
          </a:p>
        </p:txBody>
      </p:sp>
      <p:sp>
        <p:nvSpPr>
          <p:cNvPr id="112" name="Rectangle: Rounded Corners 111">
            <a:extLst>
              <a:ext uri="{FF2B5EF4-FFF2-40B4-BE49-F238E27FC236}">
                <a16:creationId xmlns:a16="http://schemas.microsoft.com/office/drawing/2014/main" id="{80E506A8-8AF5-CC90-39BB-30D3CA7E9C33}"/>
              </a:ext>
            </a:extLst>
          </p:cNvPr>
          <p:cNvSpPr/>
          <p:nvPr/>
        </p:nvSpPr>
        <p:spPr>
          <a:xfrm>
            <a:off x="6880974" y="5118939"/>
            <a:ext cx="3093664"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Dumps into task list with randomized Name and user written / pasted content</a:t>
            </a:r>
          </a:p>
        </p:txBody>
      </p:sp>
      <p:cxnSp>
        <p:nvCxnSpPr>
          <p:cNvPr id="113" name="Straight Arrow Connector 112">
            <a:extLst>
              <a:ext uri="{FF2B5EF4-FFF2-40B4-BE49-F238E27FC236}">
                <a16:creationId xmlns:a16="http://schemas.microsoft.com/office/drawing/2014/main" id="{6E8F667A-4895-A0D6-9618-9A92C8B9CEA4}"/>
              </a:ext>
            </a:extLst>
          </p:cNvPr>
          <p:cNvCxnSpPr>
            <a:cxnSpLocks/>
            <a:stCxn id="111" idx="3"/>
            <a:endCxn id="112" idx="1"/>
          </p:cNvCxnSpPr>
          <p:nvPr/>
        </p:nvCxnSpPr>
        <p:spPr>
          <a:xfrm>
            <a:off x="6357754" y="5635470"/>
            <a:ext cx="52322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17" name="Rectangle: Rounded Corners 116">
            <a:extLst>
              <a:ext uri="{FF2B5EF4-FFF2-40B4-BE49-F238E27FC236}">
                <a16:creationId xmlns:a16="http://schemas.microsoft.com/office/drawing/2014/main" id="{488329A1-FAA7-BE58-F0CA-86C57240DBFB}"/>
              </a:ext>
            </a:extLst>
          </p:cNvPr>
          <p:cNvSpPr/>
          <p:nvPr/>
        </p:nvSpPr>
        <p:spPr>
          <a:xfrm>
            <a:off x="10497858" y="5118939"/>
            <a:ext cx="1451873"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Default settings</a:t>
            </a:r>
          </a:p>
        </p:txBody>
      </p:sp>
      <p:cxnSp>
        <p:nvCxnSpPr>
          <p:cNvPr id="118" name="Straight Arrow Connector 117">
            <a:extLst>
              <a:ext uri="{FF2B5EF4-FFF2-40B4-BE49-F238E27FC236}">
                <a16:creationId xmlns:a16="http://schemas.microsoft.com/office/drawing/2014/main" id="{32B51608-AA44-3199-B8DA-07839C94DFE2}"/>
              </a:ext>
            </a:extLst>
          </p:cNvPr>
          <p:cNvCxnSpPr>
            <a:cxnSpLocks/>
            <a:stCxn id="112" idx="3"/>
            <a:endCxn id="117" idx="1"/>
          </p:cNvCxnSpPr>
          <p:nvPr/>
        </p:nvCxnSpPr>
        <p:spPr>
          <a:xfrm>
            <a:off x="9974638" y="5635470"/>
            <a:ext cx="52322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Slide Number Placeholder 3">
            <a:extLst>
              <a:ext uri="{FF2B5EF4-FFF2-40B4-BE49-F238E27FC236}">
                <a16:creationId xmlns:a16="http://schemas.microsoft.com/office/drawing/2014/main" id="{CCB78F4B-658A-EF14-B6FB-48BCC7D647BC}"/>
              </a:ext>
            </a:extLst>
          </p:cNvPr>
          <p:cNvSpPr>
            <a:spLocks noGrp="1"/>
          </p:cNvSpPr>
          <p:nvPr>
            <p:ph type="sldNum" sz="quarter" idx="12"/>
          </p:nvPr>
        </p:nvSpPr>
        <p:spPr/>
        <p:txBody>
          <a:bodyPr/>
          <a:lstStyle/>
          <a:p>
            <a:fld id="{BC45C7BB-1724-4FC6-81FD-F79A3AB07237}" type="slidenum">
              <a:rPr lang="en-US" smtClean="0"/>
              <a:t>13</a:t>
            </a:fld>
            <a:endParaRPr lang="en-US"/>
          </a:p>
        </p:txBody>
      </p:sp>
    </p:spTree>
    <p:extLst>
      <p:ext uri="{BB962C8B-B14F-4D97-AF65-F5344CB8AC3E}">
        <p14:creationId xmlns:p14="http://schemas.microsoft.com/office/powerpoint/2010/main" val="882193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09D18-C506-2D05-DF8C-CAEF2F05C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25BB6-2149-F86E-CAA4-3792A8955C74}"/>
              </a:ext>
            </a:extLst>
          </p:cNvPr>
          <p:cNvSpPr>
            <a:spLocks noGrp="1"/>
          </p:cNvSpPr>
          <p:nvPr>
            <p:ph type="title"/>
          </p:nvPr>
        </p:nvSpPr>
        <p:spPr>
          <a:xfrm>
            <a:off x="838200" y="365125"/>
            <a:ext cx="10515600" cy="619077"/>
          </a:xfrm>
        </p:spPr>
        <p:txBody>
          <a:bodyPr>
            <a:normAutofit fontScale="90000"/>
          </a:bodyPr>
          <a:lstStyle/>
          <a:p>
            <a:r>
              <a:rPr lang="en-US" dirty="0"/>
              <a:t>Agents Workflow overview</a:t>
            </a:r>
          </a:p>
        </p:txBody>
      </p:sp>
      <p:sp>
        <p:nvSpPr>
          <p:cNvPr id="3" name="Rectangle: Rounded Corners 2">
            <a:extLst>
              <a:ext uri="{FF2B5EF4-FFF2-40B4-BE49-F238E27FC236}">
                <a16:creationId xmlns:a16="http://schemas.microsoft.com/office/drawing/2014/main" id="{8A9E7CD5-35C2-3BA0-919F-D4823A1A1C9E}"/>
              </a:ext>
            </a:extLst>
          </p:cNvPr>
          <p:cNvSpPr/>
          <p:nvPr/>
        </p:nvSpPr>
        <p:spPr>
          <a:xfrm>
            <a:off x="55841" y="1044688"/>
            <a:ext cx="3078247" cy="130064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Included Agents get seeded during application installation, but are unique to each tenant</a:t>
            </a:r>
          </a:p>
        </p:txBody>
      </p:sp>
      <p:sp>
        <p:nvSpPr>
          <p:cNvPr id="25" name="Rectangle: Rounded Corners 24">
            <a:extLst>
              <a:ext uri="{FF2B5EF4-FFF2-40B4-BE49-F238E27FC236}">
                <a16:creationId xmlns:a16="http://schemas.microsoft.com/office/drawing/2014/main" id="{B92A95EC-63DF-7761-51D9-1CACE049A633}"/>
              </a:ext>
            </a:extLst>
          </p:cNvPr>
          <p:cNvSpPr/>
          <p:nvPr/>
        </p:nvSpPr>
        <p:spPr>
          <a:xfrm>
            <a:off x="3635495"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Orchestrator Agent protected (see red box)</a:t>
            </a:r>
          </a:p>
        </p:txBody>
      </p:sp>
      <p:sp>
        <p:nvSpPr>
          <p:cNvPr id="26" name="Rectangle: Rounded Corners 25">
            <a:extLst>
              <a:ext uri="{FF2B5EF4-FFF2-40B4-BE49-F238E27FC236}">
                <a16:creationId xmlns:a16="http://schemas.microsoft.com/office/drawing/2014/main" id="{09F57AA2-628E-7B66-927C-7A19503E7F07}"/>
              </a:ext>
            </a:extLst>
          </p:cNvPr>
          <p:cNvSpPr/>
          <p:nvPr/>
        </p:nvSpPr>
        <p:spPr>
          <a:xfrm>
            <a:off x="6510154"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Default agents are enabled in Agent Template Manager</a:t>
            </a:r>
          </a:p>
        </p:txBody>
      </p:sp>
      <p:sp>
        <p:nvSpPr>
          <p:cNvPr id="27" name="Rectangle: Rounded Corners 26">
            <a:extLst>
              <a:ext uri="{FF2B5EF4-FFF2-40B4-BE49-F238E27FC236}">
                <a16:creationId xmlns:a16="http://schemas.microsoft.com/office/drawing/2014/main" id="{36883BFD-E5E6-543B-D948-312F3ED6873A}"/>
              </a:ext>
            </a:extLst>
          </p:cNvPr>
          <p:cNvSpPr/>
          <p:nvPr/>
        </p:nvSpPr>
        <p:spPr>
          <a:xfrm>
            <a:off x="9384813" y="1312268"/>
            <a:ext cx="2373251" cy="145071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Enabled Agents have their Claude code CLI *.md templates created and staged on server</a:t>
            </a:r>
          </a:p>
        </p:txBody>
      </p:sp>
      <p:sp>
        <p:nvSpPr>
          <p:cNvPr id="28" name="Rectangle: Rounded Corners 27">
            <a:extLst>
              <a:ext uri="{FF2B5EF4-FFF2-40B4-BE49-F238E27FC236}">
                <a16:creationId xmlns:a16="http://schemas.microsoft.com/office/drawing/2014/main" id="{40E854CE-8858-AB19-5901-2B0D4A682B85}"/>
              </a:ext>
            </a:extLst>
          </p:cNvPr>
          <p:cNvSpPr/>
          <p:nvPr/>
        </p:nvSpPr>
        <p:spPr>
          <a:xfrm>
            <a:off x="160545" y="2508210"/>
            <a:ext cx="2918278" cy="216151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Zipped  agent templates are used during Agent import function (prompt copy from web interface with tokenized {time out} link) into Claude code cli to fetch Zip and install</a:t>
            </a:r>
          </a:p>
        </p:txBody>
      </p:sp>
      <p:sp>
        <p:nvSpPr>
          <p:cNvPr id="29" name="Rectangle: Rounded Corners 28">
            <a:extLst>
              <a:ext uri="{FF2B5EF4-FFF2-40B4-BE49-F238E27FC236}">
                <a16:creationId xmlns:a16="http://schemas.microsoft.com/office/drawing/2014/main" id="{3316DD8F-39E3-1361-9901-1A34DC433F04}"/>
              </a:ext>
            </a:extLst>
          </p:cNvPr>
          <p:cNvSpPr/>
          <p:nvPr/>
        </p:nvSpPr>
        <p:spPr>
          <a:xfrm>
            <a:off x="3655274" y="2755416"/>
            <a:ext cx="2373251" cy="172758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Enabled Agents are available for orchestrator to choose from during Project Staging in Jobs pane</a:t>
            </a:r>
          </a:p>
        </p:txBody>
      </p:sp>
      <p:cxnSp>
        <p:nvCxnSpPr>
          <p:cNvPr id="34" name="Straight Arrow Connector 33">
            <a:extLst>
              <a:ext uri="{FF2B5EF4-FFF2-40B4-BE49-F238E27FC236}">
                <a16:creationId xmlns:a16="http://schemas.microsoft.com/office/drawing/2014/main" id="{36C316F5-3A07-D20A-F3B6-F6C314F6436F}"/>
              </a:ext>
            </a:extLst>
          </p:cNvPr>
          <p:cNvCxnSpPr>
            <a:cxnSpLocks/>
            <a:stCxn id="3" idx="3"/>
            <a:endCxn id="25" idx="1"/>
          </p:cNvCxnSpPr>
          <p:nvPr/>
        </p:nvCxnSpPr>
        <p:spPr>
          <a:xfrm>
            <a:off x="3134088" y="1695010"/>
            <a:ext cx="501407" cy="13379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58E9BDB6-1086-699C-0E76-A44BB0DA2F6A}"/>
              </a:ext>
            </a:extLst>
          </p:cNvPr>
          <p:cNvCxnSpPr/>
          <p:nvPr/>
        </p:nvCxnSpPr>
        <p:spPr>
          <a:xfrm>
            <a:off x="600874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18C30100-FAC5-AC6E-468F-0A36D31925C4}"/>
              </a:ext>
            </a:extLst>
          </p:cNvPr>
          <p:cNvCxnSpPr/>
          <p:nvPr/>
        </p:nvCxnSpPr>
        <p:spPr>
          <a:xfrm>
            <a:off x="888340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9" name="Straight Arrow Connector 38">
            <a:extLst>
              <a:ext uri="{FF2B5EF4-FFF2-40B4-BE49-F238E27FC236}">
                <a16:creationId xmlns:a16="http://schemas.microsoft.com/office/drawing/2014/main" id="{AC5B634B-3591-BE5F-2DA4-C956DD40600C}"/>
              </a:ext>
            </a:extLst>
          </p:cNvPr>
          <p:cNvCxnSpPr>
            <a:cxnSpLocks/>
            <a:stCxn id="28" idx="3"/>
            <a:endCxn id="29" idx="1"/>
          </p:cNvCxnSpPr>
          <p:nvPr/>
        </p:nvCxnSpPr>
        <p:spPr>
          <a:xfrm>
            <a:off x="3078823" y="3588966"/>
            <a:ext cx="576451" cy="3024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4" name="Rectangle: Rounded Corners 43">
            <a:extLst>
              <a:ext uri="{FF2B5EF4-FFF2-40B4-BE49-F238E27FC236}">
                <a16:creationId xmlns:a16="http://schemas.microsoft.com/office/drawing/2014/main" id="{4D783546-1ACD-3600-6111-FE965CAB70CE}"/>
              </a:ext>
            </a:extLst>
          </p:cNvPr>
          <p:cNvSpPr/>
          <p:nvPr/>
        </p:nvSpPr>
        <p:spPr>
          <a:xfrm>
            <a:off x="347541" y="5273500"/>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Agents can be modified in Agent Template Manager</a:t>
            </a:r>
          </a:p>
        </p:txBody>
      </p:sp>
      <p:sp>
        <p:nvSpPr>
          <p:cNvPr id="16" name="Rectangle: Rounded Corners 15">
            <a:extLst>
              <a:ext uri="{FF2B5EF4-FFF2-40B4-BE49-F238E27FC236}">
                <a16:creationId xmlns:a16="http://schemas.microsoft.com/office/drawing/2014/main" id="{8C57FE58-7DEC-AC94-B080-F0A61E72A4CA}"/>
              </a:ext>
            </a:extLst>
          </p:cNvPr>
          <p:cNvSpPr/>
          <p:nvPr/>
        </p:nvSpPr>
        <p:spPr>
          <a:xfrm>
            <a:off x="7487368" y="5255464"/>
            <a:ext cx="185847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Different Agent types can be enabled up to 8</a:t>
            </a:r>
          </a:p>
        </p:txBody>
      </p:sp>
      <p:cxnSp>
        <p:nvCxnSpPr>
          <p:cNvPr id="17" name="Straight Arrow Connector 16">
            <a:extLst>
              <a:ext uri="{FF2B5EF4-FFF2-40B4-BE49-F238E27FC236}">
                <a16:creationId xmlns:a16="http://schemas.microsoft.com/office/drawing/2014/main" id="{DD8B0E85-1335-2879-7C61-04CD158AD361}"/>
              </a:ext>
            </a:extLst>
          </p:cNvPr>
          <p:cNvCxnSpPr>
            <a:cxnSpLocks/>
            <a:stCxn id="44" idx="3"/>
          </p:cNvCxnSpPr>
          <p:nvPr/>
        </p:nvCxnSpPr>
        <p:spPr>
          <a:xfrm>
            <a:off x="2720792" y="5790031"/>
            <a:ext cx="35803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8" name="Rectangle: Rounded Corners 17">
            <a:extLst>
              <a:ext uri="{FF2B5EF4-FFF2-40B4-BE49-F238E27FC236}">
                <a16:creationId xmlns:a16="http://schemas.microsoft.com/office/drawing/2014/main" id="{2E1502FC-9B4E-32F5-59DA-C060825CD0FE}"/>
              </a:ext>
            </a:extLst>
          </p:cNvPr>
          <p:cNvSpPr/>
          <p:nvPr/>
        </p:nvSpPr>
        <p:spPr>
          <a:xfrm>
            <a:off x="9677103" y="4614904"/>
            <a:ext cx="1788669" cy="1877969"/>
          </a:xfrm>
          <a:prstGeom prst="roundRect">
            <a:avLst/>
          </a:prstGeom>
          <a:solidFill>
            <a:srgbClr val="FF0000"/>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bg1"/>
                </a:solidFill>
              </a:rPr>
              <a:t>Orchestrator agent can be edit only in Admin settings with warnings</a:t>
            </a:r>
          </a:p>
        </p:txBody>
      </p:sp>
      <p:cxnSp>
        <p:nvCxnSpPr>
          <p:cNvPr id="19" name="Straight Arrow Connector 18">
            <a:extLst>
              <a:ext uri="{FF2B5EF4-FFF2-40B4-BE49-F238E27FC236}">
                <a16:creationId xmlns:a16="http://schemas.microsoft.com/office/drawing/2014/main" id="{58C4F0F8-1CBB-3614-82F2-F6702361F02C}"/>
              </a:ext>
            </a:extLst>
          </p:cNvPr>
          <p:cNvCxnSpPr>
            <a:cxnSpLocks/>
            <a:stCxn id="54" idx="3"/>
            <a:endCxn id="16" idx="1"/>
          </p:cNvCxnSpPr>
          <p:nvPr/>
        </p:nvCxnSpPr>
        <p:spPr>
          <a:xfrm flipV="1">
            <a:off x="7240745" y="5771995"/>
            <a:ext cx="246623" cy="241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1" name="Rectangle 20">
            <a:extLst>
              <a:ext uri="{FF2B5EF4-FFF2-40B4-BE49-F238E27FC236}">
                <a16:creationId xmlns:a16="http://schemas.microsoft.com/office/drawing/2014/main" id="{9B077713-9B7C-B09F-1662-CA6F0AF8E302}"/>
              </a:ext>
            </a:extLst>
          </p:cNvPr>
          <p:cNvSpPr/>
          <p:nvPr/>
        </p:nvSpPr>
        <p:spPr>
          <a:xfrm>
            <a:off x="6659065" y="365125"/>
            <a:ext cx="5011749" cy="7377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Only 8 agent types can be active with unlimited number of agents. Agents are unique to tenants</a:t>
            </a:r>
          </a:p>
        </p:txBody>
      </p:sp>
      <p:sp>
        <p:nvSpPr>
          <p:cNvPr id="23" name="Rectangle: Rounded Corners 22">
            <a:extLst>
              <a:ext uri="{FF2B5EF4-FFF2-40B4-BE49-F238E27FC236}">
                <a16:creationId xmlns:a16="http://schemas.microsoft.com/office/drawing/2014/main" id="{3417C6BF-181F-9451-9D64-BCD83D5B0E08}"/>
              </a:ext>
            </a:extLst>
          </p:cNvPr>
          <p:cNvSpPr/>
          <p:nvPr/>
        </p:nvSpPr>
        <p:spPr>
          <a:xfrm>
            <a:off x="9459249" y="3039856"/>
            <a:ext cx="2373251" cy="118487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Example, Documenter, Implementer1, Implementer2, etc.</a:t>
            </a:r>
          </a:p>
        </p:txBody>
      </p:sp>
      <p:sp>
        <p:nvSpPr>
          <p:cNvPr id="5" name="Rectangle: Rounded Corners 4">
            <a:extLst>
              <a:ext uri="{FF2B5EF4-FFF2-40B4-BE49-F238E27FC236}">
                <a16:creationId xmlns:a16="http://schemas.microsoft.com/office/drawing/2014/main" id="{80E16DC9-E1D3-28DD-DF00-89DE5CDBB540}"/>
              </a:ext>
            </a:extLst>
          </p:cNvPr>
          <p:cNvSpPr/>
          <p:nvPr/>
        </p:nvSpPr>
        <p:spPr>
          <a:xfrm>
            <a:off x="6365599" y="2801363"/>
            <a:ext cx="2576252" cy="166185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Max 8 Agent types can be enabled, Unlimited number of each type can be activated and assigned by Orchestrator</a:t>
            </a:r>
          </a:p>
        </p:txBody>
      </p:sp>
      <p:cxnSp>
        <p:nvCxnSpPr>
          <p:cNvPr id="9" name="Straight Arrow Connector 8">
            <a:extLst>
              <a:ext uri="{FF2B5EF4-FFF2-40B4-BE49-F238E27FC236}">
                <a16:creationId xmlns:a16="http://schemas.microsoft.com/office/drawing/2014/main" id="{EC2417EF-DF3A-6189-5FE2-9E512BC77C6F}"/>
              </a:ext>
            </a:extLst>
          </p:cNvPr>
          <p:cNvCxnSpPr/>
          <p:nvPr/>
        </p:nvCxnSpPr>
        <p:spPr>
          <a:xfrm flipH="1">
            <a:off x="3001466" y="2568696"/>
            <a:ext cx="638334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2" name="Straight Arrow Connector 21">
            <a:extLst>
              <a:ext uri="{FF2B5EF4-FFF2-40B4-BE49-F238E27FC236}">
                <a16:creationId xmlns:a16="http://schemas.microsoft.com/office/drawing/2014/main" id="{F0EED408-6673-981E-6F12-E3130D438EDD}"/>
              </a:ext>
            </a:extLst>
          </p:cNvPr>
          <p:cNvCxnSpPr>
            <a:cxnSpLocks/>
            <a:stCxn id="29" idx="3"/>
            <a:endCxn id="5" idx="1"/>
          </p:cNvCxnSpPr>
          <p:nvPr/>
        </p:nvCxnSpPr>
        <p:spPr>
          <a:xfrm>
            <a:off x="6028525" y="3619209"/>
            <a:ext cx="337074" cy="1308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1" name="Straight Arrow Connector 30">
            <a:extLst>
              <a:ext uri="{FF2B5EF4-FFF2-40B4-BE49-F238E27FC236}">
                <a16:creationId xmlns:a16="http://schemas.microsoft.com/office/drawing/2014/main" id="{F9140090-01D5-73C0-43E3-CE923038EF1C}"/>
              </a:ext>
            </a:extLst>
          </p:cNvPr>
          <p:cNvCxnSpPr>
            <a:cxnSpLocks/>
            <a:stCxn id="5" idx="3"/>
            <a:endCxn id="23" idx="1"/>
          </p:cNvCxnSpPr>
          <p:nvPr/>
        </p:nvCxnSpPr>
        <p:spPr>
          <a:xfrm>
            <a:off x="8941851" y="3632292"/>
            <a:ext cx="51739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50" name="Rectangle: Rounded Corners 49">
            <a:extLst>
              <a:ext uri="{FF2B5EF4-FFF2-40B4-BE49-F238E27FC236}">
                <a16:creationId xmlns:a16="http://schemas.microsoft.com/office/drawing/2014/main" id="{26F68B08-58D3-69FA-10ED-2EA3A600D85C}"/>
              </a:ext>
            </a:extLst>
          </p:cNvPr>
          <p:cNvSpPr/>
          <p:nvPr/>
        </p:nvSpPr>
        <p:spPr>
          <a:xfrm>
            <a:off x="3078822" y="5055953"/>
            <a:ext cx="1507138" cy="143692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 can create their own agents if they want</a:t>
            </a:r>
          </a:p>
        </p:txBody>
      </p:sp>
      <p:sp>
        <p:nvSpPr>
          <p:cNvPr id="54" name="Rectangle: Rounded Corners 53">
            <a:extLst>
              <a:ext uri="{FF2B5EF4-FFF2-40B4-BE49-F238E27FC236}">
                <a16:creationId xmlns:a16="http://schemas.microsoft.com/office/drawing/2014/main" id="{219D3E00-D412-9AED-8217-3A20F942E86C}"/>
              </a:ext>
            </a:extLst>
          </p:cNvPr>
          <p:cNvSpPr/>
          <p:nvPr/>
        </p:nvSpPr>
        <p:spPr>
          <a:xfrm>
            <a:off x="4867494" y="5055952"/>
            <a:ext cx="2373251" cy="143692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Any self created agents can also be exported to Claude code CLI via export tool</a:t>
            </a:r>
          </a:p>
        </p:txBody>
      </p:sp>
      <p:cxnSp>
        <p:nvCxnSpPr>
          <p:cNvPr id="58" name="Straight Arrow Connector 57">
            <a:extLst>
              <a:ext uri="{FF2B5EF4-FFF2-40B4-BE49-F238E27FC236}">
                <a16:creationId xmlns:a16="http://schemas.microsoft.com/office/drawing/2014/main" id="{EF4C7FAD-3B1D-BB3F-C861-A7A32923CE9C}"/>
              </a:ext>
            </a:extLst>
          </p:cNvPr>
          <p:cNvCxnSpPr>
            <a:cxnSpLocks/>
            <a:stCxn id="50" idx="3"/>
            <a:endCxn id="54" idx="1"/>
          </p:cNvCxnSpPr>
          <p:nvPr/>
        </p:nvCxnSpPr>
        <p:spPr>
          <a:xfrm flipV="1">
            <a:off x="4585960" y="5774413"/>
            <a:ext cx="281534"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78" name="Rectangle: Rounded Corners 77">
            <a:extLst>
              <a:ext uri="{FF2B5EF4-FFF2-40B4-BE49-F238E27FC236}">
                <a16:creationId xmlns:a16="http://schemas.microsoft.com/office/drawing/2014/main" id="{CF9EC9B2-4FBC-EE36-6877-7CC470676DC6}"/>
              </a:ext>
            </a:extLst>
          </p:cNvPr>
          <p:cNvSpPr/>
          <p:nvPr/>
        </p:nvSpPr>
        <p:spPr>
          <a:xfrm>
            <a:off x="3829762" y="4450138"/>
            <a:ext cx="2282510" cy="41182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a:solidFill>
                  <a:schemeClr val="tx1"/>
                </a:solidFill>
              </a:rPr>
              <a:t>(Used as Context Source)</a:t>
            </a:r>
          </a:p>
        </p:txBody>
      </p:sp>
      <p:sp>
        <p:nvSpPr>
          <p:cNvPr id="6" name="Slide Number Placeholder 5">
            <a:extLst>
              <a:ext uri="{FF2B5EF4-FFF2-40B4-BE49-F238E27FC236}">
                <a16:creationId xmlns:a16="http://schemas.microsoft.com/office/drawing/2014/main" id="{E6BE7DD4-1708-B46E-0EA5-EA5E83CFF0E1}"/>
              </a:ext>
            </a:extLst>
          </p:cNvPr>
          <p:cNvSpPr>
            <a:spLocks noGrp="1"/>
          </p:cNvSpPr>
          <p:nvPr>
            <p:ph type="sldNum" sz="quarter" idx="12"/>
          </p:nvPr>
        </p:nvSpPr>
        <p:spPr/>
        <p:txBody>
          <a:bodyPr/>
          <a:lstStyle/>
          <a:p>
            <a:fld id="{BC45C7BB-1724-4FC6-81FD-F79A3AB07237}" type="slidenum">
              <a:rPr lang="en-US" smtClean="0"/>
              <a:t>14</a:t>
            </a:fld>
            <a:endParaRPr lang="en-US"/>
          </a:p>
        </p:txBody>
      </p:sp>
    </p:spTree>
    <p:extLst>
      <p:ext uri="{BB962C8B-B14F-4D97-AF65-F5344CB8AC3E}">
        <p14:creationId xmlns:p14="http://schemas.microsoft.com/office/powerpoint/2010/main" val="994534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601C7-667A-FFD4-23B2-872AF38F2E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4D05F-F8B0-80E9-B1EB-4C916FE74AC6}"/>
              </a:ext>
            </a:extLst>
          </p:cNvPr>
          <p:cNvSpPr>
            <a:spLocks noGrp="1"/>
          </p:cNvSpPr>
          <p:nvPr>
            <p:ph type="title"/>
          </p:nvPr>
        </p:nvSpPr>
        <p:spPr>
          <a:xfrm>
            <a:off x="838200" y="365125"/>
            <a:ext cx="10515600" cy="619077"/>
          </a:xfrm>
        </p:spPr>
        <p:txBody>
          <a:bodyPr>
            <a:normAutofit fontScale="90000"/>
          </a:bodyPr>
          <a:lstStyle/>
          <a:p>
            <a:r>
              <a:rPr lang="en-US" dirty="0"/>
              <a:t>MCP to  CLI </a:t>
            </a:r>
            <a:r>
              <a:rPr lang="en-US" dirty="0" err="1"/>
              <a:t>conding</a:t>
            </a:r>
            <a:r>
              <a:rPr lang="en-US" dirty="0"/>
              <a:t> tool setup Workflow</a:t>
            </a:r>
          </a:p>
        </p:txBody>
      </p:sp>
      <p:sp>
        <p:nvSpPr>
          <p:cNvPr id="3" name="Rectangle: Rounded Corners 2">
            <a:extLst>
              <a:ext uri="{FF2B5EF4-FFF2-40B4-BE49-F238E27FC236}">
                <a16:creationId xmlns:a16="http://schemas.microsoft.com/office/drawing/2014/main" id="{3EEC315E-D1FC-7D4B-1035-6DC0E39ED096}"/>
              </a:ext>
            </a:extLst>
          </p:cNvPr>
          <p:cNvSpPr/>
          <p:nvPr/>
        </p:nvSpPr>
        <p:spPr>
          <a:xfrm>
            <a:off x="760836"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 Settings menu</a:t>
            </a:r>
          </a:p>
        </p:txBody>
      </p:sp>
      <p:sp>
        <p:nvSpPr>
          <p:cNvPr id="25" name="Rectangle: Rounded Corners 24">
            <a:extLst>
              <a:ext uri="{FF2B5EF4-FFF2-40B4-BE49-F238E27FC236}">
                <a16:creationId xmlns:a16="http://schemas.microsoft.com/office/drawing/2014/main" id="{CCC1DB16-B77D-6266-BF98-08F3B304FF9C}"/>
              </a:ext>
            </a:extLst>
          </p:cNvPr>
          <p:cNvSpPr/>
          <p:nvPr/>
        </p:nvSpPr>
        <p:spPr>
          <a:xfrm>
            <a:off x="3635494"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integrations</a:t>
            </a:r>
          </a:p>
        </p:txBody>
      </p:sp>
      <p:sp>
        <p:nvSpPr>
          <p:cNvPr id="26" name="Rectangle: Rounded Corners 25">
            <a:extLst>
              <a:ext uri="{FF2B5EF4-FFF2-40B4-BE49-F238E27FC236}">
                <a16:creationId xmlns:a16="http://schemas.microsoft.com/office/drawing/2014/main" id="{21F62342-7A2E-BAE8-124A-E215AE1EF69E}"/>
              </a:ext>
            </a:extLst>
          </p:cNvPr>
          <p:cNvSpPr/>
          <p:nvPr/>
        </p:nvSpPr>
        <p:spPr>
          <a:xfrm>
            <a:off x="6510154"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MCP Setup</a:t>
            </a:r>
          </a:p>
        </p:txBody>
      </p:sp>
      <p:sp>
        <p:nvSpPr>
          <p:cNvPr id="27" name="Rectangle: Rounded Corners 26">
            <a:extLst>
              <a:ext uri="{FF2B5EF4-FFF2-40B4-BE49-F238E27FC236}">
                <a16:creationId xmlns:a16="http://schemas.microsoft.com/office/drawing/2014/main" id="{17D79E73-A7F0-1F17-550C-27C1F8CC9F2E}"/>
              </a:ext>
            </a:extLst>
          </p:cNvPr>
          <p:cNvSpPr/>
          <p:nvPr/>
        </p:nvSpPr>
        <p:spPr>
          <a:xfrm>
            <a:off x="9384813"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Auto tool to create prompt for copy which injects API key or bearer key</a:t>
            </a:r>
          </a:p>
        </p:txBody>
      </p:sp>
      <p:sp>
        <p:nvSpPr>
          <p:cNvPr id="28" name="Rectangle: Rounded Corners 27">
            <a:extLst>
              <a:ext uri="{FF2B5EF4-FFF2-40B4-BE49-F238E27FC236}">
                <a16:creationId xmlns:a16="http://schemas.microsoft.com/office/drawing/2014/main" id="{7F7C8169-A014-6743-3AB4-F40A4BD134B4}"/>
              </a:ext>
            </a:extLst>
          </p:cNvPr>
          <p:cNvSpPr/>
          <p:nvPr/>
        </p:nvSpPr>
        <p:spPr>
          <a:xfrm>
            <a:off x="705571" y="2910725"/>
            <a:ext cx="2373251" cy="1162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API Key for Claude code and Gemini, Bearer Key for Codex or Gemini</a:t>
            </a:r>
          </a:p>
        </p:txBody>
      </p:sp>
      <p:sp>
        <p:nvSpPr>
          <p:cNvPr id="29" name="Rectangle: Rounded Corners 28">
            <a:extLst>
              <a:ext uri="{FF2B5EF4-FFF2-40B4-BE49-F238E27FC236}">
                <a16:creationId xmlns:a16="http://schemas.microsoft.com/office/drawing/2014/main" id="{5C401F77-6F3A-50A5-E3AF-12A92E85E7E5}"/>
              </a:ext>
            </a:extLst>
          </p:cNvPr>
          <p:cNvSpPr/>
          <p:nvPr/>
        </p:nvSpPr>
        <p:spPr>
          <a:xfrm>
            <a:off x="3655274" y="2975291"/>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 pastes in </a:t>
            </a:r>
            <a:r>
              <a:rPr lang="en-US" dirty="0" err="1"/>
              <a:t>cmd</a:t>
            </a:r>
            <a:r>
              <a:rPr lang="en-US" dirty="0"/>
              <a:t> line in terminal</a:t>
            </a:r>
          </a:p>
        </p:txBody>
      </p:sp>
      <p:cxnSp>
        <p:nvCxnSpPr>
          <p:cNvPr id="34" name="Straight Arrow Connector 33">
            <a:extLst>
              <a:ext uri="{FF2B5EF4-FFF2-40B4-BE49-F238E27FC236}">
                <a16:creationId xmlns:a16="http://schemas.microsoft.com/office/drawing/2014/main" id="{BE57462E-13F5-C865-0C0A-16BFF5388C4A}"/>
              </a:ext>
            </a:extLst>
          </p:cNvPr>
          <p:cNvCxnSpPr>
            <a:stCxn id="3" idx="3"/>
            <a:endCxn id="25" idx="1"/>
          </p:cNvCxnSpPr>
          <p:nvPr/>
        </p:nvCxnSpPr>
        <p:spPr>
          <a:xfrm>
            <a:off x="3134087" y="1828800"/>
            <a:ext cx="50140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E1C42CC4-FF1F-EBD4-2CFC-87378F5E4A4E}"/>
              </a:ext>
            </a:extLst>
          </p:cNvPr>
          <p:cNvCxnSpPr/>
          <p:nvPr/>
        </p:nvCxnSpPr>
        <p:spPr>
          <a:xfrm>
            <a:off x="600874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0CF86DBD-3306-069F-4077-01B654847C3D}"/>
              </a:ext>
            </a:extLst>
          </p:cNvPr>
          <p:cNvCxnSpPr/>
          <p:nvPr/>
        </p:nvCxnSpPr>
        <p:spPr>
          <a:xfrm>
            <a:off x="888340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8" name="Connector: Elbow 37">
            <a:extLst>
              <a:ext uri="{FF2B5EF4-FFF2-40B4-BE49-F238E27FC236}">
                <a16:creationId xmlns:a16="http://schemas.microsoft.com/office/drawing/2014/main" id="{1817ED09-9AB1-4D0C-D5A3-45C0A4635D9F}"/>
              </a:ext>
            </a:extLst>
          </p:cNvPr>
          <p:cNvCxnSpPr>
            <a:cxnSpLocks/>
            <a:stCxn id="27" idx="2"/>
            <a:endCxn id="28" idx="0"/>
          </p:cNvCxnSpPr>
          <p:nvPr/>
        </p:nvCxnSpPr>
        <p:spPr>
          <a:xfrm rot="5400000">
            <a:off x="5949121" y="-1711593"/>
            <a:ext cx="565394" cy="8679242"/>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9" name="Straight Arrow Connector 38">
            <a:extLst>
              <a:ext uri="{FF2B5EF4-FFF2-40B4-BE49-F238E27FC236}">
                <a16:creationId xmlns:a16="http://schemas.microsoft.com/office/drawing/2014/main" id="{190B1D0C-9814-FE16-BC94-E52FDE6A482B}"/>
              </a:ext>
            </a:extLst>
          </p:cNvPr>
          <p:cNvCxnSpPr>
            <a:cxnSpLocks/>
            <a:stCxn id="28" idx="3"/>
            <a:endCxn id="29" idx="1"/>
          </p:cNvCxnSpPr>
          <p:nvPr/>
        </p:nvCxnSpPr>
        <p:spPr>
          <a:xfrm flipV="1">
            <a:off x="3078822" y="3491822"/>
            <a:ext cx="576452"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5" name="Rectangle: Rounded Corners 4">
            <a:extLst>
              <a:ext uri="{FF2B5EF4-FFF2-40B4-BE49-F238E27FC236}">
                <a16:creationId xmlns:a16="http://schemas.microsoft.com/office/drawing/2014/main" id="{85A2DB13-B8A3-DF51-F579-8AF1DE0F90B2}"/>
              </a:ext>
            </a:extLst>
          </p:cNvPr>
          <p:cNvSpPr/>
          <p:nvPr/>
        </p:nvSpPr>
        <p:spPr>
          <a:xfrm>
            <a:off x="6536928" y="2975291"/>
            <a:ext cx="2576252"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MCP configures per CLI tool syntax</a:t>
            </a:r>
          </a:p>
        </p:txBody>
      </p:sp>
      <p:cxnSp>
        <p:nvCxnSpPr>
          <p:cNvPr id="9" name="Straight Arrow Connector 8">
            <a:extLst>
              <a:ext uri="{FF2B5EF4-FFF2-40B4-BE49-F238E27FC236}">
                <a16:creationId xmlns:a16="http://schemas.microsoft.com/office/drawing/2014/main" id="{B7B55B89-FDD0-F4E2-60B0-94CAF25ACB70}"/>
              </a:ext>
            </a:extLst>
          </p:cNvPr>
          <p:cNvCxnSpPr>
            <a:cxnSpLocks/>
            <a:stCxn id="29" idx="3"/>
            <a:endCxn id="5" idx="1"/>
          </p:cNvCxnSpPr>
          <p:nvPr/>
        </p:nvCxnSpPr>
        <p:spPr>
          <a:xfrm>
            <a:off x="6028525" y="3491822"/>
            <a:ext cx="508403"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Rectangle: Rounded Corners 13">
            <a:extLst>
              <a:ext uri="{FF2B5EF4-FFF2-40B4-BE49-F238E27FC236}">
                <a16:creationId xmlns:a16="http://schemas.microsoft.com/office/drawing/2014/main" id="{3CB24531-561A-E91E-FC1E-DDDC94813483}"/>
              </a:ext>
            </a:extLst>
          </p:cNvPr>
          <p:cNvSpPr/>
          <p:nvPr/>
        </p:nvSpPr>
        <p:spPr>
          <a:xfrm>
            <a:off x="5069932" y="4740106"/>
            <a:ext cx="2576252" cy="119302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CLI tool is authenticated to tenant ID with API key or Bearer key</a:t>
            </a:r>
          </a:p>
        </p:txBody>
      </p:sp>
      <p:cxnSp>
        <p:nvCxnSpPr>
          <p:cNvPr id="22" name="Connector: Elbow 21">
            <a:extLst>
              <a:ext uri="{FF2B5EF4-FFF2-40B4-BE49-F238E27FC236}">
                <a16:creationId xmlns:a16="http://schemas.microsoft.com/office/drawing/2014/main" id="{F886AC79-99BD-54A0-3B97-C1E12997D206}"/>
              </a:ext>
            </a:extLst>
          </p:cNvPr>
          <p:cNvCxnSpPr>
            <a:stCxn id="5" idx="2"/>
            <a:endCxn id="14" idx="0"/>
          </p:cNvCxnSpPr>
          <p:nvPr/>
        </p:nvCxnSpPr>
        <p:spPr>
          <a:xfrm rot="5400000">
            <a:off x="6725680" y="3640731"/>
            <a:ext cx="731753" cy="1466996"/>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sp>
        <p:nvSpPr>
          <p:cNvPr id="24" name="Rectangle: Rounded Corners 23">
            <a:extLst>
              <a:ext uri="{FF2B5EF4-FFF2-40B4-BE49-F238E27FC236}">
                <a16:creationId xmlns:a16="http://schemas.microsoft.com/office/drawing/2014/main" id="{C02767B5-F0F8-D73C-C41C-C7CFFE08889F}"/>
              </a:ext>
            </a:extLst>
          </p:cNvPr>
          <p:cNvSpPr/>
          <p:nvPr/>
        </p:nvSpPr>
        <p:spPr>
          <a:xfrm>
            <a:off x="8777548" y="5299851"/>
            <a:ext cx="2576252" cy="119302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Link exists in MCP setup for developer to directly download ZIP and self install</a:t>
            </a:r>
          </a:p>
        </p:txBody>
      </p:sp>
      <p:sp>
        <p:nvSpPr>
          <p:cNvPr id="4" name="Rectangle: Rounded Corners 3">
            <a:extLst>
              <a:ext uri="{FF2B5EF4-FFF2-40B4-BE49-F238E27FC236}">
                <a16:creationId xmlns:a16="http://schemas.microsoft.com/office/drawing/2014/main" id="{13A90367-B8DA-DE0A-76BA-D72614D4178E}"/>
              </a:ext>
            </a:extLst>
          </p:cNvPr>
          <p:cNvSpPr/>
          <p:nvPr/>
        </p:nvSpPr>
        <p:spPr>
          <a:xfrm>
            <a:off x="8777548" y="4805714"/>
            <a:ext cx="2576252" cy="49413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Alternative</a:t>
            </a:r>
          </a:p>
        </p:txBody>
      </p:sp>
      <p:sp>
        <p:nvSpPr>
          <p:cNvPr id="7" name="Slide Number Placeholder 6">
            <a:extLst>
              <a:ext uri="{FF2B5EF4-FFF2-40B4-BE49-F238E27FC236}">
                <a16:creationId xmlns:a16="http://schemas.microsoft.com/office/drawing/2014/main" id="{5151849C-5AD6-B14E-1BF3-0A1130DF7A9B}"/>
              </a:ext>
            </a:extLst>
          </p:cNvPr>
          <p:cNvSpPr>
            <a:spLocks noGrp="1"/>
          </p:cNvSpPr>
          <p:nvPr>
            <p:ph type="sldNum" sz="quarter" idx="12"/>
          </p:nvPr>
        </p:nvSpPr>
        <p:spPr/>
        <p:txBody>
          <a:bodyPr/>
          <a:lstStyle/>
          <a:p>
            <a:fld id="{BC45C7BB-1724-4FC6-81FD-F79A3AB07237}" type="slidenum">
              <a:rPr lang="en-US" smtClean="0"/>
              <a:t>15</a:t>
            </a:fld>
            <a:endParaRPr lang="en-US"/>
          </a:p>
        </p:txBody>
      </p:sp>
    </p:spTree>
    <p:extLst>
      <p:ext uri="{BB962C8B-B14F-4D97-AF65-F5344CB8AC3E}">
        <p14:creationId xmlns:p14="http://schemas.microsoft.com/office/powerpoint/2010/main" val="2586570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E794C-3F46-A1A7-ECC7-7C3B20C893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F7965-CB40-58AC-B5B6-3FD6BFCB9472}"/>
              </a:ext>
            </a:extLst>
          </p:cNvPr>
          <p:cNvSpPr>
            <a:spLocks noGrp="1"/>
          </p:cNvSpPr>
          <p:nvPr>
            <p:ph type="title"/>
          </p:nvPr>
        </p:nvSpPr>
        <p:spPr>
          <a:xfrm>
            <a:off x="838200" y="365125"/>
            <a:ext cx="10515600" cy="619077"/>
          </a:xfrm>
        </p:spPr>
        <p:txBody>
          <a:bodyPr>
            <a:normAutofit fontScale="90000"/>
          </a:bodyPr>
          <a:lstStyle/>
          <a:p>
            <a:r>
              <a:rPr lang="en-US" dirty="0"/>
              <a:t>Slash command setup Workflow</a:t>
            </a:r>
          </a:p>
        </p:txBody>
      </p:sp>
      <p:sp>
        <p:nvSpPr>
          <p:cNvPr id="3" name="Rectangle: Rounded Corners 2">
            <a:extLst>
              <a:ext uri="{FF2B5EF4-FFF2-40B4-BE49-F238E27FC236}">
                <a16:creationId xmlns:a16="http://schemas.microsoft.com/office/drawing/2014/main" id="{A9583C97-B041-78FE-A69C-14DD05512D13}"/>
              </a:ext>
            </a:extLst>
          </p:cNvPr>
          <p:cNvSpPr/>
          <p:nvPr/>
        </p:nvSpPr>
        <p:spPr>
          <a:xfrm>
            <a:off x="760836"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 Settings menu</a:t>
            </a:r>
          </a:p>
        </p:txBody>
      </p:sp>
      <p:sp>
        <p:nvSpPr>
          <p:cNvPr id="25" name="Rectangle: Rounded Corners 24">
            <a:extLst>
              <a:ext uri="{FF2B5EF4-FFF2-40B4-BE49-F238E27FC236}">
                <a16:creationId xmlns:a16="http://schemas.microsoft.com/office/drawing/2014/main" id="{E9D85D5D-FB13-5536-7127-1A19ACF8A89D}"/>
              </a:ext>
            </a:extLst>
          </p:cNvPr>
          <p:cNvSpPr/>
          <p:nvPr/>
        </p:nvSpPr>
        <p:spPr>
          <a:xfrm>
            <a:off x="3635494"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integrations</a:t>
            </a:r>
          </a:p>
        </p:txBody>
      </p:sp>
      <p:sp>
        <p:nvSpPr>
          <p:cNvPr id="26" name="Rectangle: Rounded Corners 25">
            <a:extLst>
              <a:ext uri="{FF2B5EF4-FFF2-40B4-BE49-F238E27FC236}">
                <a16:creationId xmlns:a16="http://schemas.microsoft.com/office/drawing/2014/main" id="{9064E9B5-DFF3-575D-9374-864DFDFB62DC}"/>
              </a:ext>
            </a:extLst>
          </p:cNvPr>
          <p:cNvSpPr/>
          <p:nvPr/>
        </p:nvSpPr>
        <p:spPr>
          <a:xfrm>
            <a:off x="6510154"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Slash command Setup</a:t>
            </a:r>
          </a:p>
        </p:txBody>
      </p:sp>
      <p:sp>
        <p:nvSpPr>
          <p:cNvPr id="27" name="Rectangle: Rounded Corners 26">
            <a:extLst>
              <a:ext uri="{FF2B5EF4-FFF2-40B4-BE49-F238E27FC236}">
                <a16:creationId xmlns:a16="http://schemas.microsoft.com/office/drawing/2014/main" id="{5581FD84-9331-0659-D025-2DA61EB3C7CE}"/>
              </a:ext>
            </a:extLst>
          </p:cNvPr>
          <p:cNvSpPr/>
          <p:nvPr/>
        </p:nvSpPr>
        <p:spPr>
          <a:xfrm>
            <a:off x="9384813"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Copyable prompt for download zip file</a:t>
            </a:r>
          </a:p>
        </p:txBody>
      </p:sp>
      <p:sp>
        <p:nvSpPr>
          <p:cNvPr id="28" name="Rectangle: Rounded Corners 27">
            <a:extLst>
              <a:ext uri="{FF2B5EF4-FFF2-40B4-BE49-F238E27FC236}">
                <a16:creationId xmlns:a16="http://schemas.microsoft.com/office/drawing/2014/main" id="{6E0FE660-6A96-1AE0-2152-B4BF9AE03027}"/>
              </a:ext>
            </a:extLst>
          </p:cNvPr>
          <p:cNvSpPr/>
          <p:nvPr/>
        </p:nvSpPr>
        <p:spPr>
          <a:xfrm>
            <a:off x="705571" y="2910725"/>
            <a:ext cx="2373251" cy="1162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Paste in CLI tool and agent will download and install slash commands</a:t>
            </a:r>
          </a:p>
        </p:txBody>
      </p:sp>
      <p:sp>
        <p:nvSpPr>
          <p:cNvPr id="29" name="Rectangle: Rounded Corners 28">
            <a:extLst>
              <a:ext uri="{FF2B5EF4-FFF2-40B4-BE49-F238E27FC236}">
                <a16:creationId xmlns:a16="http://schemas.microsoft.com/office/drawing/2014/main" id="{97E363B1-CC22-F232-1602-3616A0381CA1}"/>
              </a:ext>
            </a:extLst>
          </p:cNvPr>
          <p:cNvSpPr/>
          <p:nvPr/>
        </p:nvSpPr>
        <p:spPr>
          <a:xfrm>
            <a:off x="3655274" y="2975291"/>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 reboots cli tool and slash commands appear</a:t>
            </a:r>
          </a:p>
        </p:txBody>
      </p:sp>
      <p:cxnSp>
        <p:nvCxnSpPr>
          <p:cNvPr id="34" name="Straight Arrow Connector 33">
            <a:extLst>
              <a:ext uri="{FF2B5EF4-FFF2-40B4-BE49-F238E27FC236}">
                <a16:creationId xmlns:a16="http://schemas.microsoft.com/office/drawing/2014/main" id="{410CB79C-6DA9-46D1-3514-547FAD3B4B96}"/>
              </a:ext>
            </a:extLst>
          </p:cNvPr>
          <p:cNvCxnSpPr>
            <a:stCxn id="3" idx="3"/>
            <a:endCxn id="25" idx="1"/>
          </p:cNvCxnSpPr>
          <p:nvPr/>
        </p:nvCxnSpPr>
        <p:spPr>
          <a:xfrm>
            <a:off x="3134087" y="1828800"/>
            <a:ext cx="50140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E0A8C5B1-E6CD-B246-F1A9-4D19436DAACE}"/>
              </a:ext>
            </a:extLst>
          </p:cNvPr>
          <p:cNvCxnSpPr/>
          <p:nvPr/>
        </p:nvCxnSpPr>
        <p:spPr>
          <a:xfrm>
            <a:off x="600874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D319702A-3F3B-B342-6029-8084021AC5AD}"/>
              </a:ext>
            </a:extLst>
          </p:cNvPr>
          <p:cNvCxnSpPr/>
          <p:nvPr/>
        </p:nvCxnSpPr>
        <p:spPr>
          <a:xfrm>
            <a:off x="888340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8" name="Connector: Elbow 37">
            <a:extLst>
              <a:ext uri="{FF2B5EF4-FFF2-40B4-BE49-F238E27FC236}">
                <a16:creationId xmlns:a16="http://schemas.microsoft.com/office/drawing/2014/main" id="{90CCC63F-586F-2F0B-4854-270149C6D39B}"/>
              </a:ext>
            </a:extLst>
          </p:cNvPr>
          <p:cNvCxnSpPr>
            <a:cxnSpLocks/>
            <a:stCxn id="27" idx="2"/>
            <a:endCxn id="28" idx="0"/>
          </p:cNvCxnSpPr>
          <p:nvPr/>
        </p:nvCxnSpPr>
        <p:spPr>
          <a:xfrm rot="5400000">
            <a:off x="5949121" y="-1711593"/>
            <a:ext cx="565394" cy="8679242"/>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9" name="Straight Arrow Connector 38">
            <a:extLst>
              <a:ext uri="{FF2B5EF4-FFF2-40B4-BE49-F238E27FC236}">
                <a16:creationId xmlns:a16="http://schemas.microsoft.com/office/drawing/2014/main" id="{9278A105-CE07-7F79-DF35-917BEF682430}"/>
              </a:ext>
            </a:extLst>
          </p:cNvPr>
          <p:cNvCxnSpPr>
            <a:cxnSpLocks/>
            <a:stCxn id="28" idx="3"/>
            <a:endCxn id="29" idx="1"/>
          </p:cNvCxnSpPr>
          <p:nvPr/>
        </p:nvCxnSpPr>
        <p:spPr>
          <a:xfrm flipV="1">
            <a:off x="3078822" y="3491822"/>
            <a:ext cx="576452"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Rectangle: Rounded Corners 3">
            <a:extLst>
              <a:ext uri="{FF2B5EF4-FFF2-40B4-BE49-F238E27FC236}">
                <a16:creationId xmlns:a16="http://schemas.microsoft.com/office/drawing/2014/main" id="{17B3E28A-76B8-5B36-4F31-98DCC8C88140}"/>
              </a:ext>
            </a:extLst>
          </p:cNvPr>
          <p:cNvSpPr/>
          <p:nvPr/>
        </p:nvSpPr>
        <p:spPr>
          <a:xfrm>
            <a:off x="8655098" y="4923964"/>
            <a:ext cx="2576252" cy="172031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Link exists in Slash command setup for developer to directly download ZIP and self install</a:t>
            </a:r>
          </a:p>
        </p:txBody>
      </p:sp>
      <p:sp>
        <p:nvSpPr>
          <p:cNvPr id="6" name="Rectangle: Rounded Corners 5">
            <a:extLst>
              <a:ext uri="{FF2B5EF4-FFF2-40B4-BE49-F238E27FC236}">
                <a16:creationId xmlns:a16="http://schemas.microsoft.com/office/drawing/2014/main" id="{6E4BC065-DCD5-1119-3277-FD3D55B61E08}"/>
              </a:ext>
            </a:extLst>
          </p:cNvPr>
          <p:cNvSpPr/>
          <p:nvPr/>
        </p:nvSpPr>
        <p:spPr>
          <a:xfrm>
            <a:off x="6830080" y="3039858"/>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Slash commands require connected MCP server</a:t>
            </a:r>
          </a:p>
        </p:txBody>
      </p:sp>
      <p:cxnSp>
        <p:nvCxnSpPr>
          <p:cNvPr id="7" name="Straight Arrow Connector 6">
            <a:extLst>
              <a:ext uri="{FF2B5EF4-FFF2-40B4-BE49-F238E27FC236}">
                <a16:creationId xmlns:a16="http://schemas.microsoft.com/office/drawing/2014/main" id="{967617D2-6A04-1CC0-2584-2950A62F06D3}"/>
              </a:ext>
            </a:extLst>
          </p:cNvPr>
          <p:cNvCxnSpPr>
            <a:cxnSpLocks/>
            <a:stCxn id="29" idx="3"/>
            <a:endCxn id="6" idx="1"/>
          </p:cNvCxnSpPr>
          <p:nvPr/>
        </p:nvCxnSpPr>
        <p:spPr>
          <a:xfrm>
            <a:off x="6028525" y="3491822"/>
            <a:ext cx="801555" cy="6456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5" name="Rectangle: Rounded Corners 4">
            <a:extLst>
              <a:ext uri="{FF2B5EF4-FFF2-40B4-BE49-F238E27FC236}">
                <a16:creationId xmlns:a16="http://schemas.microsoft.com/office/drawing/2014/main" id="{F56983DF-9D25-798E-EC4A-74C2AC487187}"/>
              </a:ext>
            </a:extLst>
          </p:cNvPr>
          <p:cNvSpPr/>
          <p:nvPr/>
        </p:nvSpPr>
        <p:spPr>
          <a:xfrm>
            <a:off x="8575117" y="4429827"/>
            <a:ext cx="2576252" cy="49413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Alternative</a:t>
            </a:r>
          </a:p>
        </p:txBody>
      </p:sp>
      <p:sp>
        <p:nvSpPr>
          <p:cNvPr id="9" name="Slide Number Placeholder 8">
            <a:extLst>
              <a:ext uri="{FF2B5EF4-FFF2-40B4-BE49-F238E27FC236}">
                <a16:creationId xmlns:a16="http://schemas.microsoft.com/office/drawing/2014/main" id="{B9D451B1-AF38-735F-6377-6440ABF1F467}"/>
              </a:ext>
            </a:extLst>
          </p:cNvPr>
          <p:cNvSpPr>
            <a:spLocks noGrp="1"/>
          </p:cNvSpPr>
          <p:nvPr>
            <p:ph type="sldNum" sz="quarter" idx="12"/>
          </p:nvPr>
        </p:nvSpPr>
        <p:spPr/>
        <p:txBody>
          <a:bodyPr/>
          <a:lstStyle/>
          <a:p>
            <a:fld id="{BC45C7BB-1724-4FC6-81FD-F79A3AB07237}" type="slidenum">
              <a:rPr lang="en-US" smtClean="0"/>
              <a:t>16</a:t>
            </a:fld>
            <a:endParaRPr lang="en-US"/>
          </a:p>
        </p:txBody>
      </p:sp>
    </p:spTree>
    <p:extLst>
      <p:ext uri="{BB962C8B-B14F-4D97-AF65-F5344CB8AC3E}">
        <p14:creationId xmlns:p14="http://schemas.microsoft.com/office/powerpoint/2010/main" val="3692097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4E904-CF6F-F404-3904-3DBB0B955C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8FFFC2-C7CC-4204-A0C8-3C72C4287591}"/>
              </a:ext>
            </a:extLst>
          </p:cNvPr>
          <p:cNvSpPr>
            <a:spLocks noGrp="1"/>
          </p:cNvSpPr>
          <p:nvPr>
            <p:ph type="title"/>
          </p:nvPr>
        </p:nvSpPr>
        <p:spPr>
          <a:xfrm>
            <a:off x="838200" y="365125"/>
            <a:ext cx="10515600" cy="619077"/>
          </a:xfrm>
        </p:spPr>
        <p:txBody>
          <a:bodyPr>
            <a:normAutofit fontScale="90000"/>
          </a:bodyPr>
          <a:lstStyle/>
          <a:p>
            <a:r>
              <a:rPr lang="en-US" dirty="0"/>
              <a:t>Serena MCP integration setup Workflow</a:t>
            </a:r>
          </a:p>
        </p:txBody>
      </p:sp>
      <p:sp>
        <p:nvSpPr>
          <p:cNvPr id="3" name="Rectangle: Rounded Corners 2">
            <a:extLst>
              <a:ext uri="{FF2B5EF4-FFF2-40B4-BE49-F238E27FC236}">
                <a16:creationId xmlns:a16="http://schemas.microsoft.com/office/drawing/2014/main" id="{6565F45F-F85E-D9A0-69D1-BC84E795F74C}"/>
              </a:ext>
            </a:extLst>
          </p:cNvPr>
          <p:cNvSpPr/>
          <p:nvPr/>
        </p:nvSpPr>
        <p:spPr>
          <a:xfrm>
            <a:off x="760836"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 Settings menu</a:t>
            </a:r>
          </a:p>
        </p:txBody>
      </p:sp>
      <p:sp>
        <p:nvSpPr>
          <p:cNvPr id="25" name="Rectangle: Rounded Corners 24">
            <a:extLst>
              <a:ext uri="{FF2B5EF4-FFF2-40B4-BE49-F238E27FC236}">
                <a16:creationId xmlns:a16="http://schemas.microsoft.com/office/drawing/2014/main" id="{AF19ABC0-5150-ACFE-0C2E-2A7317C423C5}"/>
              </a:ext>
            </a:extLst>
          </p:cNvPr>
          <p:cNvSpPr/>
          <p:nvPr/>
        </p:nvSpPr>
        <p:spPr>
          <a:xfrm>
            <a:off x="3635494"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integrations</a:t>
            </a:r>
          </a:p>
        </p:txBody>
      </p:sp>
      <p:sp>
        <p:nvSpPr>
          <p:cNvPr id="26" name="Rectangle: Rounded Corners 25">
            <a:extLst>
              <a:ext uri="{FF2B5EF4-FFF2-40B4-BE49-F238E27FC236}">
                <a16:creationId xmlns:a16="http://schemas.microsoft.com/office/drawing/2014/main" id="{32818BA3-CE1A-C1E8-952E-98B3942CFDE4}"/>
              </a:ext>
            </a:extLst>
          </p:cNvPr>
          <p:cNvSpPr/>
          <p:nvPr/>
        </p:nvSpPr>
        <p:spPr>
          <a:xfrm>
            <a:off x="6510154"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Serena MCP </a:t>
            </a:r>
          </a:p>
        </p:txBody>
      </p:sp>
      <p:sp>
        <p:nvSpPr>
          <p:cNvPr id="27" name="Rectangle: Rounded Corners 26">
            <a:extLst>
              <a:ext uri="{FF2B5EF4-FFF2-40B4-BE49-F238E27FC236}">
                <a16:creationId xmlns:a16="http://schemas.microsoft.com/office/drawing/2014/main" id="{86880B9B-2ACE-83C2-7584-F883B8BAC1B3}"/>
              </a:ext>
            </a:extLst>
          </p:cNvPr>
          <p:cNvSpPr/>
          <p:nvPr/>
        </p:nvSpPr>
        <p:spPr>
          <a:xfrm>
            <a:off x="9384813"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Enable or disable toggle</a:t>
            </a:r>
          </a:p>
        </p:txBody>
      </p:sp>
      <p:sp>
        <p:nvSpPr>
          <p:cNvPr id="28" name="Rectangle: Rounded Corners 27">
            <a:extLst>
              <a:ext uri="{FF2B5EF4-FFF2-40B4-BE49-F238E27FC236}">
                <a16:creationId xmlns:a16="http://schemas.microsoft.com/office/drawing/2014/main" id="{59119B35-B1FC-B32A-B315-406B560CA185}"/>
              </a:ext>
            </a:extLst>
          </p:cNvPr>
          <p:cNvSpPr/>
          <p:nvPr/>
        </p:nvSpPr>
        <p:spPr>
          <a:xfrm>
            <a:off x="705571" y="3042475"/>
            <a:ext cx="2373251" cy="1162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Advanced settings if user wants</a:t>
            </a:r>
          </a:p>
        </p:txBody>
      </p:sp>
      <p:sp>
        <p:nvSpPr>
          <p:cNvPr id="29" name="Rectangle: Rounded Corners 28">
            <a:extLst>
              <a:ext uri="{FF2B5EF4-FFF2-40B4-BE49-F238E27FC236}">
                <a16:creationId xmlns:a16="http://schemas.microsoft.com/office/drawing/2014/main" id="{BE16009F-3CB6-E69C-A3EF-E1DD36672056}"/>
              </a:ext>
            </a:extLst>
          </p:cNvPr>
          <p:cNvSpPr/>
          <p:nvPr/>
        </p:nvSpPr>
        <p:spPr>
          <a:xfrm>
            <a:off x="3655274" y="2975291"/>
            <a:ext cx="3680866" cy="129656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Enable modifies canned orchestrator prompts for [Stage Project] for orchestrator to create mission and summon right agents</a:t>
            </a:r>
          </a:p>
        </p:txBody>
      </p:sp>
      <p:cxnSp>
        <p:nvCxnSpPr>
          <p:cNvPr id="34" name="Straight Arrow Connector 33">
            <a:extLst>
              <a:ext uri="{FF2B5EF4-FFF2-40B4-BE49-F238E27FC236}">
                <a16:creationId xmlns:a16="http://schemas.microsoft.com/office/drawing/2014/main" id="{A4EFC7C4-678B-F737-17DC-CF25A94B4E66}"/>
              </a:ext>
            </a:extLst>
          </p:cNvPr>
          <p:cNvCxnSpPr>
            <a:stCxn id="3" idx="3"/>
            <a:endCxn id="25" idx="1"/>
          </p:cNvCxnSpPr>
          <p:nvPr/>
        </p:nvCxnSpPr>
        <p:spPr>
          <a:xfrm>
            <a:off x="3134087" y="1828800"/>
            <a:ext cx="50140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8D043D30-EE64-EAA2-A210-97A7EC2A6589}"/>
              </a:ext>
            </a:extLst>
          </p:cNvPr>
          <p:cNvCxnSpPr/>
          <p:nvPr/>
        </p:nvCxnSpPr>
        <p:spPr>
          <a:xfrm>
            <a:off x="600874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F486AB0A-85EA-4C66-876D-174F0EF45D34}"/>
              </a:ext>
            </a:extLst>
          </p:cNvPr>
          <p:cNvCxnSpPr/>
          <p:nvPr/>
        </p:nvCxnSpPr>
        <p:spPr>
          <a:xfrm>
            <a:off x="888340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8" name="Connector: Elbow 37">
            <a:extLst>
              <a:ext uri="{FF2B5EF4-FFF2-40B4-BE49-F238E27FC236}">
                <a16:creationId xmlns:a16="http://schemas.microsoft.com/office/drawing/2014/main" id="{40D8EDF8-19DB-1F04-4A38-D653C62FA980}"/>
              </a:ext>
            </a:extLst>
          </p:cNvPr>
          <p:cNvCxnSpPr>
            <a:cxnSpLocks/>
            <a:stCxn id="27" idx="2"/>
            <a:endCxn id="28" idx="0"/>
          </p:cNvCxnSpPr>
          <p:nvPr/>
        </p:nvCxnSpPr>
        <p:spPr>
          <a:xfrm rot="5400000">
            <a:off x="5883246" y="-1645718"/>
            <a:ext cx="697144" cy="8679242"/>
          </a:xfrm>
          <a:prstGeom prst="bentConnector3">
            <a:avLst>
              <a:gd name="adj1" fmla="val 37985"/>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9" name="Straight Arrow Connector 38">
            <a:extLst>
              <a:ext uri="{FF2B5EF4-FFF2-40B4-BE49-F238E27FC236}">
                <a16:creationId xmlns:a16="http://schemas.microsoft.com/office/drawing/2014/main" id="{4DBA52EB-8FA4-F594-4EE4-6872B6F65894}"/>
              </a:ext>
            </a:extLst>
          </p:cNvPr>
          <p:cNvCxnSpPr>
            <a:cxnSpLocks/>
            <a:stCxn id="28" idx="3"/>
            <a:endCxn id="29" idx="1"/>
          </p:cNvCxnSpPr>
          <p:nvPr/>
        </p:nvCxnSpPr>
        <p:spPr>
          <a:xfrm>
            <a:off x="3078822" y="3623573"/>
            <a:ext cx="576452"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6" name="Rectangle: Rounded Corners 5">
            <a:extLst>
              <a:ext uri="{FF2B5EF4-FFF2-40B4-BE49-F238E27FC236}">
                <a16:creationId xmlns:a16="http://schemas.microsoft.com/office/drawing/2014/main" id="{4DBC6916-292A-BA36-62FD-0F438D26788A}"/>
              </a:ext>
            </a:extLst>
          </p:cNvPr>
          <p:cNvSpPr/>
          <p:nvPr/>
        </p:nvSpPr>
        <p:spPr>
          <a:xfrm>
            <a:off x="8010304" y="2740582"/>
            <a:ext cx="2373251" cy="176597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Instructs orchestrator when jobs are assigned to tell agents they have Serena MCP they can use</a:t>
            </a:r>
          </a:p>
        </p:txBody>
      </p:sp>
      <p:cxnSp>
        <p:nvCxnSpPr>
          <p:cNvPr id="7" name="Straight Arrow Connector 6">
            <a:extLst>
              <a:ext uri="{FF2B5EF4-FFF2-40B4-BE49-F238E27FC236}">
                <a16:creationId xmlns:a16="http://schemas.microsoft.com/office/drawing/2014/main" id="{01FD07FF-7BE0-F65F-BFBA-BB65667F85AD}"/>
              </a:ext>
            </a:extLst>
          </p:cNvPr>
          <p:cNvCxnSpPr>
            <a:cxnSpLocks/>
            <a:stCxn id="29" idx="3"/>
            <a:endCxn id="6" idx="1"/>
          </p:cNvCxnSpPr>
          <p:nvPr/>
        </p:nvCxnSpPr>
        <p:spPr>
          <a:xfrm flipV="1">
            <a:off x="7336140" y="3623572"/>
            <a:ext cx="674164"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Rectangle: Rounded Corners 3">
            <a:extLst>
              <a:ext uri="{FF2B5EF4-FFF2-40B4-BE49-F238E27FC236}">
                <a16:creationId xmlns:a16="http://schemas.microsoft.com/office/drawing/2014/main" id="{0A834C51-31A8-B7A9-01CA-55484B55172A}"/>
              </a:ext>
            </a:extLst>
          </p:cNvPr>
          <p:cNvSpPr/>
          <p:nvPr/>
        </p:nvSpPr>
        <p:spPr>
          <a:xfrm>
            <a:off x="760836" y="4495741"/>
            <a:ext cx="5247909" cy="2099979"/>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sz="1200" dirty="0"/>
              <a:t>Toggles</a:t>
            </a:r>
          </a:p>
          <a:p>
            <a:pPr marL="285750" indent="-285750">
              <a:buFont typeface="Arial" panose="020B0604020202020204" pitchFamily="34" charset="0"/>
              <a:buChar char="•"/>
            </a:pPr>
            <a:r>
              <a:rPr lang="en-US" sz="1600" dirty="0"/>
              <a:t>Use in Prompts</a:t>
            </a:r>
          </a:p>
          <a:p>
            <a:pPr marL="742950" lvl="1" indent="-285750">
              <a:buFont typeface="Arial" panose="020B0604020202020204" pitchFamily="34" charset="0"/>
              <a:buChar char="•"/>
            </a:pPr>
            <a:r>
              <a:rPr lang="en-US" sz="1200" dirty="0"/>
              <a:t>Include Serena usage guidance in agent prompts</a:t>
            </a:r>
          </a:p>
          <a:p>
            <a:pPr marL="285750" indent="-285750">
              <a:buFont typeface="Arial" panose="020B0604020202020204" pitchFamily="34" charset="0"/>
              <a:buChar char="•"/>
            </a:pPr>
            <a:r>
              <a:rPr lang="en-US" sz="1600" dirty="0"/>
              <a:t>Tailor by mission</a:t>
            </a:r>
          </a:p>
          <a:p>
            <a:pPr marL="742950" lvl="1" indent="-285750">
              <a:buFont typeface="Arial" panose="020B0604020202020204" pitchFamily="34" charset="0"/>
              <a:buChar char="•"/>
            </a:pPr>
            <a:r>
              <a:rPr lang="en-US" sz="1200" dirty="0"/>
              <a:t>Adjust guidance to mission type (bugfix, feature, tests, etc.)</a:t>
            </a:r>
          </a:p>
          <a:p>
            <a:pPr marL="285750" indent="-285750">
              <a:buFont typeface="Arial" panose="020B0604020202020204" pitchFamily="34" charset="0"/>
              <a:buChar char="•"/>
            </a:pPr>
            <a:r>
              <a:rPr lang="en-US" sz="1600" dirty="0"/>
              <a:t>Dynamic Tool catalog</a:t>
            </a:r>
          </a:p>
          <a:p>
            <a:pPr marL="742950" lvl="1" indent="-285750">
              <a:buFont typeface="Arial" panose="020B0604020202020204" pitchFamily="34" charset="0"/>
              <a:buChar char="•"/>
            </a:pPr>
            <a:r>
              <a:rPr lang="en-US" sz="1200" dirty="0"/>
              <a:t>Recommend only Serena tools detected as available</a:t>
            </a:r>
          </a:p>
          <a:p>
            <a:pPr marL="285750" indent="-285750">
              <a:buFont typeface="Arial" panose="020B0604020202020204" pitchFamily="34" charset="0"/>
              <a:buChar char="•"/>
            </a:pPr>
            <a:r>
              <a:rPr lang="en-US" sz="1600" dirty="0"/>
              <a:t>Prefer range reads</a:t>
            </a:r>
          </a:p>
          <a:p>
            <a:pPr marL="742950" lvl="1" indent="-285750">
              <a:buFont typeface="Arial" panose="020B0604020202020204" pitchFamily="34" charset="0"/>
              <a:buChar char="•"/>
            </a:pPr>
            <a:r>
              <a:rPr lang="en-US" sz="1200" dirty="0"/>
              <a:t>Prefer reading only relevant line ranges before full-file</a:t>
            </a:r>
            <a:endParaRPr lang="en-US" sz="1000" dirty="0"/>
          </a:p>
        </p:txBody>
      </p:sp>
      <p:sp>
        <p:nvSpPr>
          <p:cNvPr id="5" name="Rectangle: Rounded Corners 4">
            <a:extLst>
              <a:ext uri="{FF2B5EF4-FFF2-40B4-BE49-F238E27FC236}">
                <a16:creationId xmlns:a16="http://schemas.microsoft.com/office/drawing/2014/main" id="{7C5BCF09-87C7-BD55-B55A-4C57B7E8237F}"/>
              </a:ext>
            </a:extLst>
          </p:cNvPr>
          <p:cNvSpPr/>
          <p:nvPr/>
        </p:nvSpPr>
        <p:spPr>
          <a:xfrm>
            <a:off x="6389935" y="4901812"/>
            <a:ext cx="2113532" cy="129656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Max range lines</a:t>
            </a:r>
          </a:p>
          <a:p>
            <a:pPr algn="ctr"/>
            <a:r>
              <a:rPr lang="en-US" dirty="0"/>
              <a:t>Context halo lines</a:t>
            </a:r>
          </a:p>
        </p:txBody>
      </p:sp>
      <p:cxnSp>
        <p:nvCxnSpPr>
          <p:cNvPr id="8" name="Straight Arrow Connector 7">
            <a:extLst>
              <a:ext uri="{FF2B5EF4-FFF2-40B4-BE49-F238E27FC236}">
                <a16:creationId xmlns:a16="http://schemas.microsoft.com/office/drawing/2014/main" id="{FB46BCF2-568E-576F-4A0B-B2C8789586C2}"/>
              </a:ext>
            </a:extLst>
          </p:cNvPr>
          <p:cNvCxnSpPr>
            <a:cxnSpLocks/>
            <a:stCxn id="4" idx="3"/>
            <a:endCxn id="5" idx="1"/>
          </p:cNvCxnSpPr>
          <p:nvPr/>
        </p:nvCxnSpPr>
        <p:spPr>
          <a:xfrm>
            <a:off x="6008745" y="5545731"/>
            <a:ext cx="381190" cy="436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0" name="Straight Arrow Connector 9">
            <a:extLst>
              <a:ext uri="{FF2B5EF4-FFF2-40B4-BE49-F238E27FC236}">
                <a16:creationId xmlns:a16="http://schemas.microsoft.com/office/drawing/2014/main" id="{A6CE1B93-B4C2-A56C-8C5E-271CC21FDB1E}"/>
              </a:ext>
            </a:extLst>
          </p:cNvPr>
          <p:cNvCxnSpPr>
            <a:cxnSpLocks/>
            <a:stCxn id="28" idx="2"/>
          </p:cNvCxnSpPr>
          <p:nvPr/>
        </p:nvCxnSpPr>
        <p:spPr>
          <a:xfrm flipH="1">
            <a:off x="1892196" y="4204670"/>
            <a:ext cx="1" cy="29107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Slide Number Placeholder 13">
            <a:extLst>
              <a:ext uri="{FF2B5EF4-FFF2-40B4-BE49-F238E27FC236}">
                <a16:creationId xmlns:a16="http://schemas.microsoft.com/office/drawing/2014/main" id="{557A1455-5A20-7271-79DF-A8D072926907}"/>
              </a:ext>
            </a:extLst>
          </p:cNvPr>
          <p:cNvSpPr>
            <a:spLocks noGrp="1"/>
          </p:cNvSpPr>
          <p:nvPr>
            <p:ph type="sldNum" sz="quarter" idx="12"/>
          </p:nvPr>
        </p:nvSpPr>
        <p:spPr/>
        <p:txBody>
          <a:bodyPr/>
          <a:lstStyle/>
          <a:p>
            <a:fld id="{BC45C7BB-1724-4FC6-81FD-F79A3AB07237}" type="slidenum">
              <a:rPr lang="en-US" smtClean="0"/>
              <a:t>17</a:t>
            </a:fld>
            <a:endParaRPr lang="en-US"/>
          </a:p>
        </p:txBody>
      </p:sp>
    </p:spTree>
    <p:extLst>
      <p:ext uri="{BB962C8B-B14F-4D97-AF65-F5344CB8AC3E}">
        <p14:creationId xmlns:p14="http://schemas.microsoft.com/office/powerpoint/2010/main" val="3537910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D9790-F056-7619-7AE7-6C307CE885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73D7ED-08C7-CCD2-13AA-5B01305969E5}"/>
              </a:ext>
            </a:extLst>
          </p:cNvPr>
          <p:cNvSpPr>
            <a:spLocks noGrp="1"/>
          </p:cNvSpPr>
          <p:nvPr>
            <p:ph type="title"/>
          </p:nvPr>
        </p:nvSpPr>
        <p:spPr>
          <a:xfrm>
            <a:off x="838200" y="365125"/>
            <a:ext cx="10515600" cy="619077"/>
          </a:xfrm>
        </p:spPr>
        <p:txBody>
          <a:bodyPr>
            <a:normAutofit fontScale="90000"/>
          </a:bodyPr>
          <a:lstStyle/>
          <a:p>
            <a:r>
              <a:rPr lang="en-US" dirty="0" err="1"/>
              <a:t>Gitub</a:t>
            </a:r>
            <a:r>
              <a:rPr lang="en-US" dirty="0"/>
              <a:t> integration setup Workflow</a:t>
            </a:r>
          </a:p>
        </p:txBody>
      </p:sp>
      <p:sp>
        <p:nvSpPr>
          <p:cNvPr id="3" name="Rectangle: Rounded Corners 2">
            <a:extLst>
              <a:ext uri="{FF2B5EF4-FFF2-40B4-BE49-F238E27FC236}">
                <a16:creationId xmlns:a16="http://schemas.microsoft.com/office/drawing/2014/main" id="{455E665D-6053-D5E5-FA7E-D342816CE802}"/>
              </a:ext>
            </a:extLst>
          </p:cNvPr>
          <p:cNvSpPr/>
          <p:nvPr/>
        </p:nvSpPr>
        <p:spPr>
          <a:xfrm>
            <a:off x="760836"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 Settings menu</a:t>
            </a:r>
          </a:p>
        </p:txBody>
      </p:sp>
      <p:sp>
        <p:nvSpPr>
          <p:cNvPr id="25" name="Rectangle: Rounded Corners 24">
            <a:extLst>
              <a:ext uri="{FF2B5EF4-FFF2-40B4-BE49-F238E27FC236}">
                <a16:creationId xmlns:a16="http://schemas.microsoft.com/office/drawing/2014/main" id="{D8AA1874-41E9-4F65-EEB4-97ED65CDECCC}"/>
              </a:ext>
            </a:extLst>
          </p:cNvPr>
          <p:cNvSpPr/>
          <p:nvPr/>
        </p:nvSpPr>
        <p:spPr>
          <a:xfrm>
            <a:off x="3635494"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integrations</a:t>
            </a:r>
          </a:p>
        </p:txBody>
      </p:sp>
      <p:sp>
        <p:nvSpPr>
          <p:cNvPr id="26" name="Rectangle: Rounded Corners 25">
            <a:extLst>
              <a:ext uri="{FF2B5EF4-FFF2-40B4-BE49-F238E27FC236}">
                <a16:creationId xmlns:a16="http://schemas.microsoft.com/office/drawing/2014/main" id="{C074F5DB-0BA0-C5C1-E1E5-E08CA951AE35}"/>
              </a:ext>
            </a:extLst>
          </p:cNvPr>
          <p:cNvSpPr/>
          <p:nvPr/>
        </p:nvSpPr>
        <p:spPr>
          <a:xfrm>
            <a:off x="6510154"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Github</a:t>
            </a:r>
            <a:r>
              <a:rPr lang="en-US" dirty="0"/>
              <a:t> menu</a:t>
            </a:r>
          </a:p>
        </p:txBody>
      </p:sp>
      <p:sp>
        <p:nvSpPr>
          <p:cNvPr id="27" name="Rectangle: Rounded Corners 26">
            <a:extLst>
              <a:ext uri="{FF2B5EF4-FFF2-40B4-BE49-F238E27FC236}">
                <a16:creationId xmlns:a16="http://schemas.microsoft.com/office/drawing/2014/main" id="{ECCE1745-567C-7507-5A6D-7744552792E0}"/>
              </a:ext>
            </a:extLst>
          </p:cNvPr>
          <p:cNvSpPr/>
          <p:nvPr/>
        </p:nvSpPr>
        <p:spPr>
          <a:xfrm>
            <a:off x="9384813"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Enable or disable toggle</a:t>
            </a:r>
          </a:p>
        </p:txBody>
      </p:sp>
      <p:cxnSp>
        <p:nvCxnSpPr>
          <p:cNvPr id="34" name="Straight Arrow Connector 33">
            <a:extLst>
              <a:ext uri="{FF2B5EF4-FFF2-40B4-BE49-F238E27FC236}">
                <a16:creationId xmlns:a16="http://schemas.microsoft.com/office/drawing/2014/main" id="{268542C5-C1D5-DDE7-B8E9-DF6FE994AB8D}"/>
              </a:ext>
            </a:extLst>
          </p:cNvPr>
          <p:cNvCxnSpPr>
            <a:stCxn id="3" idx="3"/>
            <a:endCxn id="25" idx="1"/>
          </p:cNvCxnSpPr>
          <p:nvPr/>
        </p:nvCxnSpPr>
        <p:spPr>
          <a:xfrm>
            <a:off x="3134087" y="1828800"/>
            <a:ext cx="50140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593D8C55-C801-8235-641B-4156406264AA}"/>
              </a:ext>
            </a:extLst>
          </p:cNvPr>
          <p:cNvCxnSpPr/>
          <p:nvPr/>
        </p:nvCxnSpPr>
        <p:spPr>
          <a:xfrm>
            <a:off x="600874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2526479C-7C0C-ECF4-9087-14FCDBB1F7C1}"/>
              </a:ext>
            </a:extLst>
          </p:cNvPr>
          <p:cNvCxnSpPr/>
          <p:nvPr/>
        </p:nvCxnSpPr>
        <p:spPr>
          <a:xfrm>
            <a:off x="888340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8" name="Connector: Elbow 37">
            <a:extLst>
              <a:ext uri="{FF2B5EF4-FFF2-40B4-BE49-F238E27FC236}">
                <a16:creationId xmlns:a16="http://schemas.microsoft.com/office/drawing/2014/main" id="{A24296E5-9CF2-ABE0-78F9-03B02A20B585}"/>
              </a:ext>
            </a:extLst>
          </p:cNvPr>
          <p:cNvCxnSpPr>
            <a:cxnSpLocks/>
            <a:stCxn id="27" idx="2"/>
          </p:cNvCxnSpPr>
          <p:nvPr/>
        </p:nvCxnSpPr>
        <p:spPr>
          <a:xfrm rot="5400000">
            <a:off x="5883246" y="-1645718"/>
            <a:ext cx="697144" cy="8679242"/>
          </a:xfrm>
          <a:prstGeom prst="bentConnector3">
            <a:avLst>
              <a:gd name="adj1" fmla="val 37985"/>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Slide Number Placeholder 13">
            <a:extLst>
              <a:ext uri="{FF2B5EF4-FFF2-40B4-BE49-F238E27FC236}">
                <a16:creationId xmlns:a16="http://schemas.microsoft.com/office/drawing/2014/main" id="{6C68F99F-A4F8-ADEA-8064-DA28CA4ADA25}"/>
              </a:ext>
            </a:extLst>
          </p:cNvPr>
          <p:cNvSpPr>
            <a:spLocks noGrp="1"/>
          </p:cNvSpPr>
          <p:nvPr>
            <p:ph type="sldNum" sz="quarter" idx="12"/>
          </p:nvPr>
        </p:nvSpPr>
        <p:spPr/>
        <p:txBody>
          <a:bodyPr/>
          <a:lstStyle/>
          <a:p>
            <a:fld id="{BC45C7BB-1724-4FC6-81FD-F79A3AB07237}" type="slidenum">
              <a:rPr lang="en-US" smtClean="0"/>
              <a:t>18</a:t>
            </a:fld>
            <a:endParaRPr lang="en-US"/>
          </a:p>
        </p:txBody>
      </p:sp>
      <p:sp>
        <p:nvSpPr>
          <p:cNvPr id="4" name="Rectangle: Rounded Corners 3">
            <a:extLst>
              <a:ext uri="{FF2B5EF4-FFF2-40B4-BE49-F238E27FC236}">
                <a16:creationId xmlns:a16="http://schemas.microsoft.com/office/drawing/2014/main" id="{A2DC1D1A-F2F0-73F1-9B97-A47079E13DD1}"/>
              </a:ext>
            </a:extLst>
          </p:cNvPr>
          <p:cNvSpPr/>
          <p:nvPr/>
        </p:nvSpPr>
        <p:spPr>
          <a:xfrm>
            <a:off x="705571" y="3042474"/>
            <a:ext cx="2373251" cy="260295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Enabled tells in prompt generations and MCP instructions that use has Git hub and to use context priority rules on how to use </a:t>
            </a:r>
            <a:r>
              <a:rPr lang="en-US" dirty="0" err="1"/>
              <a:t>github</a:t>
            </a:r>
            <a:endParaRPr lang="en-US" dirty="0"/>
          </a:p>
        </p:txBody>
      </p:sp>
    </p:spTree>
    <p:extLst>
      <p:ext uri="{BB962C8B-B14F-4D97-AF65-F5344CB8AC3E}">
        <p14:creationId xmlns:p14="http://schemas.microsoft.com/office/powerpoint/2010/main" val="1684048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EC596-FF78-C351-EEC1-D355188257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3ABD44-DA52-CEBE-4E87-0EA78CC6A508}"/>
              </a:ext>
            </a:extLst>
          </p:cNvPr>
          <p:cNvSpPr>
            <a:spLocks noGrp="1"/>
          </p:cNvSpPr>
          <p:nvPr>
            <p:ph type="title"/>
          </p:nvPr>
        </p:nvSpPr>
        <p:spPr>
          <a:xfrm>
            <a:off x="838200" y="365125"/>
            <a:ext cx="10515600" cy="619077"/>
          </a:xfrm>
        </p:spPr>
        <p:txBody>
          <a:bodyPr>
            <a:normAutofit fontScale="90000"/>
          </a:bodyPr>
          <a:lstStyle/>
          <a:p>
            <a:r>
              <a:rPr lang="en-US" dirty="0"/>
              <a:t>Context configuration integration setup Workflow</a:t>
            </a:r>
          </a:p>
        </p:txBody>
      </p:sp>
      <p:sp>
        <p:nvSpPr>
          <p:cNvPr id="3" name="Rectangle: Rounded Corners 2">
            <a:extLst>
              <a:ext uri="{FF2B5EF4-FFF2-40B4-BE49-F238E27FC236}">
                <a16:creationId xmlns:a16="http://schemas.microsoft.com/office/drawing/2014/main" id="{8FD4BE89-27EE-71FE-5CF7-75CF0B3BDC9F}"/>
              </a:ext>
            </a:extLst>
          </p:cNvPr>
          <p:cNvSpPr/>
          <p:nvPr/>
        </p:nvSpPr>
        <p:spPr>
          <a:xfrm>
            <a:off x="760836"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 Settings menu</a:t>
            </a:r>
          </a:p>
        </p:txBody>
      </p:sp>
      <p:sp>
        <p:nvSpPr>
          <p:cNvPr id="25" name="Rectangle: Rounded Corners 24">
            <a:extLst>
              <a:ext uri="{FF2B5EF4-FFF2-40B4-BE49-F238E27FC236}">
                <a16:creationId xmlns:a16="http://schemas.microsoft.com/office/drawing/2014/main" id="{256FAACB-C8CB-E3C8-BE1E-9C267CD41567}"/>
              </a:ext>
            </a:extLst>
          </p:cNvPr>
          <p:cNvSpPr/>
          <p:nvPr/>
        </p:nvSpPr>
        <p:spPr>
          <a:xfrm>
            <a:off x="3635494" y="1312269"/>
            <a:ext cx="2373251" cy="10330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Context</a:t>
            </a:r>
          </a:p>
        </p:txBody>
      </p:sp>
      <p:sp>
        <p:nvSpPr>
          <p:cNvPr id="26" name="Rectangle: Rounded Corners 25">
            <a:extLst>
              <a:ext uri="{FF2B5EF4-FFF2-40B4-BE49-F238E27FC236}">
                <a16:creationId xmlns:a16="http://schemas.microsoft.com/office/drawing/2014/main" id="{DD1E2B0B-BAEE-F9F3-F158-ECD5BA36FE31}"/>
              </a:ext>
            </a:extLst>
          </p:cNvPr>
          <p:cNvSpPr/>
          <p:nvPr/>
        </p:nvSpPr>
        <p:spPr>
          <a:xfrm>
            <a:off x="6510154" y="1312269"/>
            <a:ext cx="2373251" cy="190034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 selects context priorities and how they rank in orchestrator prompt for [Stage Project] in jobs</a:t>
            </a:r>
          </a:p>
        </p:txBody>
      </p:sp>
      <p:sp>
        <p:nvSpPr>
          <p:cNvPr id="27" name="Rectangle: Rounded Corners 26">
            <a:extLst>
              <a:ext uri="{FF2B5EF4-FFF2-40B4-BE49-F238E27FC236}">
                <a16:creationId xmlns:a16="http://schemas.microsoft.com/office/drawing/2014/main" id="{2715F524-E8C3-B375-955E-56DFD6D7C641}"/>
              </a:ext>
            </a:extLst>
          </p:cNvPr>
          <p:cNvSpPr/>
          <p:nvPr/>
        </p:nvSpPr>
        <p:spPr>
          <a:xfrm>
            <a:off x="9384813" y="1312268"/>
            <a:ext cx="2373251" cy="190034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These are all fields in the active Product and the active project description </a:t>
            </a:r>
          </a:p>
        </p:txBody>
      </p:sp>
      <p:cxnSp>
        <p:nvCxnSpPr>
          <p:cNvPr id="34" name="Straight Arrow Connector 33">
            <a:extLst>
              <a:ext uri="{FF2B5EF4-FFF2-40B4-BE49-F238E27FC236}">
                <a16:creationId xmlns:a16="http://schemas.microsoft.com/office/drawing/2014/main" id="{749483FA-C930-8AA5-FFB4-6FD91275C61A}"/>
              </a:ext>
            </a:extLst>
          </p:cNvPr>
          <p:cNvCxnSpPr>
            <a:stCxn id="3" idx="3"/>
            <a:endCxn id="25" idx="1"/>
          </p:cNvCxnSpPr>
          <p:nvPr/>
        </p:nvCxnSpPr>
        <p:spPr>
          <a:xfrm>
            <a:off x="3134087" y="1828800"/>
            <a:ext cx="50140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7883E419-8A66-A8DC-43B8-295E4D5E4289}"/>
              </a:ext>
            </a:extLst>
          </p:cNvPr>
          <p:cNvCxnSpPr/>
          <p:nvPr/>
        </p:nvCxnSpPr>
        <p:spPr>
          <a:xfrm>
            <a:off x="600874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06379EC4-181A-6BC8-D54C-88EBEB43F994}"/>
              </a:ext>
            </a:extLst>
          </p:cNvPr>
          <p:cNvCxnSpPr/>
          <p:nvPr/>
        </p:nvCxnSpPr>
        <p:spPr>
          <a:xfrm>
            <a:off x="8883405" y="1828800"/>
            <a:ext cx="50140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6" name="Rectangle: Rounded Corners 5">
            <a:extLst>
              <a:ext uri="{FF2B5EF4-FFF2-40B4-BE49-F238E27FC236}">
                <a16:creationId xmlns:a16="http://schemas.microsoft.com/office/drawing/2014/main" id="{7B8943BF-211C-40C9-AC6D-08109DBDAF01}"/>
              </a:ext>
            </a:extLst>
          </p:cNvPr>
          <p:cNvSpPr/>
          <p:nvPr/>
        </p:nvSpPr>
        <p:spPr>
          <a:xfrm>
            <a:off x="5180089" y="3862641"/>
            <a:ext cx="4399005" cy="176597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Controls how product configuration fields are prioritized when generating AI agent missions. And if fields are included or excluded.  </a:t>
            </a:r>
          </a:p>
        </p:txBody>
      </p:sp>
      <p:sp>
        <p:nvSpPr>
          <p:cNvPr id="8" name="Rectangle: Rounded Corners 7">
            <a:extLst>
              <a:ext uri="{FF2B5EF4-FFF2-40B4-BE49-F238E27FC236}">
                <a16:creationId xmlns:a16="http://schemas.microsoft.com/office/drawing/2014/main" id="{9C91E69E-9790-A679-BCFB-DB1D3D70E7E9}"/>
              </a:ext>
            </a:extLst>
          </p:cNvPr>
          <p:cNvSpPr/>
          <p:nvPr/>
        </p:nvSpPr>
        <p:spPr>
          <a:xfrm>
            <a:off x="6555524" y="3128855"/>
            <a:ext cx="2282510" cy="41182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a:solidFill>
                  <a:schemeClr val="tx1"/>
                </a:solidFill>
              </a:rPr>
              <a:t>(Used as Context Source)</a:t>
            </a:r>
          </a:p>
        </p:txBody>
      </p:sp>
      <p:sp>
        <p:nvSpPr>
          <p:cNvPr id="9" name="Rectangle: Rounded Corners 8">
            <a:extLst>
              <a:ext uri="{FF2B5EF4-FFF2-40B4-BE49-F238E27FC236}">
                <a16:creationId xmlns:a16="http://schemas.microsoft.com/office/drawing/2014/main" id="{07A12944-EC42-AE6E-A6B4-9C3EB2227F45}"/>
              </a:ext>
            </a:extLst>
          </p:cNvPr>
          <p:cNvSpPr/>
          <p:nvPr/>
        </p:nvSpPr>
        <p:spPr>
          <a:xfrm>
            <a:off x="9579094" y="3059049"/>
            <a:ext cx="2282510" cy="41182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a:solidFill>
                  <a:schemeClr val="tx1"/>
                </a:solidFill>
              </a:rPr>
              <a:t>(Used as Context Source)</a:t>
            </a:r>
          </a:p>
        </p:txBody>
      </p:sp>
      <p:sp>
        <p:nvSpPr>
          <p:cNvPr id="5" name="Slide Number Placeholder 4">
            <a:extLst>
              <a:ext uri="{FF2B5EF4-FFF2-40B4-BE49-F238E27FC236}">
                <a16:creationId xmlns:a16="http://schemas.microsoft.com/office/drawing/2014/main" id="{94C2EE24-5F67-6ADC-164B-A42C16AD0587}"/>
              </a:ext>
            </a:extLst>
          </p:cNvPr>
          <p:cNvSpPr>
            <a:spLocks noGrp="1"/>
          </p:cNvSpPr>
          <p:nvPr>
            <p:ph type="sldNum" sz="quarter" idx="12"/>
          </p:nvPr>
        </p:nvSpPr>
        <p:spPr/>
        <p:txBody>
          <a:bodyPr/>
          <a:lstStyle/>
          <a:p>
            <a:fld id="{BC45C7BB-1724-4FC6-81FD-F79A3AB07237}" type="slidenum">
              <a:rPr lang="en-US" smtClean="0"/>
              <a:t>19</a:t>
            </a:fld>
            <a:endParaRPr lang="en-US" dirty="0"/>
          </a:p>
        </p:txBody>
      </p:sp>
    </p:spTree>
    <p:extLst>
      <p:ext uri="{BB962C8B-B14F-4D97-AF65-F5344CB8AC3E}">
        <p14:creationId xmlns:p14="http://schemas.microsoft.com/office/powerpoint/2010/main" val="1566266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C759A-4BAB-8D8A-298F-56EFFFAB0A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9CBEA-2226-6103-8A94-717AC2EF5DFB}"/>
              </a:ext>
            </a:extLst>
          </p:cNvPr>
          <p:cNvSpPr>
            <a:spLocks noGrp="1"/>
          </p:cNvSpPr>
          <p:nvPr>
            <p:ph type="title"/>
          </p:nvPr>
        </p:nvSpPr>
        <p:spPr>
          <a:xfrm>
            <a:off x="838200" y="365125"/>
            <a:ext cx="10515600" cy="619077"/>
          </a:xfrm>
        </p:spPr>
        <p:txBody>
          <a:bodyPr>
            <a:normAutofit fontScale="90000"/>
          </a:bodyPr>
          <a:lstStyle/>
          <a:p>
            <a:r>
              <a:rPr lang="en-US" dirty="0"/>
              <a:t>Admin Settings</a:t>
            </a:r>
          </a:p>
        </p:txBody>
      </p:sp>
      <p:sp>
        <p:nvSpPr>
          <p:cNvPr id="25" name="Rectangle: Rounded Corners 24">
            <a:extLst>
              <a:ext uri="{FF2B5EF4-FFF2-40B4-BE49-F238E27FC236}">
                <a16:creationId xmlns:a16="http://schemas.microsoft.com/office/drawing/2014/main" id="{AD2B7F06-F7ED-BE57-2F72-0618685985B7}"/>
              </a:ext>
            </a:extLst>
          </p:cNvPr>
          <p:cNvSpPr/>
          <p:nvPr/>
        </p:nvSpPr>
        <p:spPr>
          <a:xfrm>
            <a:off x="726919" y="984202"/>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Network configuration</a:t>
            </a:r>
          </a:p>
        </p:txBody>
      </p:sp>
      <p:sp>
        <p:nvSpPr>
          <p:cNvPr id="26" name="Rectangle: Rounded Corners 25">
            <a:extLst>
              <a:ext uri="{FF2B5EF4-FFF2-40B4-BE49-F238E27FC236}">
                <a16:creationId xmlns:a16="http://schemas.microsoft.com/office/drawing/2014/main" id="{0B74142B-5048-0D21-CD5A-73F85695A4C0}"/>
              </a:ext>
            </a:extLst>
          </p:cNvPr>
          <p:cNvSpPr/>
          <p:nvPr/>
        </p:nvSpPr>
        <p:spPr>
          <a:xfrm>
            <a:off x="2588407" y="993500"/>
            <a:ext cx="1646105" cy="8097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Database</a:t>
            </a:r>
          </a:p>
        </p:txBody>
      </p:sp>
      <p:sp>
        <p:nvSpPr>
          <p:cNvPr id="27" name="Rectangle: Rounded Corners 26">
            <a:extLst>
              <a:ext uri="{FF2B5EF4-FFF2-40B4-BE49-F238E27FC236}">
                <a16:creationId xmlns:a16="http://schemas.microsoft.com/office/drawing/2014/main" id="{64381F43-1B39-ECE5-190C-44AE20F2324D}"/>
              </a:ext>
            </a:extLst>
          </p:cNvPr>
          <p:cNvSpPr/>
          <p:nvPr/>
        </p:nvSpPr>
        <p:spPr>
          <a:xfrm>
            <a:off x="4465320" y="993501"/>
            <a:ext cx="1646105" cy="80970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Integrations</a:t>
            </a:r>
          </a:p>
        </p:txBody>
      </p:sp>
      <p:sp>
        <p:nvSpPr>
          <p:cNvPr id="20" name="Rectangle: Rounded Corners 19">
            <a:extLst>
              <a:ext uri="{FF2B5EF4-FFF2-40B4-BE49-F238E27FC236}">
                <a16:creationId xmlns:a16="http://schemas.microsoft.com/office/drawing/2014/main" id="{5575CB47-8040-58C5-CA69-FDF7C36498C7}"/>
              </a:ext>
            </a:extLst>
          </p:cNvPr>
          <p:cNvSpPr/>
          <p:nvPr/>
        </p:nvSpPr>
        <p:spPr>
          <a:xfrm>
            <a:off x="6344627" y="993498"/>
            <a:ext cx="1646105" cy="8097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Security</a:t>
            </a:r>
          </a:p>
        </p:txBody>
      </p:sp>
      <p:sp>
        <p:nvSpPr>
          <p:cNvPr id="24" name="Rectangle: Rounded Corners 23">
            <a:extLst>
              <a:ext uri="{FF2B5EF4-FFF2-40B4-BE49-F238E27FC236}">
                <a16:creationId xmlns:a16="http://schemas.microsoft.com/office/drawing/2014/main" id="{71952E9D-1C49-D258-3A8E-15D27C22067B}"/>
              </a:ext>
            </a:extLst>
          </p:cNvPr>
          <p:cNvSpPr/>
          <p:nvPr/>
        </p:nvSpPr>
        <p:spPr>
          <a:xfrm>
            <a:off x="8221540" y="993498"/>
            <a:ext cx="1646105" cy="8097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System</a:t>
            </a:r>
          </a:p>
        </p:txBody>
      </p:sp>
      <p:sp>
        <p:nvSpPr>
          <p:cNvPr id="30" name="Rectangle: Rounded Corners 29">
            <a:extLst>
              <a:ext uri="{FF2B5EF4-FFF2-40B4-BE49-F238E27FC236}">
                <a16:creationId xmlns:a16="http://schemas.microsoft.com/office/drawing/2014/main" id="{879C7220-8F71-2D77-AF0A-0D2653D2DF1F}"/>
              </a:ext>
            </a:extLst>
          </p:cNvPr>
          <p:cNvSpPr/>
          <p:nvPr/>
        </p:nvSpPr>
        <p:spPr>
          <a:xfrm>
            <a:off x="711494" y="1874264"/>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External Host IP</a:t>
            </a:r>
          </a:p>
        </p:txBody>
      </p:sp>
      <p:sp>
        <p:nvSpPr>
          <p:cNvPr id="31" name="Rectangle: Rounded Corners 30">
            <a:extLst>
              <a:ext uri="{FF2B5EF4-FFF2-40B4-BE49-F238E27FC236}">
                <a16:creationId xmlns:a16="http://schemas.microsoft.com/office/drawing/2014/main" id="{5F74D61B-ED65-4E36-A409-5F3769AB0138}"/>
              </a:ext>
            </a:extLst>
          </p:cNvPr>
          <p:cNvSpPr/>
          <p:nvPr/>
        </p:nvSpPr>
        <p:spPr>
          <a:xfrm>
            <a:off x="711494" y="2805843"/>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Api Port</a:t>
            </a:r>
          </a:p>
        </p:txBody>
      </p:sp>
      <p:sp>
        <p:nvSpPr>
          <p:cNvPr id="33" name="Rectangle: Rounded Corners 32">
            <a:extLst>
              <a:ext uri="{FF2B5EF4-FFF2-40B4-BE49-F238E27FC236}">
                <a16:creationId xmlns:a16="http://schemas.microsoft.com/office/drawing/2014/main" id="{C93717AD-55DD-73F0-579E-CFCA9D59F22D}"/>
              </a:ext>
            </a:extLst>
          </p:cNvPr>
          <p:cNvSpPr/>
          <p:nvPr/>
        </p:nvSpPr>
        <p:spPr>
          <a:xfrm>
            <a:off x="711494" y="3737422"/>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Frontend Port</a:t>
            </a:r>
          </a:p>
        </p:txBody>
      </p:sp>
      <p:sp>
        <p:nvSpPr>
          <p:cNvPr id="37" name="Rectangle: Rounded Corners 36">
            <a:extLst>
              <a:ext uri="{FF2B5EF4-FFF2-40B4-BE49-F238E27FC236}">
                <a16:creationId xmlns:a16="http://schemas.microsoft.com/office/drawing/2014/main" id="{BB379ECE-9F7C-DDDE-B376-30FF3F5EC906}"/>
              </a:ext>
            </a:extLst>
          </p:cNvPr>
          <p:cNvSpPr/>
          <p:nvPr/>
        </p:nvSpPr>
        <p:spPr>
          <a:xfrm>
            <a:off x="711494" y="4669001"/>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CORS origins</a:t>
            </a:r>
          </a:p>
        </p:txBody>
      </p:sp>
      <p:sp>
        <p:nvSpPr>
          <p:cNvPr id="40" name="Rectangle: Rounded Corners 39">
            <a:extLst>
              <a:ext uri="{FF2B5EF4-FFF2-40B4-BE49-F238E27FC236}">
                <a16:creationId xmlns:a16="http://schemas.microsoft.com/office/drawing/2014/main" id="{9E09FF5E-8767-0D88-E22D-F6909D0106F1}"/>
              </a:ext>
            </a:extLst>
          </p:cNvPr>
          <p:cNvSpPr/>
          <p:nvPr/>
        </p:nvSpPr>
        <p:spPr>
          <a:xfrm>
            <a:off x="2588407" y="1909647"/>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Host for intra application</a:t>
            </a:r>
          </a:p>
        </p:txBody>
      </p:sp>
      <p:sp>
        <p:nvSpPr>
          <p:cNvPr id="41" name="Rectangle: Rounded Corners 40">
            <a:extLst>
              <a:ext uri="{FF2B5EF4-FFF2-40B4-BE49-F238E27FC236}">
                <a16:creationId xmlns:a16="http://schemas.microsoft.com/office/drawing/2014/main" id="{50C277F4-BF86-986F-D3B9-C46EA6B252FA}"/>
              </a:ext>
            </a:extLst>
          </p:cNvPr>
          <p:cNvSpPr/>
          <p:nvPr/>
        </p:nvSpPr>
        <p:spPr>
          <a:xfrm>
            <a:off x="2588407" y="2841226"/>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Port</a:t>
            </a:r>
          </a:p>
        </p:txBody>
      </p:sp>
      <p:sp>
        <p:nvSpPr>
          <p:cNvPr id="43" name="Rectangle: Rounded Corners 42">
            <a:extLst>
              <a:ext uri="{FF2B5EF4-FFF2-40B4-BE49-F238E27FC236}">
                <a16:creationId xmlns:a16="http://schemas.microsoft.com/office/drawing/2014/main" id="{E127ECBE-4B41-EF17-FA43-AFB5143DAC3C}"/>
              </a:ext>
            </a:extLst>
          </p:cNvPr>
          <p:cNvSpPr/>
          <p:nvPr/>
        </p:nvSpPr>
        <p:spPr>
          <a:xfrm>
            <a:off x="2588407" y="3772805"/>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DB Name</a:t>
            </a:r>
          </a:p>
        </p:txBody>
      </p:sp>
      <p:sp>
        <p:nvSpPr>
          <p:cNvPr id="45" name="Rectangle: Rounded Corners 44">
            <a:extLst>
              <a:ext uri="{FF2B5EF4-FFF2-40B4-BE49-F238E27FC236}">
                <a16:creationId xmlns:a16="http://schemas.microsoft.com/office/drawing/2014/main" id="{225B5921-52AD-60BB-4488-A955F730BAA9}"/>
              </a:ext>
            </a:extLst>
          </p:cNvPr>
          <p:cNvSpPr/>
          <p:nvPr/>
        </p:nvSpPr>
        <p:spPr>
          <a:xfrm>
            <a:off x="2588407" y="4704384"/>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Username / Password</a:t>
            </a:r>
          </a:p>
        </p:txBody>
      </p:sp>
      <p:sp>
        <p:nvSpPr>
          <p:cNvPr id="47" name="Rectangle: Rounded Corners 46">
            <a:extLst>
              <a:ext uri="{FF2B5EF4-FFF2-40B4-BE49-F238E27FC236}">
                <a16:creationId xmlns:a16="http://schemas.microsoft.com/office/drawing/2014/main" id="{CE8CE9E4-523B-860F-2F4B-277B8CE00762}"/>
              </a:ext>
            </a:extLst>
          </p:cNvPr>
          <p:cNvSpPr/>
          <p:nvPr/>
        </p:nvSpPr>
        <p:spPr>
          <a:xfrm>
            <a:off x="2588407" y="5584196"/>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Test connection</a:t>
            </a:r>
          </a:p>
        </p:txBody>
      </p:sp>
      <p:sp>
        <p:nvSpPr>
          <p:cNvPr id="48" name="Rectangle: Rounded Corners 47">
            <a:extLst>
              <a:ext uri="{FF2B5EF4-FFF2-40B4-BE49-F238E27FC236}">
                <a16:creationId xmlns:a16="http://schemas.microsoft.com/office/drawing/2014/main" id="{391A6FB0-B7A5-780C-886B-38926D45ECBD}"/>
              </a:ext>
            </a:extLst>
          </p:cNvPr>
          <p:cNvSpPr/>
          <p:nvPr/>
        </p:nvSpPr>
        <p:spPr>
          <a:xfrm>
            <a:off x="4465320" y="1950338"/>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Lists our integrations</a:t>
            </a:r>
          </a:p>
        </p:txBody>
      </p:sp>
      <p:sp>
        <p:nvSpPr>
          <p:cNvPr id="49" name="Rectangle: Rounded Corners 48">
            <a:extLst>
              <a:ext uri="{FF2B5EF4-FFF2-40B4-BE49-F238E27FC236}">
                <a16:creationId xmlns:a16="http://schemas.microsoft.com/office/drawing/2014/main" id="{68DA3DAE-21A1-A228-EF1D-B1F781AE7DC9}"/>
              </a:ext>
            </a:extLst>
          </p:cNvPr>
          <p:cNvSpPr/>
          <p:nvPr/>
        </p:nvSpPr>
        <p:spPr>
          <a:xfrm>
            <a:off x="4465320" y="2835724"/>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Explains how our integrations work</a:t>
            </a:r>
          </a:p>
        </p:txBody>
      </p:sp>
      <p:sp>
        <p:nvSpPr>
          <p:cNvPr id="50" name="Rectangle: Rounded Corners 49">
            <a:extLst>
              <a:ext uri="{FF2B5EF4-FFF2-40B4-BE49-F238E27FC236}">
                <a16:creationId xmlns:a16="http://schemas.microsoft.com/office/drawing/2014/main" id="{7F16C6C8-ADB8-F0E2-6849-9297753D21B0}"/>
              </a:ext>
            </a:extLst>
          </p:cNvPr>
          <p:cNvSpPr/>
          <p:nvPr/>
        </p:nvSpPr>
        <p:spPr>
          <a:xfrm>
            <a:off x="6446520" y="1950338"/>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Cookie Domain Whitelist</a:t>
            </a:r>
          </a:p>
        </p:txBody>
      </p:sp>
      <p:sp>
        <p:nvSpPr>
          <p:cNvPr id="51" name="Rectangle: Rounded Corners 50">
            <a:extLst>
              <a:ext uri="{FF2B5EF4-FFF2-40B4-BE49-F238E27FC236}">
                <a16:creationId xmlns:a16="http://schemas.microsoft.com/office/drawing/2014/main" id="{619071C4-DAE6-7ADE-D226-0EC6B42A032C}"/>
              </a:ext>
            </a:extLst>
          </p:cNvPr>
          <p:cNvSpPr/>
          <p:nvPr/>
        </p:nvSpPr>
        <p:spPr>
          <a:xfrm>
            <a:off x="8236965" y="1950338"/>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Orchestrator template editor</a:t>
            </a:r>
          </a:p>
        </p:txBody>
      </p:sp>
      <p:sp>
        <p:nvSpPr>
          <p:cNvPr id="52" name="Rectangle: Rounded Corners 51">
            <a:extLst>
              <a:ext uri="{FF2B5EF4-FFF2-40B4-BE49-F238E27FC236}">
                <a16:creationId xmlns:a16="http://schemas.microsoft.com/office/drawing/2014/main" id="{D7D7A754-F1B7-C72B-F0AC-FBEBA8525FD2}"/>
              </a:ext>
            </a:extLst>
          </p:cNvPr>
          <p:cNvSpPr/>
          <p:nvPr/>
        </p:nvSpPr>
        <p:spPr>
          <a:xfrm>
            <a:off x="10098453" y="1013845"/>
            <a:ext cx="1646105" cy="8097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Users?</a:t>
            </a:r>
          </a:p>
        </p:txBody>
      </p:sp>
      <p:sp>
        <p:nvSpPr>
          <p:cNvPr id="54" name="Slide Number Placeholder 53">
            <a:extLst>
              <a:ext uri="{FF2B5EF4-FFF2-40B4-BE49-F238E27FC236}">
                <a16:creationId xmlns:a16="http://schemas.microsoft.com/office/drawing/2014/main" id="{069675F5-DADB-FA6C-19B3-14CC31EF7F28}"/>
              </a:ext>
            </a:extLst>
          </p:cNvPr>
          <p:cNvSpPr>
            <a:spLocks noGrp="1"/>
          </p:cNvSpPr>
          <p:nvPr>
            <p:ph type="sldNum" sz="quarter" idx="12"/>
          </p:nvPr>
        </p:nvSpPr>
        <p:spPr/>
        <p:txBody>
          <a:bodyPr/>
          <a:lstStyle/>
          <a:p>
            <a:fld id="{BC45C7BB-1724-4FC6-81FD-F79A3AB07237}" type="slidenum">
              <a:rPr lang="en-US" smtClean="0"/>
              <a:t>20</a:t>
            </a:fld>
            <a:endParaRPr lang="en-US"/>
          </a:p>
        </p:txBody>
      </p:sp>
    </p:spTree>
    <p:extLst>
      <p:ext uri="{BB962C8B-B14F-4D97-AF65-F5344CB8AC3E}">
        <p14:creationId xmlns:p14="http://schemas.microsoft.com/office/powerpoint/2010/main" val="129078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CB64-3106-08BD-0BD6-509FA35ED4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F663A5-390D-AE2E-E175-7A75CD83B62E}"/>
              </a:ext>
            </a:extLst>
          </p:cNvPr>
          <p:cNvSpPr>
            <a:spLocks noGrp="1"/>
          </p:cNvSpPr>
          <p:nvPr>
            <p:ph type="title"/>
          </p:nvPr>
        </p:nvSpPr>
        <p:spPr>
          <a:xfrm>
            <a:off x="838200" y="365125"/>
            <a:ext cx="10515600" cy="619077"/>
          </a:xfrm>
        </p:spPr>
        <p:txBody>
          <a:bodyPr>
            <a:normAutofit fontScale="90000"/>
          </a:bodyPr>
          <a:lstStyle/>
          <a:p>
            <a:r>
              <a:rPr lang="en-US" dirty="0"/>
              <a:t>User Settings</a:t>
            </a:r>
          </a:p>
        </p:txBody>
      </p:sp>
      <p:sp>
        <p:nvSpPr>
          <p:cNvPr id="25" name="Rectangle: Rounded Corners 24">
            <a:extLst>
              <a:ext uri="{FF2B5EF4-FFF2-40B4-BE49-F238E27FC236}">
                <a16:creationId xmlns:a16="http://schemas.microsoft.com/office/drawing/2014/main" id="{1C7F968C-2613-9602-7B80-D231A6A19A89}"/>
              </a:ext>
            </a:extLst>
          </p:cNvPr>
          <p:cNvSpPr/>
          <p:nvPr/>
        </p:nvSpPr>
        <p:spPr>
          <a:xfrm>
            <a:off x="853625" y="984202"/>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Setup</a:t>
            </a:r>
          </a:p>
        </p:txBody>
      </p:sp>
      <p:sp>
        <p:nvSpPr>
          <p:cNvPr id="26" name="Rectangle: Rounded Corners 25">
            <a:extLst>
              <a:ext uri="{FF2B5EF4-FFF2-40B4-BE49-F238E27FC236}">
                <a16:creationId xmlns:a16="http://schemas.microsoft.com/office/drawing/2014/main" id="{E0570868-E7D5-49C5-06E1-F7FBE7E8C19A}"/>
              </a:ext>
            </a:extLst>
          </p:cNvPr>
          <p:cNvSpPr/>
          <p:nvPr/>
        </p:nvSpPr>
        <p:spPr>
          <a:xfrm>
            <a:off x="2715113" y="993500"/>
            <a:ext cx="1646105" cy="8097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Appearance</a:t>
            </a:r>
          </a:p>
        </p:txBody>
      </p:sp>
      <p:sp>
        <p:nvSpPr>
          <p:cNvPr id="27" name="Rectangle: Rounded Corners 26">
            <a:extLst>
              <a:ext uri="{FF2B5EF4-FFF2-40B4-BE49-F238E27FC236}">
                <a16:creationId xmlns:a16="http://schemas.microsoft.com/office/drawing/2014/main" id="{3D8DD278-A978-F58D-C887-EFD21C77D3FE}"/>
              </a:ext>
            </a:extLst>
          </p:cNvPr>
          <p:cNvSpPr/>
          <p:nvPr/>
        </p:nvSpPr>
        <p:spPr>
          <a:xfrm>
            <a:off x="4592026" y="993501"/>
            <a:ext cx="1646105" cy="80970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Notifications</a:t>
            </a:r>
          </a:p>
        </p:txBody>
      </p:sp>
      <p:sp>
        <p:nvSpPr>
          <p:cNvPr id="20" name="Rectangle: Rounded Corners 19">
            <a:extLst>
              <a:ext uri="{FF2B5EF4-FFF2-40B4-BE49-F238E27FC236}">
                <a16:creationId xmlns:a16="http://schemas.microsoft.com/office/drawing/2014/main" id="{D6B21AB4-8090-F332-7B98-A31EA8688251}"/>
              </a:ext>
            </a:extLst>
          </p:cNvPr>
          <p:cNvSpPr/>
          <p:nvPr/>
        </p:nvSpPr>
        <p:spPr>
          <a:xfrm>
            <a:off x="8441228" y="1007461"/>
            <a:ext cx="1646105" cy="8097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Agents</a:t>
            </a:r>
          </a:p>
        </p:txBody>
      </p:sp>
      <p:sp>
        <p:nvSpPr>
          <p:cNvPr id="24" name="Rectangle: Rounded Corners 23">
            <a:extLst>
              <a:ext uri="{FF2B5EF4-FFF2-40B4-BE49-F238E27FC236}">
                <a16:creationId xmlns:a16="http://schemas.microsoft.com/office/drawing/2014/main" id="{815C6383-77D0-5064-C46A-BE0DDB9E2900}"/>
              </a:ext>
            </a:extLst>
          </p:cNvPr>
          <p:cNvSpPr/>
          <p:nvPr/>
        </p:nvSpPr>
        <p:spPr>
          <a:xfrm>
            <a:off x="10318141" y="1007461"/>
            <a:ext cx="1646105" cy="8097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System</a:t>
            </a:r>
          </a:p>
        </p:txBody>
      </p:sp>
      <p:sp>
        <p:nvSpPr>
          <p:cNvPr id="30" name="Rectangle: Rounded Corners 29">
            <a:extLst>
              <a:ext uri="{FF2B5EF4-FFF2-40B4-BE49-F238E27FC236}">
                <a16:creationId xmlns:a16="http://schemas.microsoft.com/office/drawing/2014/main" id="{3EEE2682-D73B-7726-0F87-2446AB1A3B67}"/>
              </a:ext>
            </a:extLst>
          </p:cNvPr>
          <p:cNvSpPr/>
          <p:nvPr/>
        </p:nvSpPr>
        <p:spPr>
          <a:xfrm>
            <a:off x="838200" y="1874264"/>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1" name="Rectangle: Rounded Corners 30">
            <a:extLst>
              <a:ext uri="{FF2B5EF4-FFF2-40B4-BE49-F238E27FC236}">
                <a16:creationId xmlns:a16="http://schemas.microsoft.com/office/drawing/2014/main" id="{D292B71C-B5F8-8D83-871A-52563A19DD5C}"/>
              </a:ext>
            </a:extLst>
          </p:cNvPr>
          <p:cNvSpPr/>
          <p:nvPr/>
        </p:nvSpPr>
        <p:spPr>
          <a:xfrm>
            <a:off x="838200" y="2805843"/>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3" name="Rectangle: Rounded Corners 32">
            <a:extLst>
              <a:ext uri="{FF2B5EF4-FFF2-40B4-BE49-F238E27FC236}">
                <a16:creationId xmlns:a16="http://schemas.microsoft.com/office/drawing/2014/main" id="{63C83AF0-6CD5-C960-46E8-8D1D0F4BE169}"/>
              </a:ext>
            </a:extLst>
          </p:cNvPr>
          <p:cNvSpPr/>
          <p:nvPr/>
        </p:nvSpPr>
        <p:spPr>
          <a:xfrm>
            <a:off x="838200" y="3737422"/>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7" name="Rectangle: Rounded Corners 36">
            <a:extLst>
              <a:ext uri="{FF2B5EF4-FFF2-40B4-BE49-F238E27FC236}">
                <a16:creationId xmlns:a16="http://schemas.microsoft.com/office/drawing/2014/main" id="{861F9F79-A788-7112-1FE3-A91EC29477DE}"/>
              </a:ext>
            </a:extLst>
          </p:cNvPr>
          <p:cNvSpPr/>
          <p:nvPr/>
        </p:nvSpPr>
        <p:spPr>
          <a:xfrm>
            <a:off x="838200" y="4669001"/>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40" name="Rectangle: Rounded Corners 39">
            <a:extLst>
              <a:ext uri="{FF2B5EF4-FFF2-40B4-BE49-F238E27FC236}">
                <a16:creationId xmlns:a16="http://schemas.microsoft.com/office/drawing/2014/main" id="{B8B50B67-7EFA-AE3D-6DCF-954D61924EBC}"/>
              </a:ext>
            </a:extLst>
          </p:cNvPr>
          <p:cNvSpPr/>
          <p:nvPr/>
        </p:nvSpPr>
        <p:spPr>
          <a:xfrm>
            <a:off x="2715113" y="1909647"/>
            <a:ext cx="1630680" cy="51565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Themes</a:t>
            </a:r>
          </a:p>
        </p:txBody>
      </p:sp>
      <p:sp>
        <p:nvSpPr>
          <p:cNvPr id="41" name="Rectangle: Rounded Corners 40">
            <a:extLst>
              <a:ext uri="{FF2B5EF4-FFF2-40B4-BE49-F238E27FC236}">
                <a16:creationId xmlns:a16="http://schemas.microsoft.com/office/drawing/2014/main" id="{6AC6BB1E-CF7B-A294-9AEF-1B0EBD79150D}"/>
              </a:ext>
            </a:extLst>
          </p:cNvPr>
          <p:cNvSpPr/>
          <p:nvPr/>
        </p:nvSpPr>
        <p:spPr>
          <a:xfrm>
            <a:off x="2715113" y="2517582"/>
            <a:ext cx="1630680" cy="51565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Mascot</a:t>
            </a:r>
          </a:p>
        </p:txBody>
      </p:sp>
      <p:sp>
        <p:nvSpPr>
          <p:cNvPr id="43" name="Rectangle: Rounded Corners 42">
            <a:extLst>
              <a:ext uri="{FF2B5EF4-FFF2-40B4-BE49-F238E27FC236}">
                <a16:creationId xmlns:a16="http://schemas.microsoft.com/office/drawing/2014/main" id="{6EF2A3BA-FF4A-2778-2F8F-ED86C0142EBC}"/>
              </a:ext>
            </a:extLst>
          </p:cNvPr>
          <p:cNvSpPr/>
          <p:nvPr/>
        </p:nvSpPr>
        <p:spPr>
          <a:xfrm>
            <a:off x="2715113" y="3125517"/>
            <a:ext cx="1630680" cy="51000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Display</a:t>
            </a:r>
          </a:p>
        </p:txBody>
      </p:sp>
      <p:sp>
        <p:nvSpPr>
          <p:cNvPr id="45" name="Rectangle: Rounded Corners 44">
            <a:extLst>
              <a:ext uri="{FF2B5EF4-FFF2-40B4-BE49-F238E27FC236}">
                <a16:creationId xmlns:a16="http://schemas.microsoft.com/office/drawing/2014/main" id="{49F7A6A3-D9D4-30A4-0492-98A004587B34}"/>
              </a:ext>
            </a:extLst>
          </p:cNvPr>
          <p:cNvSpPr/>
          <p:nvPr/>
        </p:nvSpPr>
        <p:spPr>
          <a:xfrm>
            <a:off x="2715113" y="3723709"/>
            <a:ext cx="1630680" cy="51000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Tooltips</a:t>
            </a:r>
          </a:p>
        </p:txBody>
      </p:sp>
      <p:sp>
        <p:nvSpPr>
          <p:cNvPr id="47" name="Rectangle: Rounded Corners 46">
            <a:extLst>
              <a:ext uri="{FF2B5EF4-FFF2-40B4-BE49-F238E27FC236}">
                <a16:creationId xmlns:a16="http://schemas.microsoft.com/office/drawing/2014/main" id="{2BEF93E0-8A0C-A054-39C1-BDA762DD3766}"/>
              </a:ext>
            </a:extLst>
          </p:cNvPr>
          <p:cNvSpPr/>
          <p:nvPr/>
        </p:nvSpPr>
        <p:spPr>
          <a:xfrm>
            <a:off x="2715113" y="4321901"/>
            <a:ext cx="1630680" cy="51000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High Contrast</a:t>
            </a:r>
          </a:p>
        </p:txBody>
      </p:sp>
      <p:sp>
        <p:nvSpPr>
          <p:cNvPr id="48" name="Rectangle: Rounded Corners 47">
            <a:extLst>
              <a:ext uri="{FF2B5EF4-FFF2-40B4-BE49-F238E27FC236}">
                <a16:creationId xmlns:a16="http://schemas.microsoft.com/office/drawing/2014/main" id="{4B0482DE-21EB-C396-F1F7-F603F743E4C8}"/>
              </a:ext>
            </a:extLst>
          </p:cNvPr>
          <p:cNvSpPr/>
          <p:nvPr/>
        </p:nvSpPr>
        <p:spPr>
          <a:xfrm>
            <a:off x="4496648" y="1909647"/>
            <a:ext cx="1821435" cy="144651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Message notifications</a:t>
            </a:r>
          </a:p>
          <a:p>
            <a:r>
              <a:rPr lang="en-US" sz="1400" dirty="0"/>
              <a:t>- New Message</a:t>
            </a:r>
          </a:p>
          <a:p>
            <a:r>
              <a:rPr lang="en-US" sz="1400" dirty="0"/>
              <a:t>- Urgent Message</a:t>
            </a:r>
          </a:p>
        </p:txBody>
      </p:sp>
      <p:sp>
        <p:nvSpPr>
          <p:cNvPr id="50" name="Rectangle: Rounded Corners 49">
            <a:extLst>
              <a:ext uri="{FF2B5EF4-FFF2-40B4-BE49-F238E27FC236}">
                <a16:creationId xmlns:a16="http://schemas.microsoft.com/office/drawing/2014/main" id="{88A64B6B-0AE6-47EB-84B4-71AF63FBAB00}"/>
              </a:ext>
            </a:extLst>
          </p:cNvPr>
          <p:cNvSpPr/>
          <p:nvPr/>
        </p:nvSpPr>
        <p:spPr>
          <a:xfrm>
            <a:off x="8448940" y="1964301"/>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Template Manager</a:t>
            </a:r>
          </a:p>
        </p:txBody>
      </p:sp>
      <p:sp>
        <p:nvSpPr>
          <p:cNvPr id="51" name="Rectangle: Rounded Corners 50">
            <a:extLst>
              <a:ext uri="{FF2B5EF4-FFF2-40B4-BE49-F238E27FC236}">
                <a16:creationId xmlns:a16="http://schemas.microsoft.com/office/drawing/2014/main" id="{73A1B214-665F-51E6-5D7B-2D762AB139F2}"/>
              </a:ext>
            </a:extLst>
          </p:cNvPr>
          <p:cNvSpPr/>
          <p:nvPr/>
        </p:nvSpPr>
        <p:spPr>
          <a:xfrm>
            <a:off x="10333566" y="1964301"/>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Orchestrator template editor</a:t>
            </a:r>
          </a:p>
        </p:txBody>
      </p:sp>
      <p:sp>
        <p:nvSpPr>
          <p:cNvPr id="4" name="Rectangle: Rounded Corners 3">
            <a:extLst>
              <a:ext uri="{FF2B5EF4-FFF2-40B4-BE49-F238E27FC236}">
                <a16:creationId xmlns:a16="http://schemas.microsoft.com/office/drawing/2014/main" id="{E9FDA2EC-AE90-7607-850E-411059FE9BB6}"/>
              </a:ext>
            </a:extLst>
          </p:cNvPr>
          <p:cNvSpPr/>
          <p:nvPr/>
        </p:nvSpPr>
        <p:spPr>
          <a:xfrm>
            <a:off x="4592025" y="3414064"/>
            <a:ext cx="1630680" cy="1123160"/>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pPr algn="ctr"/>
            <a:r>
              <a:rPr lang="en-US" sz="1400" dirty="0"/>
              <a:t>Agent notifications</a:t>
            </a:r>
          </a:p>
          <a:p>
            <a:r>
              <a:rPr lang="en-US" sz="1400" dirty="0"/>
              <a:t>- Status Change</a:t>
            </a:r>
          </a:p>
          <a:p>
            <a:r>
              <a:rPr lang="en-US" sz="1400" dirty="0"/>
              <a:t>- Agent Errors</a:t>
            </a:r>
          </a:p>
        </p:txBody>
      </p:sp>
      <p:sp>
        <p:nvSpPr>
          <p:cNvPr id="5" name="Rectangle: Rounded Corners 4">
            <a:extLst>
              <a:ext uri="{FF2B5EF4-FFF2-40B4-BE49-F238E27FC236}">
                <a16:creationId xmlns:a16="http://schemas.microsoft.com/office/drawing/2014/main" id="{369E6FB3-403A-D402-A5EA-609BD259762C}"/>
              </a:ext>
            </a:extLst>
          </p:cNvPr>
          <p:cNvSpPr/>
          <p:nvPr/>
        </p:nvSpPr>
        <p:spPr>
          <a:xfrm>
            <a:off x="4592025" y="4669001"/>
            <a:ext cx="1630680" cy="735376"/>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pPr algn="ctr"/>
            <a:r>
              <a:rPr lang="en-US" sz="1400" dirty="0"/>
              <a:t>Notification display location</a:t>
            </a:r>
          </a:p>
        </p:txBody>
      </p:sp>
      <p:sp>
        <p:nvSpPr>
          <p:cNvPr id="6" name="Rectangle: Rounded Corners 5">
            <a:extLst>
              <a:ext uri="{FF2B5EF4-FFF2-40B4-BE49-F238E27FC236}">
                <a16:creationId xmlns:a16="http://schemas.microsoft.com/office/drawing/2014/main" id="{BBA8266E-FB50-6D17-144E-E1FF0A830828}"/>
              </a:ext>
            </a:extLst>
          </p:cNvPr>
          <p:cNvSpPr/>
          <p:nvPr/>
        </p:nvSpPr>
        <p:spPr>
          <a:xfrm>
            <a:off x="8438832" y="2872637"/>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See separate flow chart</a:t>
            </a:r>
          </a:p>
        </p:txBody>
      </p:sp>
      <p:sp>
        <p:nvSpPr>
          <p:cNvPr id="7" name="Rectangle: Rounded Corners 6">
            <a:extLst>
              <a:ext uri="{FF2B5EF4-FFF2-40B4-BE49-F238E27FC236}">
                <a16:creationId xmlns:a16="http://schemas.microsoft.com/office/drawing/2014/main" id="{2D03CA70-E439-35B9-639D-555F5C525603}"/>
              </a:ext>
            </a:extLst>
          </p:cNvPr>
          <p:cNvSpPr/>
          <p:nvPr/>
        </p:nvSpPr>
        <p:spPr>
          <a:xfrm>
            <a:off x="6492075" y="988884"/>
            <a:ext cx="1646105" cy="8097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Context</a:t>
            </a:r>
          </a:p>
        </p:txBody>
      </p:sp>
      <p:sp>
        <p:nvSpPr>
          <p:cNvPr id="8" name="Rectangle: Rounded Corners 7">
            <a:extLst>
              <a:ext uri="{FF2B5EF4-FFF2-40B4-BE49-F238E27FC236}">
                <a16:creationId xmlns:a16="http://schemas.microsoft.com/office/drawing/2014/main" id="{1AD57D7D-200A-306C-0AED-9260611C4919}"/>
              </a:ext>
            </a:extLst>
          </p:cNvPr>
          <p:cNvSpPr/>
          <p:nvPr/>
        </p:nvSpPr>
        <p:spPr>
          <a:xfrm>
            <a:off x="6499787" y="1945724"/>
            <a:ext cx="163068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User defined Context priority configuration</a:t>
            </a:r>
          </a:p>
        </p:txBody>
      </p:sp>
      <p:sp>
        <p:nvSpPr>
          <p:cNvPr id="10" name="Rectangle: Rounded Corners 9">
            <a:extLst>
              <a:ext uri="{FF2B5EF4-FFF2-40B4-BE49-F238E27FC236}">
                <a16:creationId xmlns:a16="http://schemas.microsoft.com/office/drawing/2014/main" id="{05D32C2B-16A5-0E1E-9DCD-4F9C79BF34E1}"/>
              </a:ext>
            </a:extLst>
          </p:cNvPr>
          <p:cNvSpPr/>
          <p:nvPr/>
        </p:nvSpPr>
        <p:spPr>
          <a:xfrm>
            <a:off x="6561919" y="2713690"/>
            <a:ext cx="1471652" cy="41182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solidFill>
                  <a:schemeClr val="tx1"/>
                </a:solidFill>
              </a:rPr>
              <a:t>(Used as Context Source)</a:t>
            </a:r>
          </a:p>
        </p:txBody>
      </p:sp>
      <p:sp>
        <p:nvSpPr>
          <p:cNvPr id="11" name="Slide Number Placeholder 10">
            <a:extLst>
              <a:ext uri="{FF2B5EF4-FFF2-40B4-BE49-F238E27FC236}">
                <a16:creationId xmlns:a16="http://schemas.microsoft.com/office/drawing/2014/main" id="{7B45D60E-A577-F058-E8FC-6392FF20DB8D}"/>
              </a:ext>
            </a:extLst>
          </p:cNvPr>
          <p:cNvSpPr>
            <a:spLocks noGrp="1"/>
          </p:cNvSpPr>
          <p:nvPr>
            <p:ph type="sldNum" sz="quarter" idx="12"/>
          </p:nvPr>
        </p:nvSpPr>
        <p:spPr/>
        <p:txBody>
          <a:bodyPr/>
          <a:lstStyle/>
          <a:p>
            <a:fld id="{BC45C7BB-1724-4FC6-81FD-F79A3AB07237}" type="slidenum">
              <a:rPr lang="en-US" smtClean="0"/>
              <a:t>21</a:t>
            </a:fld>
            <a:endParaRPr lang="en-US"/>
          </a:p>
        </p:txBody>
      </p:sp>
    </p:spTree>
    <p:extLst>
      <p:ext uri="{BB962C8B-B14F-4D97-AF65-F5344CB8AC3E}">
        <p14:creationId xmlns:p14="http://schemas.microsoft.com/office/powerpoint/2010/main" val="917136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41FE4-DFC0-FD85-DD04-4000989EAE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743AE4-719E-47DB-3478-B190CA41653E}"/>
              </a:ext>
            </a:extLst>
          </p:cNvPr>
          <p:cNvSpPr>
            <a:spLocks noGrp="1"/>
          </p:cNvSpPr>
          <p:nvPr>
            <p:ph type="title"/>
          </p:nvPr>
        </p:nvSpPr>
        <p:spPr>
          <a:xfrm>
            <a:off x="838200" y="365125"/>
            <a:ext cx="10515600" cy="619077"/>
          </a:xfrm>
        </p:spPr>
        <p:txBody>
          <a:bodyPr>
            <a:normAutofit fontScale="90000"/>
          </a:bodyPr>
          <a:lstStyle/>
          <a:p>
            <a:r>
              <a:rPr lang="en-US" dirty="0"/>
              <a:t>Agent Manager </a:t>
            </a:r>
          </a:p>
        </p:txBody>
      </p:sp>
      <p:sp>
        <p:nvSpPr>
          <p:cNvPr id="25" name="Rectangle: Rounded Corners 24">
            <a:extLst>
              <a:ext uri="{FF2B5EF4-FFF2-40B4-BE49-F238E27FC236}">
                <a16:creationId xmlns:a16="http://schemas.microsoft.com/office/drawing/2014/main" id="{6D701159-47EC-A36B-635E-AABD3F21FB14}"/>
              </a:ext>
            </a:extLst>
          </p:cNvPr>
          <p:cNvSpPr/>
          <p:nvPr/>
        </p:nvSpPr>
        <p:spPr>
          <a:xfrm>
            <a:off x="1426847" y="951446"/>
            <a:ext cx="8012430" cy="4634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Agent Listing</a:t>
            </a:r>
          </a:p>
        </p:txBody>
      </p:sp>
      <p:sp>
        <p:nvSpPr>
          <p:cNvPr id="30" name="Rectangle: Rounded Corners 29">
            <a:extLst>
              <a:ext uri="{FF2B5EF4-FFF2-40B4-BE49-F238E27FC236}">
                <a16:creationId xmlns:a16="http://schemas.microsoft.com/office/drawing/2014/main" id="{2F812BB3-011D-4A15-18F4-EA20C3E3BC50}"/>
              </a:ext>
            </a:extLst>
          </p:cNvPr>
          <p:cNvSpPr/>
          <p:nvPr/>
        </p:nvSpPr>
        <p:spPr>
          <a:xfrm>
            <a:off x="6408423" y="5201398"/>
            <a:ext cx="1253304"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Template Preview</a:t>
            </a:r>
          </a:p>
        </p:txBody>
      </p:sp>
      <p:sp>
        <p:nvSpPr>
          <p:cNvPr id="31" name="Rectangle: Rounded Corners 30">
            <a:extLst>
              <a:ext uri="{FF2B5EF4-FFF2-40B4-BE49-F238E27FC236}">
                <a16:creationId xmlns:a16="http://schemas.microsoft.com/office/drawing/2014/main" id="{56ABF6EF-C4EC-EAB6-23B8-32F7CAFD6770}"/>
              </a:ext>
            </a:extLst>
          </p:cNvPr>
          <p:cNvSpPr/>
          <p:nvPr/>
        </p:nvSpPr>
        <p:spPr>
          <a:xfrm>
            <a:off x="1009936" y="5205404"/>
            <a:ext cx="2594610"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Edit Template</a:t>
            </a:r>
          </a:p>
          <a:p>
            <a:pPr algn="ctr"/>
            <a:r>
              <a:rPr lang="en-US" dirty="0"/>
              <a:t>(see [+ New Template]</a:t>
            </a:r>
          </a:p>
        </p:txBody>
      </p:sp>
      <p:sp>
        <p:nvSpPr>
          <p:cNvPr id="33" name="Rectangle: Rounded Corners 32">
            <a:extLst>
              <a:ext uri="{FF2B5EF4-FFF2-40B4-BE49-F238E27FC236}">
                <a16:creationId xmlns:a16="http://schemas.microsoft.com/office/drawing/2014/main" id="{E9781357-20C4-9E65-6518-06B91FEBA1D7}"/>
              </a:ext>
            </a:extLst>
          </p:cNvPr>
          <p:cNvSpPr/>
          <p:nvPr/>
        </p:nvSpPr>
        <p:spPr>
          <a:xfrm>
            <a:off x="3676752" y="5205404"/>
            <a:ext cx="1352081"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Duplicate</a:t>
            </a:r>
          </a:p>
        </p:txBody>
      </p:sp>
      <p:sp>
        <p:nvSpPr>
          <p:cNvPr id="7" name="Rectangle: Rounded Corners 6">
            <a:extLst>
              <a:ext uri="{FF2B5EF4-FFF2-40B4-BE49-F238E27FC236}">
                <a16:creationId xmlns:a16="http://schemas.microsoft.com/office/drawing/2014/main" id="{59F3FB23-0E3B-325E-B9CF-D4EC1B3DB8C8}"/>
              </a:ext>
            </a:extLst>
          </p:cNvPr>
          <p:cNvSpPr/>
          <p:nvPr/>
        </p:nvSpPr>
        <p:spPr>
          <a:xfrm>
            <a:off x="5135699" y="5205404"/>
            <a:ext cx="1165858"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Version history</a:t>
            </a:r>
          </a:p>
        </p:txBody>
      </p:sp>
      <p:sp>
        <p:nvSpPr>
          <p:cNvPr id="8" name="Rectangle: Rounded Corners 7">
            <a:extLst>
              <a:ext uri="{FF2B5EF4-FFF2-40B4-BE49-F238E27FC236}">
                <a16:creationId xmlns:a16="http://schemas.microsoft.com/office/drawing/2014/main" id="{1C419B68-643E-FB7E-CC00-5A4ACFEC406A}"/>
              </a:ext>
            </a:extLst>
          </p:cNvPr>
          <p:cNvSpPr/>
          <p:nvPr/>
        </p:nvSpPr>
        <p:spPr>
          <a:xfrm>
            <a:off x="7768593" y="5201398"/>
            <a:ext cx="1352081" cy="112681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Compare with system default</a:t>
            </a:r>
          </a:p>
        </p:txBody>
      </p:sp>
      <p:sp>
        <p:nvSpPr>
          <p:cNvPr id="9" name="Rectangle: Rounded Corners 8">
            <a:extLst>
              <a:ext uri="{FF2B5EF4-FFF2-40B4-BE49-F238E27FC236}">
                <a16:creationId xmlns:a16="http://schemas.microsoft.com/office/drawing/2014/main" id="{9BF558C4-2E3B-FD61-DDE3-68A1EA7CD4D9}"/>
              </a:ext>
            </a:extLst>
          </p:cNvPr>
          <p:cNvSpPr/>
          <p:nvPr/>
        </p:nvSpPr>
        <p:spPr>
          <a:xfrm>
            <a:off x="9227540" y="5197392"/>
            <a:ext cx="1033351" cy="103721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Reset Default</a:t>
            </a:r>
          </a:p>
        </p:txBody>
      </p:sp>
      <p:sp>
        <p:nvSpPr>
          <p:cNvPr id="10" name="Rectangle: Rounded Corners 9">
            <a:extLst>
              <a:ext uri="{FF2B5EF4-FFF2-40B4-BE49-F238E27FC236}">
                <a16:creationId xmlns:a16="http://schemas.microsoft.com/office/drawing/2014/main" id="{811DB0D5-2C67-205F-5BB2-D3770977A51F}"/>
              </a:ext>
            </a:extLst>
          </p:cNvPr>
          <p:cNvSpPr/>
          <p:nvPr/>
        </p:nvSpPr>
        <p:spPr>
          <a:xfrm>
            <a:off x="10367757" y="5197392"/>
            <a:ext cx="944500" cy="103721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Delete</a:t>
            </a:r>
          </a:p>
        </p:txBody>
      </p:sp>
      <p:sp>
        <p:nvSpPr>
          <p:cNvPr id="11" name="Rectangle: Rounded Corners 10">
            <a:extLst>
              <a:ext uri="{FF2B5EF4-FFF2-40B4-BE49-F238E27FC236}">
                <a16:creationId xmlns:a16="http://schemas.microsoft.com/office/drawing/2014/main" id="{40865F51-37FD-347C-EAF8-2095642ADC48}"/>
              </a:ext>
            </a:extLst>
          </p:cNvPr>
          <p:cNvSpPr/>
          <p:nvPr/>
        </p:nvSpPr>
        <p:spPr>
          <a:xfrm>
            <a:off x="1009936" y="1498193"/>
            <a:ext cx="2148839" cy="2565131"/>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Sort Columns</a:t>
            </a:r>
          </a:p>
          <a:p>
            <a:pPr marL="285750" indent="-285750">
              <a:buFont typeface="Arial" panose="020B0604020202020204" pitchFamily="34" charset="0"/>
              <a:buChar char="•"/>
            </a:pPr>
            <a:r>
              <a:rPr lang="en-US" dirty="0"/>
              <a:t>Agent Name</a:t>
            </a:r>
          </a:p>
          <a:p>
            <a:pPr marL="285750" indent="-285750">
              <a:buFont typeface="Arial" panose="020B0604020202020204" pitchFamily="34" charset="0"/>
              <a:buChar char="•"/>
            </a:pPr>
            <a:r>
              <a:rPr lang="en-US" dirty="0"/>
              <a:t>Role</a:t>
            </a:r>
          </a:p>
          <a:p>
            <a:pPr marL="285750" indent="-285750">
              <a:buFont typeface="Arial" panose="020B0604020202020204" pitchFamily="34" charset="0"/>
              <a:buChar char="•"/>
            </a:pPr>
            <a:r>
              <a:rPr lang="en-US" dirty="0"/>
              <a:t>Tool</a:t>
            </a:r>
          </a:p>
          <a:p>
            <a:pPr marL="285750" indent="-285750">
              <a:buFont typeface="Arial" panose="020B0604020202020204" pitchFamily="34" charset="0"/>
              <a:buChar char="•"/>
            </a:pPr>
            <a:r>
              <a:rPr lang="en-US" dirty="0"/>
              <a:t>Variables</a:t>
            </a:r>
          </a:p>
          <a:p>
            <a:pPr marL="285750" indent="-285750">
              <a:buFont typeface="Arial" panose="020B0604020202020204" pitchFamily="34" charset="0"/>
              <a:buChar char="•"/>
            </a:pPr>
            <a:r>
              <a:rPr lang="en-US" dirty="0"/>
              <a:t>Active</a:t>
            </a:r>
          </a:p>
          <a:p>
            <a:pPr marL="285750" indent="-285750">
              <a:buFont typeface="Arial" panose="020B0604020202020204" pitchFamily="34" charset="0"/>
              <a:buChar char="•"/>
            </a:pPr>
            <a:r>
              <a:rPr lang="en-US" dirty="0"/>
              <a:t>Updated</a:t>
            </a:r>
          </a:p>
          <a:p>
            <a:pPr marL="285750" indent="-285750">
              <a:buFont typeface="Arial" panose="020B0604020202020204" pitchFamily="34" charset="0"/>
              <a:buChar char="•"/>
            </a:pPr>
            <a:r>
              <a:rPr lang="en-US" dirty="0"/>
              <a:t>Actions</a:t>
            </a:r>
          </a:p>
          <a:p>
            <a:endParaRPr lang="en-US" dirty="0"/>
          </a:p>
        </p:txBody>
      </p:sp>
      <p:sp>
        <p:nvSpPr>
          <p:cNvPr id="12" name="Rectangle: Rounded Corners 11">
            <a:extLst>
              <a:ext uri="{FF2B5EF4-FFF2-40B4-BE49-F238E27FC236}">
                <a16:creationId xmlns:a16="http://schemas.microsoft.com/office/drawing/2014/main" id="{A212391C-F2EE-41EC-5C0D-A842053D91E3}"/>
              </a:ext>
            </a:extLst>
          </p:cNvPr>
          <p:cNvSpPr/>
          <p:nvPr/>
        </p:nvSpPr>
        <p:spPr>
          <a:xfrm>
            <a:off x="3304239" y="1825119"/>
            <a:ext cx="1352081" cy="79980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Active Agent</a:t>
            </a:r>
          </a:p>
        </p:txBody>
      </p:sp>
      <p:sp>
        <p:nvSpPr>
          <p:cNvPr id="13" name="Rectangle: Rounded Corners 12">
            <a:extLst>
              <a:ext uri="{FF2B5EF4-FFF2-40B4-BE49-F238E27FC236}">
                <a16:creationId xmlns:a16="http://schemas.microsoft.com/office/drawing/2014/main" id="{F5AA9B75-441B-A486-D8BE-CF29C5B9CFFD}"/>
              </a:ext>
            </a:extLst>
          </p:cNvPr>
          <p:cNvSpPr/>
          <p:nvPr/>
        </p:nvSpPr>
        <p:spPr>
          <a:xfrm>
            <a:off x="4712979" y="1811060"/>
            <a:ext cx="3177155" cy="138746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Only active agents are electable by Orchestrator when assigning agents to jobs</a:t>
            </a:r>
          </a:p>
        </p:txBody>
      </p:sp>
      <p:sp>
        <p:nvSpPr>
          <p:cNvPr id="14" name="Rectangle: Rounded Corners 13">
            <a:extLst>
              <a:ext uri="{FF2B5EF4-FFF2-40B4-BE49-F238E27FC236}">
                <a16:creationId xmlns:a16="http://schemas.microsoft.com/office/drawing/2014/main" id="{AC56A4D0-9E3B-4429-5DFB-BC375065BC08}"/>
              </a:ext>
            </a:extLst>
          </p:cNvPr>
          <p:cNvSpPr/>
          <p:nvPr/>
        </p:nvSpPr>
        <p:spPr>
          <a:xfrm>
            <a:off x="7946793" y="1811060"/>
            <a:ext cx="2036292" cy="138746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Max 8 Agent types can be active at any time</a:t>
            </a:r>
          </a:p>
        </p:txBody>
      </p:sp>
      <p:sp>
        <p:nvSpPr>
          <p:cNvPr id="15" name="Rectangle: Rounded Corners 14">
            <a:extLst>
              <a:ext uri="{FF2B5EF4-FFF2-40B4-BE49-F238E27FC236}">
                <a16:creationId xmlns:a16="http://schemas.microsoft.com/office/drawing/2014/main" id="{E592BAAC-B05D-4A04-A2FA-82FD2F6369DA}"/>
              </a:ext>
            </a:extLst>
          </p:cNvPr>
          <p:cNvSpPr/>
          <p:nvPr/>
        </p:nvSpPr>
        <p:spPr>
          <a:xfrm>
            <a:off x="10046094" y="1808232"/>
            <a:ext cx="1808371" cy="256513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Unlimited number of agents can be assigned to a job such as Tester_1</a:t>
            </a:r>
          </a:p>
          <a:p>
            <a:pPr algn="ctr"/>
            <a:r>
              <a:rPr lang="en-US" dirty="0"/>
              <a:t>Tester_2</a:t>
            </a:r>
          </a:p>
          <a:p>
            <a:pPr algn="ctr"/>
            <a:r>
              <a:rPr lang="en-US" dirty="0"/>
              <a:t>Etc.</a:t>
            </a:r>
          </a:p>
        </p:txBody>
      </p:sp>
      <p:cxnSp>
        <p:nvCxnSpPr>
          <p:cNvPr id="17" name="Connector: Elbow 16">
            <a:extLst>
              <a:ext uri="{FF2B5EF4-FFF2-40B4-BE49-F238E27FC236}">
                <a16:creationId xmlns:a16="http://schemas.microsoft.com/office/drawing/2014/main" id="{3EA48742-FC7D-279A-031B-80F665DB76DA}"/>
              </a:ext>
            </a:extLst>
          </p:cNvPr>
          <p:cNvCxnSpPr>
            <a:stCxn id="11" idx="2"/>
            <a:endCxn id="31" idx="0"/>
          </p:cNvCxnSpPr>
          <p:nvPr/>
        </p:nvCxnSpPr>
        <p:spPr>
          <a:xfrm rot="16200000" flipH="1">
            <a:off x="1624758" y="4522921"/>
            <a:ext cx="1142080" cy="222885"/>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8" name="Connector: Elbow 17">
            <a:extLst>
              <a:ext uri="{FF2B5EF4-FFF2-40B4-BE49-F238E27FC236}">
                <a16:creationId xmlns:a16="http://schemas.microsoft.com/office/drawing/2014/main" id="{0272120F-7307-0D55-2435-B3BB79DC2960}"/>
              </a:ext>
            </a:extLst>
          </p:cNvPr>
          <p:cNvCxnSpPr>
            <a:cxnSpLocks/>
            <a:stCxn id="11" idx="2"/>
            <a:endCxn id="33" idx="0"/>
          </p:cNvCxnSpPr>
          <p:nvPr/>
        </p:nvCxnSpPr>
        <p:spPr>
          <a:xfrm rot="16200000" flipH="1">
            <a:off x="2647534" y="3500145"/>
            <a:ext cx="1142080" cy="2268437"/>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2" name="Connector: Elbow 21">
            <a:extLst>
              <a:ext uri="{FF2B5EF4-FFF2-40B4-BE49-F238E27FC236}">
                <a16:creationId xmlns:a16="http://schemas.microsoft.com/office/drawing/2014/main" id="{ECDCC24B-D120-06E1-BD44-F2E55605F8F2}"/>
              </a:ext>
            </a:extLst>
          </p:cNvPr>
          <p:cNvCxnSpPr>
            <a:cxnSpLocks/>
            <a:stCxn id="11" idx="2"/>
            <a:endCxn id="7" idx="0"/>
          </p:cNvCxnSpPr>
          <p:nvPr/>
        </p:nvCxnSpPr>
        <p:spPr>
          <a:xfrm rot="16200000" flipH="1">
            <a:off x="3330452" y="2817228"/>
            <a:ext cx="1142080" cy="3634272"/>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9" name="Connector: Elbow 28">
            <a:extLst>
              <a:ext uri="{FF2B5EF4-FFF2-40B4-BE49-F238E27FC236}">
                <a16:creationId xmlns:a16="http://schemas.microsoft.com/office/drawing/2014/main" id="{CD8E4341-8C10-CA7B-3346-43352D8108FB}"/>
              </a:ext>
            </a:extLst>
          </p:cNvPr>
          <p:cNvCxnSpPr>
            <a:cxnSpLocks/>
            <a:stCxn id="11" idx="2"/>
            <a:endCxn id="30" idx="0"/>
          </p:cNvCxnSpPr>
          <p:nvPr/>
        </p:nvCxnSpPr>
        <p:spPr>
          <a:xfrm rot="16200000" flipH="1">
            <a:off x="3990678" y="2157001"/>
            <a:ext cx="1138074" cy="4950719"/>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5" name="Connector: Elbow 34">
            <a:extLst>
              <a:ext uri="{FF2B5EF4-FFF2-40B4-BE49-F238E27FC236}">
                <a16:creationId xmlns:a16="http://schemas.microsoft.com/office/drawing/2014/main" id="{9B5C4B60-2029-A26D-E16C-F15E41F16A99}"/>
              </a:ext>
            </a:extLst>
          </p:cNvPr>
          <p:cNvCxnSpPr>
            <a:cxnSpLocks/>
            <a:stCxn id="11" idx="2"/>
            <a:endCxn id="8" idx="0"/>
          </p:cNvCxnSpPr>
          <p:nvPr/>
        </p:nvCxnSpPr>
        <p:spPr>
          <a:xfrm rot="16200000" flipH="1">
            <a:off x="4695458" y="1452222"/>
            <a:ext cx="1138074" cy="6360278"/>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2" name="Connector: Elbow 41">
            <a:extLst>
              <a:ext uri="{FF2B5EF4-FFF2-40B4-BE49-F238E27FC236}">
                <a16:creationId xmlns:a16="http://schemas.microsoft.com/office/drawing/2014/main" id="{7F1787FE-36BD-F9D1-5026-1131326905BC}"/>
              </a:ext>
            </a:extLst>
          </p:cNvPr>
          <p:cNvCxnSpPr>
            <a:cxnSpLocks/>
            <a:stCxn id="11" idx="2"/>
            <a:endCxn id="9" idx="0"/>
          </p:cNvCxnSpPr>
          <p:nvPr/>
        </p:nvCxnSpPr>
        <p:spPr>
          <a:xfrm rot="16200000" flipH="1">
            <a:off x="5347252" y="800428"/>
            <a:ext cx="1134068" cy="7659860"/>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9" name="Connector: Elbow 48">
            <a:extLst>
              <a:ext uri="{FF2B5EF4-FFF2-40B4-BE49-F238E27FC236}">
                <a16:creationId xmlns:a16="http://schemas.microsoft.com/office/drawing/2014/main" id="{B8F4A3F7-65A1-6BA1-6120-F3246C67E280}"/>
              </a:ext>
            </a:extLst>
          </p:cNvPr>
          <p:cNvCxnSpPr>
            <a:cxnSpLocks/>
            <a:stCxn id="11" idx="2"/>
            <a:endCxn id="10" idx="0"/>
          </p:cNvCxnSpPr>
          <p:nvPr/>
        </p:nvCxnSpPr>
        <p:spPr>
          <a:xfrm rot="16200000" flipH="1">
            <a:off x="5895147" y="252532"/>
            <a:ext cx="1134068" cy="8755651"/>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4" name="Connector: Elbow 53">
            <a:extLst>
              <a:ext uri="{FF2B5EF4-FFF2-40B4-BE49-F238E27FC236}">
                <a16:creationId xmlns:a16="http://schemas.microsoft.com/office/drawing/2014/main" id="{5A1E3269-F766-1CAC-FDCB-2CFAFC1613E8}"/>
              </a:ext>
            </a:extLst>
          </p:cNvPr>
          <p:cNvCxnSpPr>
            <a:cxnSpLocks/>
            <a:stCxn id="11" idx="3"/>
            <a:endCxn id="12" idx="2"/>
          </p:cNvCxnSpPr>
          <p:nvPr/>
        </p:nvCxnSpPr>
        <p:spPr>
          <a:xfrm flipV="1">
            <a:off x="3158775" y="2624921"/>
            <a:ext cx="821505" cy="155838"/>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7" name="Connector: Elbow 56">
            <a:extLst>
              <a:ext uri="{FF2B5EF4-FFF2-40B4-BE49-F238E27FC236}">
                <a16:creationId xmlns:a16="http://schemas.microsoft.com/office/drawing/2014/main" id="{6F30A271-2AB4-AE23-FE96-09747E701690}"/>
              </a:ext>
            </a:extLst>
          </p:cNvPr>
          <p:cNvCxnSpPr>
            <a:cxnSpLocks/>
            <a:stCxn id="12" idx="0"/>
            <a:endCxn id="13" idx="0"/>
          </p:cNvCxnSpPr>
          <p:nvPr/>
        </p:nvCxnSpPr>
        <p:spPr>
          <a:xfrm rot="5400000" flipH="1" flipV="1">
            <a:off x="5133889" y="657452"/>
            <a:ext cx="14059" cy="2321277"/>
          </a:xfrm>
          <a:prstGeom prst="bentConnector3">
            <a:avLst>
              <a:gd name="adj1" fmla="val 1726005"/>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0" name="Connector: Elbow 59">
            <a:extLst>
              <a:ext uri="{FF2B5EF4-FFF2-40B4-BE49-F238E27FC236}">
                <a16:creationId xmlns:a16="http://schemas.microsoft.com/office/drawing/2014/main" id="{6648CE15-4903-103B-29F1-1FB6BD465D0E}"/>
              </a:ext>
            </a:extLst>
          </p:cNvPr>
          <p:cNvCxnSpPr>
            <a:cxnSpLocks/>
            <a:stCxn id="12" idx="0"/>
            <a:endCxn id="14" idx="0"/>
          </p:cNvCxnSpPr>
          <p:nvPr/>
        </p:nvCxnSpPr>
        <p:spPr>
          <a:xfrm rot="5400000" flipH="1" flipV="1">
            <a:off x="6465580" y="-674239"/>
            <a:ext cx="14059" cy="4984659"/>
          </a:xfrm>
          <a:prstGeom prst="bentConnector3">
            <a:avLst>
              <a:gd name="adj1" fmla="val 1726005"/>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3" name="Connector: Elbow 62">
            <a:extLst>
              <a:ext uri="{FF2B5EF4-FFF2-40B4-BE49-F238E27FC236}">
                <a16:creationId xmlns:a16="http://schemas.microsoft.com/office/drawing/2014/main" id="{68B27D17-0A72-DED8-B4FE-E8306C48A022}"/>
              </a:ext>
            </a:extLst>
          </p:cNvPr>
          <p:cNvCxnSpPr>
            <a:cxnSpLocks/>
            <a:stCxn id="12" idx="0"/>
            <a:endCxn id="15" idx="0"/>
          </p:cNvCxnSpPr>
          <p:nvPr/>
        </p:nvCxnSpPr>
        <p:spPr>
          <a:xfrm rot="5400000" flipH="1" flipV="1">
            <a:off x="7456837" y="-1668324"/>
            <a:ext cx="16887" cy="6970000"/>
          </a:xfrm>
          <a:prstGeom prst="bentConnector3">
            <a:avLst>
              <a:gd name="adj1" fmla="val 1453704"/>
            </a:avLst>
          </a:prstGeom>
          <a:ln>
            <a:tailEnd type="triangle"/>
          </a:ln>
        </p:spPr>
        <p:style>
          <a:lnRef idx="3">
            <a:schemeClr val="accent2"/>
          </a:lnRef>
          <a:fillRef idx="0">
            <a:schemeClr val="accent2"/>
          </a:fillRef>
          <a:effectRef idx="2">
            <a:schemeClr val="accent2"/>
          </a:effectRef>
          <a:fontRef idx="minor">
            <a:schemeClr val="tx1"/>
          </a:fontRef>
        </p:style>
      </p:cxnSp>
      <p:sp>
        <p:nvSpPr>
          <p:cNvPr id="67" name="Slide Number Placeholder 66">
            <a:extLst>
              <a:ext uri="{FF2B5EF4-FFF2-40B4-BE49-F238E27FC236}">
                <a16:creationId xmlns:a16="http://schemas.microsoft.com/office/drawing/2014/main" id="{ED2E859F-2312-B356-27C9-215CA4A6E266}"/>
              </a:ext>
            </a:extLst>
          </p:cNvPr>
          <p:cNvSpPr>
            <a:spLocks noGrp="1"/>
          </p:cNvSpPr>
          <p:nvPr>
            <p:ph type="sldNum" sz="quarter" idx="12"/>
          </p:nvPr>
        </p:nvSpPr>
        <p:spPr/>
        <p:txBody>
          <a:bodyPr/>
          <a:lstStyle/>
          <a:p>
            <a:fld id="{BC45C7BB-1724-4FC6-81FD-F79A3AB07237}" type="slidenum">
              <a:rPr lang="en-US" smtClean="0"/>
              <a:t>22</a:t>
            </a:fld>
            <a:endParaRPr lang="en-US"/>
          </a:p>
        </p:txBody>
      </p:sp>
    </p:spTree>
    <p:extLst>
      <p:ext uri="{BB962C8B-B14F-4D97-AF65-F5344CB8AC3E}">
        <p14:creationId xmlns:p14="http://schemas.microsoft.com/office/powerpoint/2010/main" val="3052188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12693-98FF-B6A1-FCB6-EDB51E06E1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CADA8E-D909-C036-E8BB-DEDED506856E}"/>
              </a:ext>
            </a:extLst>
          </p:cNvPr>
          <p:cNvSpPr>
            <a:spLocks noGrp="1"/>
          </p:cNvSpPr>
          <p:nvPr>
            <p:ph type="title"/>
          </p:nvPr>
        </p:nvSpPr>
        <p:spPr>
          <a:xfrm>
            <a:off x="429075" y="229518"/>
            <a:ext cx="10515600" cy="619077"/>
          </a:xfrm>
        </p:spPr>
        <p:txBody>
          <a:bodyPr>
            <a:noAutofit/>
          </a:bodyPr>
          <a:lstStyle/>
          <a:p>
            <a:r>
              <a:rPr lang="en-US" sz="3200" dirty="0"/>
              <a:t>Orchestrator mission and  job creation details</a:t>
            </a:r>
          </a:p>
        </p:txBody>
      </p:sp>
      <p:sp>
        <p:nvSpPr>
          <p:cNvPr id="67" name="Slide Number Placeholder 66">
            <a:extLst>
              <a:ext uri="{FF2B5EF4-FFF2-40B4-BE49-F238E27FC236}">
                <a16:creationId xmlns:a16="http://schemas.microsoft.com/office/drawing/2014/main" id="{34D8793E-4D22-CA18-D546-E4F73F046707}"/>
              </a:ext>
            </a:extLst>
          </p:cNvPr>
          <p:cNvSpPr>
            <a:spLocks noGrp="1"/>
          </p:cNvSpPr>
          <p:nvPr>
            <p:ph type="sldNum" sz="quarter" idx="12"/>
          </p:nvPr>
        </p:nvSpPr>
        <p:spPr/>
        <p:txBody>
          <a:bodyPr/>
          <a:lstStyle/>
          <a:p>
            <a:fld id="{BC45C7BB-1724-4FC6-81FD-F79A3AB07237}" type="slidenum">
              <a:rPr lang="en-US" smtClean="0"/>
              <a:t>23</a:t>
            </a:fld>
            <a:endParaRPr lang="en-US"/>
          </a:p>
        </p:txBody>
      </p:sp>
      <p:sp>
        <p:nvSpPr>
          <p:cNvPr id="21" name="Rectangle: Rounded Corners 20">
            <a:extLst>
              <a:ext uri="{FF2B5EF4-FFF2-40B4-BE49-F238E27FC236}">
                <a16:creationId xmlns:a16="http://schemas.microsoft.com/office/drawing/2014/main" id="{1596A3DA-13C3-8443-82A5-BAEC17CFB7B9}"/>
              </a:ext>
            </a:extLst>
          </p:cNvPr>
          <p:cNvSpPr/>
          <p:nvPr/>
        </p:nvSpPr>
        <p:spPr>
          <a:xfrm>
            <a:off x="5686875" y="3479199"/>
            <a:ext cx="3281239" cy="2474239"/>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Agents are selected via ‘enabled’ toggle in agent template manager, so orchestrator does not hallucinate agent roles for the mission, and knows to which agent to break out jobs and assign </a:t>
            </a:r>
            <a:r>
              <a:rPr lang="en-US" dirty="0" err="1"/>
              <a:t>job_id</a:t>
            </a:r>
            <a:r>
              <a:rPr lang="en-US" dirty="0"/>
              <a:t> to</a:t>
            </a:r>
          </a:p>
          <a:p>
            <a:endParaRPr lang="en-US" dirty="0"/>
          </a:p>
        </p:txBody>
      </p:sp>
      <p:sp>
        <p:nvSpPr>
          <p:cNvPr id="24" name="Rectangle: Rounded Corners 23">
            <a:extLst>
              <a:ext uri="{FF2B5EF4-FFF2-40B4-BE49-F238E27FC236}">
                <a16:creationId xmlns:a16="http://schemas.microsoft.com/office/drawing/2014/main" id="{DFEA06D8-831E-B872-22AC-DD0189512DE8}"/>
              </a:ext>
            </a:extLst>
          </p:cNvPr>
          <p:cNvSpPr/>
          <p:nvPr/>
        </p:nvSpPr>
        <p:spPr>
          <a:xfrm>
            <a:off x="5343670" y="984202"/>
            <a:ext cx="2687147" cy="1370967"/>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User copies and pastes [Stage project] prompt in terminal window to start orchestrator. </a:t>
            </a:r>
          </a:p>
          <a:p>
            <a:endParaRPr lang="en-US" dirty="0"/>
          </a:p>
        </p:txBody>
      </p:sp>
      <p:sp>
        <p:nvSpPr>
          <p:cNvPr id="26" name="Rectangle: Rounded Corners 25">
            <a:extLst>
              <a:ext uri="{FF2B5EF4-FFF2-40B4-BE49-F238E27FC236}">
                <a16:creationId xmlns:a16="http://schemas.microsoft.com/office/drawing/2014/main" id="{80EC6C03-FEB6-AA56-C803-5B140778E8F4}"/>
              </a:ext>
            </a:extLst>
          </p:cNvPr>
          <p:cNvSpPr/>
          <p:nvPr/>
        </p:nvSpPr>
        <p:spPr>
          <a:xfrm>
            <a:off x="2733135" y="1158788"/>
            <a:ext cx="2264504" cy="2282082"/>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Prompt contains:</a:t>
            </a:r>
          </a:p>
          <a:p>
            <a:r>
              <a:rPr lang="en-US" dirty="0"/>
              <a:t>Orchestrator role.</a:t>
            </a:r>
          </a:p>
          <a:p>
            <a:r>
              <a:rPr lang="en-US" dirty="0"/>
              <a:t>Its Agent ID</a:t>
            </a:r>
          </a:p>
          <a:p>
            <a:r>
              <a:rPr lang="en-US" dirty="0"/>
              <a:t>Project ID</a:t>
            </a:r>
          </a:p>
          <a:p>
            <a:r>
              <a:rPr lang="en-US" dirty="0"/>
              <a:t>Product ID</a:t>
            </a:r>
          </a:p>
          <a:p>
            <a:r>
              <a:rPr lang="en-US" dirty="0"/>
              <a:t>Fetch </a:t>
            </a:r>
            <a:r>
              <a:rPr lang="en-US" dirty="0" err="1"/>
              <a:t>job_id</a:t>
            </a:r>
            <a:r>
              <a:rPr lang="en-US" dirty="0"/>
              <a:t> instructions.</a:t>
            </a:r>
          </a:p>
          <a:p>
            <a:endParaRPr lang="en-US" dirty="0"/>
          </a:p>
        </p:txBody>
      </p:sp>
      <p:sp>
        <p:nvSpPr>
          <p:cNvPr id="28" name="Rectangle: Rounded Corners 27">
            <a:extLst>
              <a:ext uri="{FF2B5EF4-FFF2-40B4-BE49-F238E27FC236}">
                <a16:creationId xmlns:a16="http://schemas.microsoft.com/office/drawing/2014/main" id="{2D108E33-1D90-68DA-D570-EA1862E7EC61}"/>
              </a:ext>
            </a:extLst>
          </p:cNvPr>
          <p:cNvSpPr/>
          <p:nvPr/>
        </p:nvSpPr>
        <p:spPr>
          <a:xfrm>
            <a:off x="102919" y="1169084"/>
            <a:ext cx="2464784" cy="3271244"/>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User presses ‘activates project’ on project list</a:t>
            </a:r>
          </a:p>
          <a:p>
            <a:r>
              <a:rPr lang="en-US" dirty="0"/>
              <a:t>Backend creates instructions </a:t>
            </a:r>
            <a:r>
              <a:rPr lang="en-US" dirty="0" err="1"/>
              <a:t>job_id</a:t>
            </a:r>
            <a:r>
              <a:rPr lang="en-US" dirty="0"/>
              <a:t> waiting to be fetched by orchestrator and a copiable prompt via [Stage Project] button.</a:t>
            </a:r>
          </a:p>
          <a:p>
            <a:endParaRPr lang="en-US" dirty="0"/>
          </a:p>
        </p:txBody>
      </p:sp>
      <p:sp>
        <p:nvSpPr>
          <p:cNvPr id="32" name="Rectangle: Rounded Corners 31">
            <a:extLst>
              <a:ext uri="{FF2B5EF4-FFF2-40B4-BE49-F238E27FC236}">
                <a16:creationId xmlns:a16="http://schemas.microsoft.com/office/drawing/2014/main" id="{BCFFDD50-A699-A755-5A86-8163D8897EDC}"/>
              </a:ext>
            </a:extLst>
          </p:cNvPr>
          <p:cNvSpPr/>
          <p:nvPr/>
        </p:nvSpPr>
        <p:spPr>
          <a:xfrm>
            <a:off x="8376848" y="136525"/>
            <a:ext cx="3625064" cy="2455768"/>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Orchestrator reads fields</a:t>
            </a:r>
          </a:p>
          <a:p>
            <a:r>
              <a:rPr lang="en-US" sz="1400" dirty="0"/>
              <a:t>Product name</a:t>
            </a:r>
          </a:p>
          <a:p>
            <a:r>
              <a:rPr lang="en-US" sz="1400" dirty="0"/>
              <a:t>Product description</a:t>
            </a:r>
          </a:p>
          <a:p>
            <a:r>
              <a:rPr lang="en-US" sz="1400" dirty="0"/>
              <a:t>Product core features</a:t>
            </a:r>
          </a:p>
          <a:p>
            <a:r>
              <a:rPr lang="en-US" sz="1400" dirty="0"/>
              <a:t>Product Vision docs chunks</a:t>
            </a:r>
          </a:p>
          <a:p>
            <a:r>
              <a:rPr lang="en-US" sz="1400" dirty="0"/>
              <a:t>Product tech stack (all fields)</a:t>
            </a:r>
          </a:p>
          <a:p>
            <a:r>
              <a:rPr lang="en-US" sz="1400" dirty="0"/>
              <a:t>Product architecture (all fields)</a:t>
            </a:r>
          </a:p>
          <a:p>
            <a:r>
              <a:rPr lang="en-US" sz="1400" dirty="0"/>
              <a:t>Product testing principles (all fields)</a:t>
            </a:r>
          </a:p>
          <a:p>
            <a:r>
              <a:rPr lang="en-US" sz="1400" dirty="0"/>
              <a:t>360 memory</a:t>
            </a:r>
          </a:p>
          <a:p>
            <a:r>
              <a:rPr lang="en-US" sz="1400" dirty="0"/>
              <a:t>Git history (if enabled in user settings)</a:t>
            </a:r>
            <a:endParaRPr lang="en-US" dirty="0"/>
          </a:p>
        </p:txBody>
      </p:sp>
      <p:sp>
        <p:nvSpPr>
          <p:cNvPr id="34" name="Rectangle: Rounded Corners 33">
            <a:extLst>
              <a:ext uri="{FF2B5EF4-FFF2-40B4-BE49-F238E27FC236}">
                <a16:creationId xmlns:a16="http://schemas.microsoft.com/office/drawing/2014/main" id="{5829DE1F-E1F0-C4C8-19EA-330CF9B9F245}"/>
              </a:ext>
            </a:extLst>
          </p:cNvPr>
          <p:cNvSpPr/>
          <p:nvPr/>
        </p:nvSpPr>
        <p:spPr>
          <a:xfrm>
            <a:off x="5509101" y="2643607"/>
            <a:ext cx="2264505" cy="612477"/>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err="1"/>
              <a:t>Job_id</a:t>
            </a:r>
            <a:r>
              <a:rPr lang="en-US" dirty="0"/>
              <a:t> says to create Mission </a:t>
            </a:r>
          </a:p>
        </p:txBody>
      </p:sp>
      <p:sp>
        <p:nvSpPr>
          <p:cNvPr id="36" name="Rectangle: Rounded Corners 35">
            <a:extLst>
              <a:ext uri="{FF2B5EF4-FFF2-40B4-BE49-F238E27FC236}">
                <a16:creationId xmlns:a16="http://schemas.microsoft.com/office/drawing/2014/main" id="{AFCD4BA6-85B8-0108-C8EF-1BC2A3245372}"/>
              </a:ext>
            </a:extLst>
          </p:cNvPr>
          <p:cNvSpPr/>
          <p:nvPr/>
        </p:nvSpPr>
        <p:spPr>
          <a:xfrm>
            <a:off x="9598007" y="4511214"/>
            <a:ext cx="2464784" cy="1020270"/>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solidFill>
                  <a:schemeClr val="dk1"/>
                </a:solidFill>
              </a:rPr>
              <a:t>Orchestrator continues to see what agents are available, </a:t>
            </a:r>
          </a:p>
        </p:txBody>
      </p:sp>
      <p:sp>
        <p:nvSpPr>
          <p:cNvPr id="37" name="Rectangle: Rounded Corners 36">
            <a:extLst>
              <a:ext uri="{FF2B5EF4-FFF2-40B4-BE49-F238E27FC236}">
                <a16:creationId xmlns:a16="http://schemas.microsoft.com/office/drawing/2014/main" id="{0F07BEDD-3D3C-5602-67F0-2C3761B4DDEC}"/>
              </a:ext>
            </a:extLst>
          </p:cNvPr>
          <p:cNvSpPr/>
          <p:nvPr/>
        </p:nvSpPr>
        <p:spPr>
          <a:xfrm>
            <a:off x="2372841" y="4430162"/>
            <a:ext cx="3097694" cy="1926188"/>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solidFill>
                  <a:schemeClr val="dk1"/>
                </a:solidFill>
              </a:rPr>
              <a:t>Orchestrator, assign jobs  with </a:t>
            </a:r>
            <a:r>
              <a:rPr lang="en-US" dirty="0" err="1">
                <a:solidFill>
                  <a:schemeClr val="dk1"/>
                </a:solidFill>
              </a:rPr>
              <a:t>job_id</a:t>
            </a:r>
            <a:r>
              <a:rPr lang="en-US" dirty="0">
                <a:solidFill>
                  <a:schemeClr val="dk1"/>
                </a:solidFill>
              </a:rPr>
              <a:t>  to agents and spawn them attached to the </a:t>
            </a:r>
            <a:r>
              <a:rPr lang="en-US" dirty="0" err="1">
                <a:solidFill>
                  <a:schemeClr val="dk1"/>
                </a:solidFill>
              </a:rPr>
              <a:t>project_id</a:t>
            </a:r>
            <a:r>
              <a:rPr lang="en-US" dirty="0">
                <a:solidFill>
                  <a:schemeClr val="dk1"/>
                </a:solidFill>
              </a:rPr>
              <a:t>  Including its own new </a:t>
            </a:r>
            <a:r>
              <a:rPr lang="en-US" dirty="0" err="1">
                <a:solidFill>
                  <a:schemeClr val="dk1"/>
                </a:solidFill>
              </a:rPr>
              <a:t>job_id</a:t>
            </a:r>
            <a:r>
              <a:rPr lang="en-US" dirty="0">
                <a:solidFill>
                  <a:schemeClr val="dk1"/>
                </a:solidFill>
              </a:rPr>
              <a:t> during implementation phase</a:t>
            </a:r>
          </a:p>
          <a:p>
            <a:endParaRPr lang="en-US" dirty="0">
              <a:solidFill>
                <a:schemeClr val="dk1"/>
              </a:solidFill>
            </a:endParaRPr>
          </a:p>
        </p:txBody>
      </p:sp>
      <p:sp>
        <p:nvSpPr>
          <p:cNvPr id="38" name="Rectangle: Rounded Corners 37">
            <a:extLst>
              <a:ext uri="{FF2B5EF4-FFF2-40B4-BE49-F238E27FC236}">
                <a16:creationId xmlns:a16="http://schemas.microsoft.com/office/drawing/2014/main" id="{CEF2CA30-870A-B873-F92B-47FCCA3524DC}"/>
              </a:ext>
            </a:extLst>
          </p:cNvPr>
          <p:cNvSpPr/>
          <p:nvPr/>
        </p:nvSpPr>
        <p:spPr>
          <a:xfrm>
            <a:off x="247585" y="4716318"/>
            <a:ext cx="1884158" cy="1237120"/>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[Launch Job] button is </a:t>
            </a:r>
            <a:r>
              <a:rPr lang="en-US" dirty="0" err="1"/>
              <a:t>acivated</a:t>
            </a:r>
            <a:endParaRPr lang="en-US" dirty="0"/>
          </a:p>
        </p:txBody>
      </p:sp>
      <p:sp>
        <p:nvSpPr>
          <p:cNvPr id="39" name="Rectangle: Rounded Corners 38">
            <a:extLst>
              <a:ext uri="{FF2B5EF4-FFF2-40B4-BE49-F238E27FC236}">
                <a16:creationId xmlns:a16="http://schemas.microsoft.com/office/drawing/2014/main" id="{A872556B-5C47-5A86-F22D-950F8EDCB1E2}"/>
              </a:ext>
            </a:extLst>
          </p:cNvPr>
          <p:cNvSpPr/>
          <p:nvPr/>
        </p:nvSpPr>
        <p:spPr>
          <a:xfrm>
            <a:off x="9095020" y="5806439"/>
            <a:ext cx="2161243" cy="938941"/>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highlight>
                  <a:srgbClr val="FFFF00"/>
                </a:highlight>
              </a:rPr>
              <a:t>Check slides if this is repeat or contradict</a:t>
            </a:r>
          </a:p>
        </p:txBody>
      </p:sp>
      <p:cxnSp>
        <p:nvCxnSpPr>
          <p:cNvPr id="43" name="Straight Arrow Connector 42">
            <a:extLst>
              <a:ext uri="{FF2B5EF4-FFF2-40B4-BE49-F238E27FC236}">
                <a16:creationId xmlns:a16="http://schemas.microsoft.com/office/drawing/2014/main" id="{4EC19E27-4050-9B6A-8CF0-D7852FE69EF8}"/>
              </a:ext>
            </a:extLst>
          </p:cNvPr>
          <p:cNvCxnSpPr>
            <a:cxnSpLocks/>
            <a:stCxn id="26" idx="3"/>
            <a:endCxn id="24" idx="1"/>
          </p:cNvCxnSpPr>
          <p:nvPr/>
        </p:nvCxnSpPr>
        <p:spPr>
          <a:xfrm flipV="1">
            <a:off x="4997639" y="1669686"/>
            <a:ext cx="346031" cy="63014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4" name="Connector: Elbow 43">
            <a:extLst>
              <a:ext uri="{FF2B5EF4-FFF2-40B4-BE49-F238E27FC236}">
                <a16:creationId xmlns:a16="http://schemas.microsoft.com/office/drawing/2014/main" id="{242805A3-5E93-6C9A-C7F4-994E0FC5FDBD}"/>
              </a:ext>
            </a:extLst>
          </p:cNvPr>
          <p:cNvCxnSpPr>
            <a:cxnSpLocks/>
            <a:endCxn id="26" idx="2"/>
          </p:cNvCxnSpPr>
          <p:nvPr/>
        </p:nvCxnSpPr>
        <p:spPr>
          <a:xfrm flipV="1">
            <a:off x="2543510" y="3440870"/>
            <a:ext cx="1321877" cy="262801"/>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0" name="Straight Arrow Connector 49">
            <a:extLst>
              <a:ext uri="{FF2B5EF4-FFF2-40B4-BE49-F238E27FC236}">
                <a16:creationId xmlns:a16="http://schemas.microsoft.com/office/drawing/2014/main" id="{A5F009F9-ABD3-8C4D-FD30-12F9A6E766B0}"/>
              </a:ext>
            </a:extLst>
          </p:cNvPr>
          <p:cNvCxnSpPr>
            <a:cxnSpLocks/>
            <a:stCxn id="24" idx="2"/>
            <a:endCxn id="34" idx="0"/>
          </p:cNvCxnSpPr>
          <p:nvPr/>
        </p:nvCxnSpPr>
        <p:spPr>
          <a:xfrm flipH="1">
            <a:off x="6641354" y="2355169"/>
            <a:ext cx="45890" cy="28843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2" name="Straight Arrow Connector 61">
            <a:extLst>
              <a:ext uri="{FF2B5EF4-FFF2-40B4-BE49-F238E27FC236}">
                <a16:creationId xmlns:a16="http://schemas.microsoft.com/office/drawing/2014/main" id="{CE9912AF-8205-8B71-1830-DB41CC2DFB5E}"/>
              </a:ext>
            </a:extLst>
          </p:cNvPr>
          <p:cNvCxnSpPr>
            <a:cxnSpLocks/>
            <a:stCxn id="34" idx="3"/>
          </p:cNvCxnSpPr>
          <p:nvPr/>
        </p:nvCxnSpPr>
        <p:spPr>
          <a:xfrm flipV="1">
            <a:off x="7773606" y="2007308"/>
            <a:ext cx="603242" cy="94253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6" name="Straight Arrow Connector 65">
            <a:extLst>
              <a:ext uri="{FF2B5EF4-FFF2-40B4-BE49-F238E27FC236}">
                <a16:creationId xmlns:a16="http://schemas.microsoft.com/office/drawing/2014/main" id="{67D3E2DD-99C3-821A-426E-FBBF498DF7CF}"/>
              </a:ext>
            </a:extLst>
          </p:cNvPr>
          <p:cNvCxnSpPr>
            <a:cxnSpLocks/>
            <a:stCxn id="32" idx="2"/>
            <a:endCxn id="87" idx="0"/>
          </p:cNvCxnSpPr>
          <p:nvPr/>
        </p:nvCxnSpPr>
        <p:spPr>
          <a:xfrm>
            <a:off x="10189380" y="2592293"/>
            <a:ext cx="367281" cy="13116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0" name="Straight Arrow Connector 69">
            <a:extLst>
              <a:ext uri="{FF2B5EF4-FFF2-40B4-BE49-F238E27FC236}">
                <a16:creationId xmlns:a16="http://schemas.microsoft.com/office/drawing/2014/main" id="{3CD481EE-74D5-13CE-44A3-ABE20ADA6BDB}"/>
              </a:ext>
            </a:extLst>
          </p:cNvPr>
          <p:cNvCxnSpPr>
            <a:cxnSpLocks/>
            <a:stCxn id="36" idx="1"/>
            <a:endCxn id="21" idx="3"/>
          </p:cNvCxnSpPr>
          <p:nvPr/>
        </p:nvCxnSpPr>
        <p:spPr>
          <a:xfrm flipH="1" flipV="1">
            <a:off x="8968114" y="4716319"/>
            <a:ext cx="629893" cy="30503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3" name="Straight Arrow Connector 72">
            <a:extLst>
              <a:ext uri="{FF2B5EF4-FFF2-40B4-BE49-F238E27FC236}">
                <a16:creationId xmlns:a16="http://schemas.microsoft.com/office/drawing/2014/main" id="{10DB9ECB-40D0-6189-201C-7F89A7D3F8B1}"/>
              </a:ext>
            </a:extLst>
          </p:cNvPr>
          <p:cNvCxnSpPr>
            <a:cxnSpLocks/>
            <a:stCxn id="21" idx="1"/>
            <a:endCxn id="37" idx="3"/>
          </p:cNvCxnSpPr>
          <p:nvPr/>
        </p:nvCxnSpPr>
        <p:spPr>
          <a:xfrm flipH="1">
            <a:off x="5470535" y="4716319"/>
            <a:ext cx="216340" cy="67693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6" name="Straight Arrow Connector 75">
            <a:extLst>
              <a:ext uri="{FF2B5EF4-FFF2-40B4-BE49-F238E27FC236}">
                <a16:creationId xmlns:a16="http://schemas.microsoft.com/office/drawing/2014/main" id="{7A4D6E7D-FCAA-1E46-1E8F-2E3526AAE3C3}"/>
              </a:ext>
            </a:extLst>
          </p:cNvPr>
          <p:cNvCxnSpPr>
            <a:cxnSpLocks/>
            <a:stCxn id="37" idx="1"/>
            <a:endCxn id="38" idx="3"/>
          </p:cNvCxnSpPr>
          <p:nvPr/>
        </p:nvCxnSpPr>
        <p:spPr>
          <a:xfrm flipH="1" flipV="1">
            <a:off x="2131743" y="5334878"/>
            <a:ext cx="241098" cy="5837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7" name="Rectangle: Rounded Corners 86">
            <a:extLst>
              <a:ext uri="{FF2B5EF4-FFF2-40B4-BE49-F238E27FC236}">
                <a16:creationId xmlns:a16="http://schemas.microsoft.com/office/drawing/2014/main" id="{5149561B-B194-21D2-6B11-F996F42F67BF}"/>
              </a:ext>
            </a:extLst>
          </p:cNvPr>
          <p:cNvSpPr/>
          <p:nvPr/>
        </p:nvSpPr>
        <p:spPr>
          <a:xfrm>
            <a:off x="9427271" y="2723455"/>
            <a:ext cx="2258779" cy="352831"/>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solidFill>
                  <a:schemeClr val="dk1"/>
                </a:solidFill>
              </a:rPr>
              <a:t>Mission is created</a:t>
            </a:r>
          </a:p>
        </p:txBody>
      </p:sp>
      <p:cxnSp>
        <p:nvCxnSpPr>
          <p:cNvPr id="92" name="Straight Arrow Connector 91">
            <a:extLst>
              <a:ext uri="{FF2B5EF4-FFF2-40B4-BE49-F238E27FC236}">
                <a16:creationId xmlns:a16="http://schemas.microsoft.com/office/drawing/2014/main" id="{18603959-314A-89A0-8AF4-CEC3B79DEAA7}"/>
              </a:ext>
            </a:extLst>
          </p:cNvPr>
          <p:cNvCxnSpPr>
            <a:cxnSpLocks/>
            <a:stCxn id="87" idx="2"/>
            <a:endCxn id="4" idx="0"/>
          </p:cNvCxnSpPr>
          <p:nvPr/>
        </p:nvCxnSpPr>
        <p:spPr>
          <a:xfrm>
            <a:off x="10556661" y="3076286"/>
            <a:ext cx="2026" cy="17832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Rectangle: Rounded Corners 3">
            <a:extLst>
              <a:ext uri="{FF2B5EF4-FFF2-40B4-BE49-F238E27FC236}">
                <a16:creationId xmlns:a16="http://schemas.microsoft.com/office/drawing/2014/main" id="{2E6490AB-3B07-2C68-729C-30761E931E43}"/>
              </a:ext>
            </a:extLst>
          </p:cNvPr>
          <p:cNvSpPr/>
          <p:nvPr/>
        </p:nvSpPr>
        <p:spPr>
          <a:xfrm>
            <a:off x="9184454" y="3254615"/>
            <a:ext cx="2748466" cy="943965"/>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Mission persisted to </a:t>
            </a:r>
            <a:r>
              <a:rPr lang="en-US" dirty="0" err="1"/>
              <a:t>Project.mission</a:t>
            </a:r>
            <a:r>
              <a:rPr lang="en-US" dirty="0"/>
              <a:t> field via MCP tool</a:t>
            </a:r>
            <a:endParaRPr lang="en-US" dirty="0">
              <a:solidFill>
                <a:schemeClr val="dk1"/>
              </a:solidFill>
            </a:endParaRPr>
          </a:p>
        </p:txBody>
      </p:sp>
      <p:cxnSp>
        <p:nvCxnSpPr>
          <p:cNvPr id="11" name="Straight Arrow Connector 10">
            <a:extLst>
              <a:ext uri="{FF2B5EF4-FFF2-40B4-BE49-F238E27FC236}">
                <a16:creationId xmlns:a16="http://schemas.microsoft.com/office/drawing/2014/main" id="{90F9CE9B-69EB-CDB1-BB91-4AFCA7FB7B32}"/>
              </a:ext>
            </a:extLst>
          </p:cNvPr>
          <p:cNvCxnSpPr>
            <a:cxnSpLocks/>
            <a:stCxn id="4" idx="2"/>
          </p:cNvCxnSpPr>
          <p:nvPr/>
        </p:nvCxnSpPr>
        <p:spPr>
          <a:xfrm flipH="1">
            <a:off x="10556660" y="4198580"/>
            <a:ext cx="2027" cy="23158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937959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3877B-14D7-4103-2BA1-EA3B87A8BC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250F48-C2D8-9846-DF1C-43CC24352284}"/>
              </a:ext>
            </a:extLst>
          </p:cNvPr>
          <p:cNvSpPr>
            <a:spLocks noGrp="1"/>
          </p:cNvSpPr>
          <p:nvPr>
            <p:ph type="title"/>
          </p:nvPr>
        </p:nvSpPr>
        <p:spPr>
          <a:xfrm>
            <a:off x="718931" y="246429"/>
            <a:ext cx="10515600" cy="619077"/>
          </a:xfrm>
        </p:spPr>
        <p:txBody>
          <a:bodyPr>
            <a:noAutofit/>
          </a:bodyPr>
          <a:lstStyle/>
          <a:p>
            <a:r>
              <a:rPr lang="en-US" sz="3600" dirty="0"/>
              <a:t>Orchestrator use during jobs in </a:t>
            </a:r>
            <a:r>
              <a:rPr lang="en-US" sz="3600" dirty="0" err="1"/>
              <a:t>claude</a:t>
            </a:r>
            <a:r>
              <a:rPr lang="en-US" sz="3600" dirty="0"/>
              <a:t> code CLI mode</a:t>
            </a:r>
          </a:p>
        </p:txBody>
      </p:sp>
      <p:sp>
        <p:nvSpPr>
          <p:cNvPr id="67" name="Slide Number Placeholder 66">
            <a:extLst>
              <a:ext uri="{FF2B5EF4-FFF2-40B4-BE49-F238E27FC236}">
                <a16:creationId xmlns:a16="http://schemas.microsoft.com/office/drawing/2014/main" id="{F82A9A61-D1C5-6DEA-A891-86CA03AE6D34}"/>
              </a:ext>
            </a:extLst>
          </p:cNvPr>
          <p:cNvSpPr>
            <a:spLocks noGrp="1"/>
          </p:cNvSpPr>
          <p:nvPr>
            <p:ph type="sldNum" sz="quarter" idx="12"/>
          </p:nvPr>
        </p:nvSpPr>
        <p:spPr/>
        <p:txBody>
          <a:bodyPr/>
          <a:lstStyle/>
          <a:p>
            <a:fld id="{BC45C7BB-1724-4FC6-81FD-F79A3AB07237}" type="slidenum">
              <a:rPr lang="en-US" smtClean="0"/>
              <a:t>24</a:t>
            </a:fld>
            <a:endParaRPr lang="en-US"/>
          </a:p>
        </p:txBody>
      </p:sp>
      <p:sp>
        <p:nvSpPr>
          <p:cNvPr id="24" name="Rectangle: Rounded Corners 23">
            <a:extLst>
              <a:ext uri="{FF2B5EF4-FFF2-40B4-BE49-F238E27FC236}">
                <a16:creationId xmlns:a16="http://schemas.microsoft.com/office/drawing/2014/main" id="{70529CFF-588E-1E47-C818-4CA637B0C7E8}"/>
              </a:ext>
            </a:extLst>
          </p:cNvPr>
          <p:cNvSpPr/>
          <p:nvPr/>
        </p:nvSpPr>
        <p:spPr>
          <a:xfrm>
            <a:off x="3491372" y="3354959"/>
            <a:ext cx="2485359" cy="1370967"/>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User copies and pastes this prompt in terminal window to start orchestrator. </a:t>
            </a:r>
          </a:p>
          <a:p>
            <a:endParaRPr lang="en-US" dirty="0"/>
          </a:p>
        </p:txBody>
      </p:sp>
      <p:sp>
        <p:nvSpPr>
          <p:cNvPr id="26" name="Rectangle: Rounded Corners 25">
            <a:extLst>
              <a:ext uri="{FF2B5EF4-FFF2-40B4-BE49-F238E27FC236}">
                <a16:creationId xmlns:a16="http://schemas.microsoft.com/office/drawing/2014/main" id="{1ADCED31-7DD9-3A66-71BE-207B9EEA0F2B}"/>
              </a:ext>
            </a:extLst>
          </p:cNvPr>
          <p:cNvSpPr/>
          <p:nvPr/>
        </p:nvSpPr>
        <p:spPr>
          <a:xfrm>
            <a:off x="6307754" y="2933080"/>
            <a:ext cx="2264504" cy="2282082"/>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Prompt contains:</a:t>
            </a:r>
          </a:p>
          <a:p>
            <a:r>
              <a:rPr lang="en-US" dirty="0"/>
              <a:t>Orchestrator role.</a:t>
            </a:r>
          </a:p>
          <a:p>
            <a:r>
              <a:rPr lang="en-US" dirty="0"/>
              <a:t>Its Agent ID</a:t>
            </a:r>
          </a:p>
          <a:p>
            <a:r>
              <a:rPr lang="en-US" dirty="0"/>
              <a:t>Project ID</a:t>
            </a:r>
          </a:p>
          <a:p>
            <a:r>
              <a:rPr lang="en-US" dirty="0"/>
              <a:t>Product ID</a:t>
            </a:r>
          </a:p>
          <a:p>
            <a:r>
              <a:rPr lang="en-US" dirty="0"/>
              <a:t>Fetch </a:t>
            </a:r>
            <a:r>
              <a:rPr lang="en-US" dirty="0" err="1"/>
              <a:t>job_id</a:t>
            </a:r>
            <a:r>
              <a:rPr lang="en-US" dirty="0"/>
              <a:t> instructions.</a:t>
            </a:r>
          </a:p>
          <a:p>
            <a:endParaRPr lang="en-US" dirty="0"/>
          </a:p>
        </p:txBody>
      </p:sp>
      <p:sp>
        <p:nvSpPr>
          <p:cNvPr id="28" name="Rectangle: Rounded Corners 27">
            <a:extLst>
              <a:ext uri="{FF2B5EF4-FFF2-40B4-BE49-F238E27FC236}">
                <a16:creationId xmlns:a16="http://schemas.microsoft.com/office/drawing/2014/main" id="{F25C32FA-E497-9B2A-8730-7E823FC4DEB8}"/>
              </a:ext>
            </a:extLst>
          </p:cNvPr>
          <p:cNvSpPr/>
          <p:nvPr/>
        </p:nvSpPr>
        <p:spPr>
          <a:xfrm>
            <a:off x="8841402" y="3178106"/>
            <a:ext cx="2464784" cy="1635666"/>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User presses orchestrators ‘copy prompt’ button on implementation  </a:t>
            </a:r>
            <a:r>
              <a:rPr lang="en-US" dirty="0" err="1"/>
              <a:t>vue</a:t>
            </a:r>
            <a:endParaRPr lang="en-US" dirty="0"/>
          </a:p>
          <a:p>
            <a:endParaRPr lang="en-US" dirty="0"/>
          </a:p>
        </p:txBody>
      </p:sp>
      <p:cxnSp>
        <p:nvCxnSpPr>
          <p:cNvPr id="43" name="Straight Arrow Connector 42">
            <a:extLst>
              <a:ext uri="{FF2B5EF4-FFF2-40B4-BE49-F238E27FC236}">
                <a16:creationId xmlns:a16="http://schemas.microsoft.com/office/drawing/2014/main" id="{8676FC35-B419-9FC6-2E95-5349BDEC0C9A}"/>
              </a:ext>
            </a:extLst>
          </p:cNvPr>
          <p:cNvCxnSpPr>
            <a:cxnSpLocks/>
            <a:stCxn id="28" idx="1"/>
            <a:endCxn id="26" idx="3"/>
          </p:cNvCxnSpPr>
          <p:nvPr/>
        </p:nvCxnSpPr>
        <p:spPr>
          <a:xfrm flipH="1">
            <a:off x="8572258" y="3995939"/>
            <a:ext cx="269144" cy="7818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4" name="Connector: Elbow 43">
            <a:extLst>
              <a:ext uri="{FF2B5EF4-FFF2-40B4-BE49-F238E27FC236}">
                <a16:creationId xmlns:a16="http://schemas.microsoft.com/office/drawing/2014/main" id="{2A00A234-5015-ED90-A27B-2DFC0B8CD5F5}"/>
              </a:ext>
            </a:extLst>
          </p:cNvPr>
          <p:cNvCxnSpPr>
            <a:cxnSpLocks/>
            <a:stCxn id="42" idx="2"/>
            <a:endCxn id="31" idx="1"/>
          </p:cNvCxnSpPr>
          <p:nvPr/>
        </p:nvCxnSpPr>
        <p:spPr>
          <a:xfrm rot="16200000" flipH="1">
            <a:off x="1355391" y="5049564"/>
            <a:ext cx="1189845" cy="551029"/>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sp>
        <p:nvSpPr>
          <p:cNvPr id="3" name="Rectangle: Rounded Corners 2">
            <a:extLst>
              <a:ext uri="{FF2B5EF4-FFF2-40B4-BE49-F238E27FC236}">
                <a16:creationId xmlns:a16="http://schemas.microsoft.com/office/drawing/2014/main" id="{A52D032E-643C-AC16-E87B-5A571E224CC8}"/>
              </a:ext>
            </a:extLst>
          </p:cNvPr>
          <p:cNvSpPr/>
          <p:nvPr/>
        </p:nvSpPr>
        <p:spPr>
          <a:xfrm>
            <a:off x="324171" y="1062162"/>
            <a:ext cx="1843998" cy="8825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Claude Code CLI mode toggled on</a:t>
            </a:r>
          </a:p>
        </p:txBody>
      </p:sp>
      <p:sp>
        <p:nvSpPr>
          <p:cNvPr id="4" name="Rectangle: Rounded Corners 3">
            <a:extLst>
              <a:ext uri="{FF2B5EF4-FFF2-40B4-BE49-F238E27FC236}">
                <a16:creationId xmlns:a16="http://schemas.microsoft.com/office/drawing/2014/main" id="{25CAC0BC-73A9-C879-88E2-5AA6B7AB9289}"/>
              </a:ext>
            </a:extLst>
          </p:cNvPr>
          <p:cNvSpPr/>
          <p:nvPr/>
        </p:nvSpPr>
        <p:spPr>
          <a:xfrm>
            <a:off x="7598074" y="1031170"/>
            <a:ext cx="3896735" cy="1867396"/>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The prompt copied is created on backend. It is standard: role based on MCP server's orchestrator definition, Agent ID, project ID, product ID (all required identifiers) and say to fetch instructions on MCP server.</a:t>
            </a:r>
          </a:p>
        </p:txBody>
      </p:sp>
      <p:sp>
        <p:nvSpPr>
          <p:cNvPr id="5" name="Rectangle: Rounded Corners 4">
            <a:extLst>
              <a:ext uri="{FF2B5EF4-FFF2-40B4-BE49-F238E27FC236}">
                <a16:creationId xmlns:a16="http://schemas.microsoft.com/office/drawing/2014/main" id="{396F311D-682A-3442-15DD-496B04002363}"/>
              </a:ext>
            </a:extLst>
          </p:cNvPr>
          <p:cNvSpPr/>
          <p:nvPr/>
        </p:nvSpPr>
        <p:spPr>
          <a:xfrm>
            <a:off x="5135355" y="924058"/>
            <a:ext cx="2133018" cy="1003163"/>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Only orchestrator copy prompt button is enabled on UI</a:t>
            </a:r>
          </a:p>
        </p:txBody>
      </p:sp>
      <p:sp>
        <p:nvSpPr>
          <p:cNvPr id="6" name="Rectangle: Rounded Corners 5">
            <a:extLst>
              <a:ext uri="{FF2B5EF4-FFF2-40B4-BE49-F238E27FC236}">
                <a16:creationId xmlns:a16="http://schemas.microsoft.com/office/drawing/2014/main" id="{F0A09032-6F3F-1BA7-AD11-52FBB67571F0}"/>
              </a:ext>
            </a:extLst>
          </p:cNvPr>
          <p:cNvSpPr/>
          <p:nvPr/>
        </p:nvSpPr>
        <p:spPr>
          <a:xfrm>
            <a:off x="2453561" y="1076739"/>
            <a:ext cx="2133018" cy="1003163"/>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Backend prepares unique prompt for orchestrator</a:t>
            </a:r>
          </a:p>
        </p:txBody>
      </p:sp>
      <p:sp>
        <p:nvSpPr>
          <p:cNvPr id="7" name="Rectangle: Rounded Corners 6">
            <a:extLst>
              <a:ext uri="{FF2B5EF4-FFF2-40B4-BE49-F238E27FC236}">
                <a16:creationId xmlns:a16="http://schemas.microsoft.com/office/drawing/2014/main" id="{ADED0A27-6A39-4713-5A73-4963D90515F1}"/>
              </a:ext>
            </a:extLst>
          </p:cNvPr>
          <p:cNvSpPr/>
          <p:nvPr/>
        </p:nvSpPr>
        <p:spPr>
          <a:xfrm>
            <a:off x="2168169" y="1955943"/>
            <a:ext cx="2951595" cy="949558"/>
          </a:xfrm>
          <a:prstGeom prst="roundRect">
            <a:avLst/>
          </a:prstGeom>
          <a:solidFill>
            <a:schemeClr val="accent2"/>
          </a:solidFill>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The MCP instructions are unique for Orchestrator in Claude code CLI</a:t>
            </a:r>
          </a:p>
        </p:txBody>
      </p:sp>
      <p:cxnSp>
        <p:nvCxnSpPr>
          <p:cNvPr id="12" name="Straight Arrow Connector 11">
            <a:extLst>
              <a:ext uri="{FF2B5EF4-FFF2-40B4-BE49-F238E27FC236}">
                <a16:creationId xmlns:a16="http://schemas.microsoft.com/office/drawing/2014/main" id="{687951E1-3207-C492-5886-A6E00C5951D8}"/>
              </a:ext>
            </a:extLst>
          </p:cNvPr>
          <p:cNvCxnSpPr>
            <a:cxnSpLocks/>
            <a:stCxn id="4" idx="2"/>
            <a:endCxn id="28" idx="0"/>
          </p:cNvCxnSpPr>
          <p:nvPr/>
        </p:nvCxnSpPr>
        <p:spPr>
          <a:xfrm>
            <a:off x="9546442" y="2898566"/>
            <a:ext cx="527352" cy="27954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a:extLst>
              <a:ext uri="{FF2B5EF4-FFF2-40B4-BE49-F238E27FC236}">
                <a16:creationId xmlns:a16="http://schemas.microsoft.com/office/drawing/2014/main" id="{BAB4FBC0-C5EF-7AE0-E846-381D772A578F}"/>
              </a:ext>
            </a:extLst>
          </p:cNvPr>
          <p:cNvCxnSpPr>
            <a:cxnSpLocks/>
            <a:stCxn id="5" idx="3"/>
            <a:endCxn id="4" idx="1"/>
          </p:cNvCxnSpPr>
          <p:nvPr/>
        </p:nvCxnSpPr>
        <p:spPr>
          <a:xfrm>
            <a:off x="7268373" y="1425640"/>
            <a:ext cx="329701" cy="53922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8" name="Straight Arrow Connector 17">
            <a:extLst>
              <a:ext uri="{FF2B5EF4-FFF2-40B4-BE49-F238E27FC236}">
                <a16:creationId xmlns:a16="http://schemas.microsoft.com/office/drawing/2014/main" id="{0671FB11-8F33-7110-DBD0-F487DF8DDDAC}"/>
              </a:ext>
            </a:extLst>
          </p:cNvPr>
          <p:cNvCxnSpPr>
            <a:cxnSpLocks/>
            <a:stCxn id="6" idx="3"/>
            <a:endCxn id="5" idx="1"/>
          </p:cNvCxnSpPr>
          <p:nvPr/>
        </p:nvCxnSpPr>
        <p:spPr>
          <a:xfrm flipV="1">
            <a:off x="4586579" y="1425640"/>
            <a:ext cx="548776" cy="15268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2" name="Straight Arrow Connector 21">
            <a:extLst>
              <a:ext uri="{FF2B5EF4-FFF2-40B4-BE49-F238E27FC236}">
                <a16:creationId xmlns:a16="http://schemas.microsoft.com/office/drawing/2014/main" id="{FDD87344-91C2-5852-7D7A-0782E9916735}"/>
              </a:ext>
            </a:extLst>
          </p:cNvPr>
          <p:cNvCxnSpPr>
            <a:cxnSpLocks/>
            <a:stCxn id="3" idx="3"/>
            <a:endCxn id="6" idx="1"/>
          </p:cNvCxnSpPr>
          <p:nvPr/>
        </p:nvCxnSpPr>
        <p:spPr>
          <a:xfrm>
            <a:off x="2168169" y="1503440"/>
            <a:ext cx="285392" cy="7488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7" name="Straight Arrow Connector 26">
            <a:extLst>
              <a:ext uri="{FF2B5EF4-FFF2-40B4-BE49-F238E27FC236}">
                <a16:creationId xmlns:a16="http://schemas.microsoft.com/office/drawing/2014/main" id="{C95AAEF3-6E7B-BF96-5058-978E2DE93C97}"/>
              </a:ext>
            </a:extLst>
          </p:cNvPr>
          <p:cNvCxnSpPr>
            <a:cxnSpLocks/>
            <a:stCxn id="26" idx="1"/>
            <a:endCxn id="24" idx="3"/>
          </p:cNvCxnSpPr>
          <p:nvPr/>
        </p:nvCxnSpPr>
        <p:spPr>
          <a:xfrm flipH="1" flipV="1">
            <a:off x="5976731" y="4040443"/>
            <a:ext cx="331023" cy="3367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1" name="Rectangle: Rounded Corners 30">
            <a:extLst>
              <a:ext uri="{FF2B5EF4-FFF2-40B4-BE49-F238E27FC236}">
                <a16:creationId xmlns:a16="http://schemas.microsoft.com/office/drawing/2014/main" id="{686B3F1C-7FC0-A5AF-68C3-C4BE826A671B}"/>
              </a:ext>
            </a:extLst>
          </p:cNvPr>
          <p:cNvSpPr/>
          <p:nvPr/>
        </p:nvSpPr>
        <p:spPr>
          <a:xfrm>
            <a:off x="2225828" y="5551525"/>
            <a:ext cx="4081926" cy="736953"/>
          </a:xfrm>
          <a:prstGeom prst="roundRect">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t"/>
          <a:lstStyle/>
          <a:p>
            <a:r>
              <a:rPr lang="en-US" dirty="0"/>
              <a:t>See slide “Job Implementation Workflow ACTION in Claude Code”</a:t>
            </a:r>
          </a:p>
          <a:p>
            <a:endParaRPr lang="en-US" dirty="0"/>
          </a:p>
        </p:txBody>
      </p:sp>
      <p:sp>
        <p:nvSpPr>
          <p:cNvPr id="42" name="Rectangle: Rounded Corners 41">
            <a:extLst>
              <a:ext uri="{FF2B5EF4-FFF2-40B4-BE49-F238E27FC236}">
                <a16:creationId xmlns:a16="http://schemas.microsoft.com/office/drawing/2014/main" id="{3AB54738-8516-3B71-8FB7-F4EB717E7B5E}"/>
              </a:ext>
            </a:extLst>
          </p:cNvPr>
          <p:cNvSpPr/>
          <p:nvPr/>
        </p:nvSpPr>
        <p:spPr>
          <a:xfrm>
            <a:off x="72272" y="3283123"/>
            <a:ext cx="3205054" cy="1447034"/>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Orchestrator activates agents based on mission using Claude code CLI native {</a:t>
            </a:r>
            <a:r>
              <a:rPr lang="en-US" dirty="0" err="1"/>
              <a:t>agent_role</a:t>
            </a:r>
            <a:r>
              <a:rPr lang="en-US" dirty="0"/>
              <a:t>}.md which should match mission</a:t>
            </a:r>
          </a:p>
        </p:txBody>
      </p:sp>
      <p:cxnSp>
        <p:nvCxnSpPr>
          <p:cNvPr id="52" name="Straight Arrow Connector 51">
            <a:extLst>
              <a:ext uri="{FF2B5EF4-FFF2-40B4-BE49-F238E27FC236}">
                <a16:creationId xmlns:a16="http://schemas.microsoft.com/office/drawing/2014/main" id="{20CF9D07-C5A6-E463-8B35-C9B71D538659}"/>
              </a:ext>
            </a:extLst>
          </p:cNvPr>
          <p:cNvCxnSpPr>
            <a:cxnSpLocks/>
            <a:stCxn id="24" idx="1"/>
            <a:endCxn id="42" idx="3"/>
          </p:cNvCxnSpPr>
          <p:nvPr/>
        </p:nvCxnSpPr>
        <p:spPr>
          <a:xfrm flipH="1" flipV="1">
            <a:off x="3277326" y="4006640"/>
            <a:ext cx="214046" cy="3380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1952046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64396-2095-F77E-9165-57B43CF53F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99F04B-E6F4-79A5-11B3-F73FFA1BEA76}"/>
              </a:ext>
            </a:extLst>
          </p:cNvPr>
          <p:cNvSpPr>
            <a:spLocks noGrp="1"/>
          </p:cNvSpPr>
          <p:nvPr>
            <p:ph type="title"/>
          </p:nvPr>
        </p:nvSpPr>
        <p:spPr>
          <a:xfrm>
            <a:off x="718931" y="246429"/>
            <a:ext cx="10515600" cy="619077"/>
          </a:xfrm>
        </p:spPr>
        <p:txBody>
          <a:bodyPr>
            <a:noAutofit/>
          </a:bodyPr>
          <a:lstStyle/>
          <a:p>
            <a:r>
              <a:rPr lang="en-US" sz="3600" dirty="0"/>
              <a:t>Agent use during jobs in </a:t>
            </a:r>
            <a:r>
              <a:rPr lang="en-US" sz="3600" dirty="0" err="1"/>
              <a:t>claude</a:t>
            </a:r>
            <a:r>
              <a:rPr lang="en-US" sz="3600" dirty="0"/>
              <a:t> code CLI mode</a:t>
            </a:r>
          </a:p>
        </p:txBody>
      </p:sp>
      <p:sp>
        <p:nvSpPr>
          <p:cNvPr id="67" name="Slide Number Placeholder 66">
            <a:extLst>
              <a:ext uri="{FF2B5EF4-FFF2-40B4-BE49-F238E27FC236}">
                <a16:creationId xmlns:a16="http://schemas.microsoft.com/office/drawing/2014/main" id="{17952842-218F-6B8A-EF52-CD05F43B71DA}"/>
              </a:ext>
            </a:extLst>
          </p:cNvPr>
          <p:cNvSpPr>
            <a:spLocks noGrp="1"/>
          </p:cNvSpPr>
          <p:nvPr>
            <p:ph type="sldNum" sz="quarter" idx="12"/>
          </p:nvPr>
        </p:nvSpPr>
        <p:spPr/>
        <p:txBody>
          <a:bodyPr/>
          <a:lstStyle/>
          <a:p>
            <a:fld id="{BC45C7BB-1724-4FC6-81FD-F79A3AB07237}" type="slidenum">
              <a:rPr lang="en-US" smtClean="0"/>
              <a:t>25</a:t>
            </a:fld>
            <a:endParaRPr lang="en-US"/>
          </a:p>
        </p:txBody>
      </p:sp>
      <p:sp>
        <p:nvSpPr>
          <p:cNvPr id="26" name="Rectangle: Rounded Corners 25">
            <a:extLst>
              <a:ext uri="{FF2B5EF4-FFF2-40B4-BE49-F238E27FC236}">
                <a16:creationId xmlns:a16="http://schemas.microsoft.com/office/drawing/2014/main" id="{CB56364A-3D5B-3AEC-EF7A-7713DA7B8345}"/>
              </a:ext>
            </a:extLst>
          </p:cNvPr>
          <p:cNvSpPr/>
          <p:nvPr/>
        </p:nvSpPr>
        <p:spPr>
          <a:xfrm>
            <a:off x="4002695" y="3194792"/>
            <a:ext cx="2264504" cy="2282082"/>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Subagents should get their assignment from the MCP server with the fetch command</a:t>
            </a:r>
          </a:p>
          <a:p>
            <a:endParaRPr lang="en-US" dirty="0"/>
          </a:p>
        </p:txBody>
      </p:sp>
      <p:sp>
        <p:nvSpPr>
          <p:cNvPr id="28" name="Rectangle: Rounded Corners 27">
            <a:extLst>
              <a:ext uri="{FF2B5EF4-FFF2-40B4-BE49-F238E27FC236}">
                <a16:creationId xmlns:a16="http://schemas.microsoft.com/office/drawing/2014/main" id="{CCE1FB16-AB43-CDE1-DE06-815D4E031A17}"/>
              </a:ext>
            </a:extLst>
          </p:cNvPr>
          <p:cNvSpPr/>
          <p:nvPr/>
        </p:nvSpPr>
        <p:spPr>
          <a:xfrm>
            <a:off x="6576391" y="3110165"/>
            <a:ext cx="2743200" cy="2507077"/>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But in Claude CLI the MCP behavior and usage instructions reside the </a:t>
            </a:r>
            <a:r>
              <a:rPr lang="en-US" dirty="0" err="1"/>
              <a:t>the</a:t>
            </a:r>
            <a:r>
              <a:rPr lang="en-US" dirty="0"/>
              <a:t> agents *.md file in </a:t>
            </a:r>
            <a:r>
              <a:rPr lang="en-US" dirty="0" err="1"/>
              <a:t>claude</a:t>
            </a:r>
            <a:r>
              <a:rPr lang="en-US" dirty="0"/>
              <a:t> code Cli system and exported by user </a:t>
            </a:r>
            <a:r>
              <a:rPr lang="en-US" dirty="0" err="1"/>
              <a:t>duing</a:t>
            </a:r>
            <a:r>
              <a:rPr lang="en-US" dirty="0"/>
              <a:t> this apps setup</a:t>
            </a:r>
          </a:p>
        </p:txBody>
      </p:sp>
      <p:cxnSp>
        <p:nvCxnSpPr>
          <p:cNvPr id="43" name="Straight Arrow Connector 42">
            <a:extLst>
              <a:ext uri="{FF2B5EF4-FFF2-40B4-BE49-F238E27FC236}">
                <a16:creationId xmlns:a16="http://schemas.microsoft.com/office/drawing/2014/main" id="{4656BEE5-1622-23D4-B556-E3A8AB16ACA7}"/>
              </a:ext>
            </a:extLst>
          </p:cNvPr>
          <p:cNvCxnSpPr>
            <a:cxnSpLocks/>
            <a:stCxn id="28" idx="1"/>
            <a:endCxn id="26" idx="3"/>
          </p:cNvCxnSpPr>
          <p:nvPr/>
        </p:nvCxnSpPr>
        <p:spPr>
          <a:xfrm flipH="1" flipV="1">
            <a:off x="6267199" y="4335833"/>
            <a:ext cx="309192" cy="2787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4" name="Connector: Elbow 43">
            <a:extLst>
              <a:ext uri="{FF2B5EF4-FFF2-40B4-BE49-F238E27FC236}">
                <a16:creationId xmlns:a16="http://schemas.microsoft.com/office/drawing/2014/main" id="{D0539E07-F02B-7146-0751-2F67B3CFEF2C}"/>
              </a:ext>
            </a:extLst>
          </p:cNvPr>
          <p:cNvCxnSpPr>
            <a:cxnSpLocks/>
            <a:stCxn id="26" idx="1"/>
            <a:endCxn id="31" idx="1"/>
          </p:cNvCxnSpPr>
          <p:nvPr/>
        </p:nvCxnSpPr>
        <p:spPr>
          <a:xfrm rot="10800000" flipV="1">
            <a:off x="2170775" y="4335833"/>
            <a:ext cx="1831920" cy="1744970"/>
          </a:xfrm>
          <a:prstGeom prst="bentConnector3">
            <a:avLst>
              <a:gd name="adj1" fmla="val 112479"/>
            </a:avLst>
          </a:prstGeom>
          <a:ln>
            <a:tailEnd type="triangle"/>
          </a:ln>
        </p:spPr>
        <p:style>
          <a:lnRef idx="3">
            <a:schemeClr val="accent2"/>
          </a:lnRef>
          <a:fillRef idx="0">
            <a:schemeClr val="accent2"/>
          </a:fillRef>
          <a:effectRef idx="2">
            <a:schemeClr val="accent2"/>
          </a:effectRef>
          <a:fontRef idx="minor">
            <a:schemeClr val="tx1"/>
          </a:fontRef>
        </p:style>
      </p:cxnSp>
      <p:sp>
        <p:nvSpPr>
          <p:cNvPr id="3" name="Rectangle: Rounded Corners 2">
            <a:extLst>
              <a:ext uri="{FF2B5EF4-FFF2-40B4-BE49-F238E27FC236}">
                <a16:creationId xmlns:a16="http://schemas.microsoft.com/office/drawing/2014/main" id="{FE7F00C5-97C7-D136-50DF-9C8A0C47260D}"/>
              </a:ext>
            </a:extLst>
          </p:cNvPr>
          <p:cNvSpPr/>
          <p:nvPr/>
        </p:nvSpPr>
        <p:spPr>
          <a:xfrm>
            <a:off x="100698" y="1014454"/>
            <a:ext cx="1843998" cy="8825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Claude Code CLI mode toggled on</a:t>
            </a:r>
          </a:p>
        </p:txBody>
      </p:sp>
      <p:sp>
        <p:nvSpPr>
          <p:cNvPr id="4" name="Rectangle: Rounded Corners 3">
            <a:extLst>
              <a:ext uri="{FF2B5EF4-FFF2-40B4-BE49-F238E27FC236}">
                <a16:creationId xmlns:a16="http://schemas.microsoft.com/office/drawing/2014/main" id="{BDE01CB3-F2E0-D226-ED74-5A38C6BF20E6}"/>
              </a:ext>
            </a:extLst>
          </p:cNvPr>
          <p:cNvSpPr/>
          <p:nvPr/>
        </p:nvSpPr>
        <p:spPr>
          <a:xfrm>
            <a:off x="9900202" y="3326024"/>
            <a:ext cx="2160095" cy="1507735"/>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Agent gets its ID, jobs ID, other relevant ID’s.  Are passed by orchestrator</a:t>
            </a:r>
          </a:p>
        </p:txBody>
      </p:sp>
      <p:sp>
        <p:nvSpPr>
          <p:cNvPr id="5" name="Rectangle: Rounded Corners 4">
            <a:extLst>
              <a:ext uri="{FF2B5EF4-FFF2-40B4-BE49-F238E27FC236}">
                <a16:creationId xmlns:a16="http://schemas.microsoft.com/office/drawing/2014/main" id="{6F4DD840-8A37-442A-9681-575FD6E21394}"/>
              </a:ext>
            </a:extLst>
          </p:cNvPr>
          <p:cNvSpPr/>
          <p:nvPr/>
        </p:nvSpPr>
        <p:spPr>
          <a:xfrm>
            <a:off x="4794562" y="916698"/>
            <a:ext cx="2485359" cy="1814533"/>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Launched Orchestrator running in same terminal window as agents activates subagents based on MCP instructions</a:t>
            </a:r>
          </a:p>
        </p:txBody>
      </p:sp>
      <p:sp>
        <p:nvSpPr>
          <p:cNvPr id="6" name="Rectangle: Rounded Corners 5">
            <a:extLst>
              <a:ext uri="{FF2B5EF4-FFF2-40B4-BE49-F238E27FC236}">
                <a16:creationId xmlns:a16="http://schemas.microsoft.com/office/drawing/2014/main" id="{DCE0CF58-501D-C873-4ED1-04C9FD9474AC}"/>
              </a:ext>
            </a:extLst>
          </p:cNvPr>
          <p:cNvSpPr/>
          <p:nvPr/>
        </p:nvSpPr>
        <p:spPr>
          <a:xfrm>
            <a:off x="2170775" y="947372"/>
            <a:ext cx="2133018" cy="1413231"/>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Agents have their jobs created by orchestrator during [Stage Project] </a:t>
            </a:r>
          </a:p>
        </p:txBody>
      </p:sp>
      <p:cxnSp>
        <p:nvCxnSpPr>
          <p:cNvPr id="12" name="Straight Arrow Connector 11">
            <a:extLst>
              <a:ext uri="{FF2B5EF4-FFF2-40B4-BE49-F238E27FC236}">
                <a16:creationId xmlns:a16="http://schemas.microsoft.com/office/drawing/2014/main" id="{F97734D0-C7E0-FBE0-C4A2-751543D905A3}"/>
              </a:ext>
            </a:extLst>
          </p:cNvPr>
          <p:cNvCxnSpPr>
            <a:cxnSpLocks/>
            <a:stCxn id="4" idx="1"/>
            <a:endCxn id="28" idx="3"/>
          </p:cNvCxnSpPr>
          <p:nvPr/>
        </p:nvCxnSpPr>
        <p:spPr>
          <a:xfrm flipH="1">
            <a:off x="9319591" y="4079892"/>
            <a:ext cx="580611" cy="2838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a:extLst>
              <a:ext uri="{FF2B5EF4-FFF2-40B4-BE49-F238E27FC236}">
                <a16:creationId xmlns:a16="http://schemas.microsoft.com/office/drawing/2014/main" id="{2E9574C3-8F66-DA5A-C337-A0950135AA32}"/>
              </a:ext>
            </a:extLst>
          </p:cNvPr>
          <p:cNvCxnSpPr>
            <a:cxnSpLocks/>
            <a:stCxn id="5" idx="3"/>
            <a:endCxn id="42" idx="1"/>
          </p:cNvCxnSpPr>
          <p:nvPr/>
        </p:nvCxnSpPr>
        <p:spPr>
          <a:xfrm flipV="1">
            <a:off x="7279921" y="1664580"/>
            <a:ext cx="1182353" cy="15938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8" name="Straight Arrow Connector 17">
            <a:extLst>
              <a:ext uri="{FF2B5EF4-FFF2-40B4-BE49-F238E27FC236}">
                <a16:creationId xmlns:a16="http://schemas.microsoft.com/office/drawing/2014/main" id="{57150BCC-2448-C142-CA2B-C776818BDD48}"/>
              </a:ext>
            </a:extLst>
          </p:cNvPr>
          <p:cNvCxnSpPr>
            <a:cxnSpLocks/>
            <a:stCxn id="6" idx="3"/>
            <a:endCxn id="5" idx="1"/>
          </p:cNvCxnSpPr>
          <p:nvPr/>
        </p:nvCxnSpPr>
        <p:spPr>
          <a:xfrm>
            <a:off x="4303793" y="1653988"/>
            <a:ext cx="490769" cy="16997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2" name="Straight Arrow Connector 21">
            <a:extLst>
              <a:ext uri="{FF2B5EF4-FFF2-40B4-BE49-F238E27FC236}">
                <a16:creationId xmlns:a16="http://schemas.microsoft.com/office/drawing/2014/main" id="{F0F71293-B4A1-1E27-0268-6000127549E9}"/>
              </a:ext>
            </a:extLst>
          </p:cNvPr>
          <p:cNvCxnSpPr>
            <a:cxnSpLocks/>
            <a:stCxn id="3" idx="3"/>
            <a:endCxn id="6" idx="1"/>
          </p:cNvCxnSpPr>
          <p:nvPr/>
        </p:nvCxnSpPr>
        <p:spPr>
          <a:xfrm>
            <a:off x="1944696" y="1455732"/>
            <a:ext cx="226079" cy="19825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1" name="Rectangle: Rounded Corners 30">
            <a:extLst>
              <a:ext uri="{FF2B5EF4-FFF2-40B4-BE49-F238E27FC236}">
                <a16:creationId xmlns:a16="http://schemas.microsoft.com/office/drawing/2014/main" id="{551BB923-5685-0D15-326D-6EECD2579ADF}"/>
              </a:ext>
            </a:extLst>
          </p:cNvPr>
          <p:cNvSpPr/>
          <p:nvPr/>
        </p:nvSpPr>
        <p:spPr>
          <a:xfrm>
            <a:off x="2170775" y="5712326"/>
            <a:ext cx="4572537" cy="736953"/>
          </a:xfrm>
          <a:prstGeom prst="roundRect">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t"/>
          <a:lstStyle/>
          <a:p>
            <a:r>
              <a:rPr lang="en-US" dirty="0"/>
              <a:t>See slide Job Implementation Workflow ACTION in Claude Code for more details</a:t>
            </a:r>
          </a:p>
          <a:p>
            <a:endParaRPr lang="en-US" dirty="0"/>
          </a:p>
        </p:txBody>
      </p:sp>
      <p:sp>
        <p:nvSpPr>
          <p:cNvPr id="42" name="Rectangle: Rounded Corners 41">
            <a:extLst>
              <a:ext uri="{FF2B5EF4-FFF2-40B4-BE49-F238E27FC236}">
                <a16:creationId xmlns:a16="http://schemas.microsoft.com/office/drawing/2014/main" id="{F5C7338D-1B17-42E0-A1C5-2C08BC1B8C38}"/>
              </a:ext>
            </a:extLst>
          </p:cNvPr>
          <p:cNvSpPr/>
          <p:nvPr/>
        </p:nvSpPr>
        <p:spPr>
          <a:xfrm>
            <a:off x="8462274" y="941063"/>
            <a:ext cx="3205054" cy="1447034"/>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Orchestrator activates agents based on mission using Claude code CLI native {</a:t>
            </a:r>
            <a:r>
              <a:rPr lang="en-US" dirty="0" err="1"/>
              <a:t>agent_role</a:t>
            </a:r>
            <a:r>
              <a:rPr lang="en-US" dirty="0"/>
              <a:t>}.md which should match mission</a:t>
            </a:r>
          </a:p>
        </p:txBody>
      </p:sp>
      <p:cxnSp>
        <p:nvCxnSpPr>
          <p:cNvPr id="52" name="Straight Arrow Connector 51">
            <a:extLst>
              <a:ext uri="{FF2B5EF4-FFF2-40B4-BE49-F238E27FC236}">
                <a16:creationId xmlns:a16="http://schemas.microsoft.com/office/drawing/2014/main" id="{7A0AD5A6-B833-4273-1EC9-57033C2CD9C2}"/>
              </a:ext>
            </a:extLst>
          </p:cNvPr>
          <p:cNvCxnSpPr>
            <a:cxnSpLocks/>
            <a:stCxn id="42" idx="2"/>
            <a:endCxn id="4" idx="0"/>
          </p:cNvCxnSpPr>
          <p:nvPr/>
        </p:nvCxnSpPr>
        <p:spPr>
          <a:xfrm>
            <a:off x="10064801" y="2388097"/>
            <a:ext cx="915449" cy="93792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457829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0539D-93B6-2A58-7AD5-BF83102D7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7B42B6-7391-30FA-5491-DAD848CB82B5}"/>
              </a:ext>
            </a:extLst>
          </p:cNvPr>
          <p:cNvSpPr>
            <a:spLocks noGrp="1"/>
          </p:cNvSpPr>
          <p:nvPr>
            <p:ph type="title"/>
          </p:nvPr>
        </p:nvSpPr>
        <p:spPr>
          <a:xfrm>
            <a:off x="718931" y="246429"/>
            <a:ext cx="10515600" cy="619077"/>
          </a:xfrm>
        </p:spPr>
        <p:txBody>
          <a:bodyPr>
            <a:noAutofit/>
          </a:bodyPr>
          <a:lstStyle/>
          <a:p>
            <a:r>
              <a:rPr lang="en-US" sz="3200" dirty="0"/>
              <a:t>Orchestrator  use during jobs in multi terminal CLI mode</a:t>
            </a:r>
          </a:p>
        </p:txBody>
      </p:sp>
      <p:sp>
        <p:nvSpPr>
          <p:cNvPr id="67" name="Slide Number Placeholder 66">
            <a:extLst>
              <a:ext uri="{FF2B5EF4-FFF2-40B4-BE49-F238E27FC236}">
                <a16:creationId xmlns:a16="http://schemas.microsoft.com/office/drawing/2014/main" id="{BB5B5EF3-119C-915E-AD32-D9217BE19122}"/>
              </a:ext>
            </a:extLst>
          </p:cNvPr>
          <p:cNvSpPr>
            <a:spLocks noGrp="1"/>
          </p:cNvSpPr>
          <p:nvPr>
            <p:ph type="sldNum" sz="quarter" idx="12"/>
          </p:nvPr>
        </p:nvSpPr>
        <p:spPr/>
        <p:txBody>
          <a:bodyPr/>
          <a:lstStyle/>
          <a:p>
            <a:fld id="{BC45C7BB-1724-4FC6-81FD-F79A3AB07237}" type="slidenum">
              <a:rPr lang="en-US" smtClean="0"/>
              <a:t>26</a:t>
            </a:fld>
            <a:endParaRPr lang="en-US"/>
          </a:p>
        </p:txBody>
      </p:sp>
      <p:sp>
        <p:nvSpPr>
          <p:cNvPr id="24" name="Rectangle: Rounded Corners 23">
            <a:extLst>
              <a:ext uri="{FF2B5EF4-FFF2-40B4-BE49-F238E27FC236}">
                <a16:creationId xmlns:a16="http://schemas.microsoft.com/office/drawing/2014/main" id="{4D8A27B9-7323-7B79-B809-9803C93AAD36}"/>
              </a:ext>
            </a:extLst>
          </p:cNvPr>
          <p:cNvSpPr/>
          <p:nvPr/>
        </p:nvSpPr>
        <p:spPr>
          <a:xfrm>
            <a:off x="4305647" y="3404871"/>
            <a:ext cx="2485359" cy="1370967"/>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User copies and pastes this prompt in terminal window to start orchestrator. </a:t>
            </a:r>
          </a:p>
          <a:p>
            <a:endParaRPr lang="en-US" dirty="0"/>
          </a:p>
        </p:txBody>
      </p:sp>
      <p:sp>
        <p:nvSpPr>
          <p:cNvPr id="26" name="Rectangle: Rounded Corners 25">
            <a:extLst>
              <a:ext uri="{FF2B5EF4-FFF2-40B4-BE49-F238E27FC236}">
                <a16:creationId xmlns:a16="http://schemas.microsoft.com/office/drawing/2014/main" id="{8650177A-7257-B24E-F7B8-F2255A039505}"/>
              </a:ext>
            </a:extLst>
          </p:cNvPr>
          <p:cNvSpPr/>
          <p:nvPr/>
        </p:nvSpPr>
        <p:spPr>
          <a:xfrm>
            <a:off x="7080855" y="3014428"/>
            <a:ext cx="2264504" cy="2282082"/>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Prompt contains:</a:t>
            </a:r>
          </a:p>
          <a:p>
            <a:r>
              <a:rPr lang="en-US" dirty="0"/>
              <a:t>Orchestrator role.</a:t>
            </a:r>
          </a:p>
          <a:p>
            <a:r>
              <a:rPr lang="en-US" dirty="0"/>
              <a:t>Its Agent ID</a:t>
            </a:r>
          </a:p>
          <a:p>
            <a:r>
              <a:rPr lang="en-US" dirty="0"/>
              <a:t>Project ID</a:t>
            </a:r>
          </a:p>
          <a:p>
            <a:r>
              <a:rPr lang="en-US" dirty="0"/>
              <a:t>Product ID</a:t>
            </a:r>
          </a:p>
          <a:p>
            <a:r>
              <a:rPr lang="en-US" dirty="0"/>
              <a:t>Fetch </a:t>
            </a:r>
            <a:r>
              <a:rPr lang="en-US" dirty="0" err="1"/>
              <a:t>job_id</a:t>
            </a:r>
            <a:r>
              <a:rPr lang="en-US" dirty="0"/>
              <a:t> instructions.</a:t>
            </a:r>
          </a:p>
          <a:p>
            <a:endParaRPr lang="en-US" dirty="0"/>
          </a:p>
        </p:txBody>
      </p:sp>
      <p:sp>
        <p:nvSpPr>
          <p:cNvPr id="28" name="Rectangle: Rounded Corners 27">
            <a:extLst>
              <a:ext uri="{FF2B5EF4-FFF2-40B4-BE49-F238E27FC236}">
                <a16:creationId xmlns:a16="http://schemas.microsoft.com/office/drawing/2014/main" id="{89846430-0E46-3F42-A166-CAFE73B3C69F}"/>
              </a:ext>
            </a:extLst>
          </p:cNvPr>
          <p:cNvSpPr/>
          <p:nvPr/>
        </p:nvSpPr>
        <p:spPr>
          <a:xfrm>
            <a:off x="9716493" y="3141601"/>
            <a:ext cx="1963973" cy="2018795"/>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User presses orchestrators ‘copy prompt’ button on implementation  </a:t>
            </a:r>
            <a:r>
              <a:rPr lang="en-US" dirty="0" err="1"/>
              <a:t>vue</a:t>
            </a:r>
            <a:endParaRPr lang="en-US" dirty="0"/>
          </a:p>
          <a:p>
            <a:endParaRPr lang="en-US" dirty="0"/>
          </a:p>
        </p:txBody>
      </p:sp>
      <p:cxnSp>
        <p:nvCxnSpPr>
          <p:cNvPr id="43" name="Straight Arrow Connector 42">
            <a:extLst>
              <a:ext uri="{FF2B5EF4-FFF2-40B4-BE49-F238E27FC236}">
                <a16:creationId xmlns:a16="http://schemas.microsoft.com/office/drawing/2014/main" id="{4BAD3C43-0889-734E-DF31-1144F14D5EB9}"/>
              </a:ext>
            </a:extLst>
          </p:cNvPr>
          <p:cNvCxnSpPr>
            <a:cxnSpLocks/>
            <a:stCxn id="28" idx="1"/>
            <a:endCxn id="26" idx="3"/>
          </p:cNvCxnSpPr>
          <p:nvPr/>
        </p:nvCxnSpPr>
        <p:spPr>
          <a:xfrm flipH="1">
            <a:off x="9345359" y="4150999"/>
            <a:ext cx="371134" cy="447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4" name="Connector: Elbow 43">
            <a:extLst>
              <a:ext uri="{FF2B5EF4-FFF2-40B4-BE49-F238E27FC236}">
                <a16:creationId xmlns:a16="http://schemas.microsoft.com/office/drawing/2014/main" id="{C7663488-F97C-E5F7-A1DE-C0D4FA6A1E84}"/>
              </a:ext>
            </a:extLst>
          </p:cNvPr>
          <p:cNvCxnSpPr>
            <a:cxnSpLocks/>
            <a:stCxn id="11" idx="2"/>
            <a:endCxn id="31" idx="2"/>
          </p:cNvCxnSpPr>
          <p:nvPr/>
        </p:nvCxnSpPr>
        <p:spPr>
          <a:xfrm rot="5400000" flipH="1" flipV="1">
            <a:off x="4595411" y="3736186"/>
            <a:ext cx="204972" cy="5337435"/>
          </a:xfrm>
          <a:prstGeom prst="bentConnector3">
            <a:avLst>
              <a:gd name="adj1" fmla="val -111527"/>
            </a:avLst>
          </a:prstGeom>
          <a:ln>
            <a:tailEnd type="triangle"/>
          </a:ln>
        </p:spPr>
        <p:style>
          <a:lnRef idx="3">
            <a:schemeClr val="accent2"/>
          </a:lnRef>
          <a:fillRef idx="0">
            <a:schemeClr val="accent2"/>
          </a:fillRef>
          <a:effectRef idx="2">
            <a:schemeClr val="accent2"/>
          </a:effectRef>
          <a:fontRef idx="minor">
            <a:schemeClr val="tx1"/>
          </a:fontRef>
        </p:style>
      </p:cxnSp>
      <p:sp>
        <p:nvSpPr>
          <p:cNvPr id="3" name="Rectangle: Rounded Corners 2">
            <a:extLst>
              <a:ext uri="{FF2B5EF4-FFF2-40B4-BE49-F238E27FC236}">
                <a16:creationId xmlns:a16="http://schemas.microsoft.com/office/drawing/2014/main" id="{F9E6C6B3-0C61-57EF-BFEF-A22FA9D62541}"/>
              </a:ext>
            </a:extLst>
          </p:cNvPr>
          <p:cNvSpPr/>
          <p:nvPr/>
        </p:nvSpPr>
        <p:spPr>
          <a:xfrm>
            <a:off x="324171" y="1062162"/>
            <a:ext cx="1843998" cy="8825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Claude Code CLI mode toggled OFF</a:t>
            </a:r>
          </a:p>
        </p:txBody>
      </p:sp>
      <p:sp>
        <p:nvSpPr>
          <p:cNvPr id="4" name="Rectangle: Rounded Corners 3">
            <a:extLst>
              <a:ext uri="{FF2B5EF4-FFF2-40B4-BE49-F238E27FC236}">
                <a16:creationId xmlns:a16="http://schemas.microsoft.com/office/drawing/2014/main" id="{996A1F57-029D-DA1E-56BF-78E64DE49B5B}"/>
              </a:ext>
            </a:extLst>
          </p:cNvPr>
          <p:cNvSpPr/>
          <p:nvPr/>
        </p:nvSpPr>
        <p:spPr>
          <a:xfrm>
            <a:off x="7598074" y="1031170"/>
            <a:ext cx="3896735" cy="1867396"/>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The prompt copied is created on backend. It is standard: role based on MCP server's orchestrator definition, Agent ID, project ID, product ID (all required identifiers) and say to fetch instructions on MCP server.</a:t>
            </a:r>
          </a:p>
        </p:txBody>
      </p:sp>
      <p:sp>
        <p:nvSpPr>
          <p:cNvPr id="5" name="Rectangle: Rounded Corners 4">
            <a:extLst>
              <a:ext uri="{FF2B5EF4-FFF2-40B4-BE49-F238E27FC236}">
                <a16:creationId xmlns:a16="http://schemas.microsoft.com/office/drawing/2014/main" id="{0FAADB5D-4CB8-B444-1F1B-3B3E03E35D09}"/>
              </a:ext>
            </a:extLst>
          </p:cNvPr>
          <p:cNvSpPr/>
          <p:nvPr/>
        </p:nvSpPr>
        <p:spPr>
          <a:xfrm>
            <a:off x="5135355" y="924058"/>
            <a:ext cx="2133018" cy="1003163"/>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All agents copy prompt buttons are enabled on UI</a:t>
            </a:r>
          </a:p>
        </p:txBody>
      </p:sp>
      <p:sp>
        <p:nvSpPr>
          <p:cNvPr id="6" name="Rectangle: Rounded Corners 5">
            <a:extLst>
              <a:ext uri="{FF2B5EF4-FFF2-40B4-BE49-F238E27FC236}">
                <a16:creationId xmlns:a16="http://schemas.microsoft.com/office/drawing/2014/main" id="{646C9E9F-9A88-6C56-7001-98445059C88C}"/>
              </a:ext>
            </a:extLst>
          </p:cNvPr>
          <p:cNvSpPr/>
          <p:nvPr/>
        </p:nvSpPr>
        <p:spPr>
          <a:xfrm>
            <a:off x="2453561" y="1076739"/>
            <a:ext cx="2133018" cy="1003163"/>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Backend prepares unique prompt for orchestrator</a:t>
            </a:r>
          </a:p>
        </p:txBody>
      </p:sp>
      <p:sp>
        <p:nvSpPr>
          <p:cNvPr id="7" name="Rectangle: Rounded Corners 6">
            <a:extLst>
              <a:ext uri="{FF2B5EF4-FFF2-40B4-BE49-F238E27FC236}">
                <a16:creationId xmlns:a16="http://schemas.microsoft.com/office/drawing/2014/main" id="{4FCDED07-CEAF-3712-CE89-1CC8DA33D6E4}"/>
              </a:ext>
            </a:extLst>
          </p:cNvPr>
          <p:cNvSpPr/>
          <p:nvPr/>
        </p:nvSpPr>
        <p:spPr>
          <a:xfrm>
            <a:off x="2168169" y="1955943"/>
            <a:ext cx="2951595" cy="949558"/>
          </a:xfrm>
          <a:prstGeom prst="roundRect">
            <a:avLst/>
          </a:prstGeom>
          <a:solidFill>
            <a:schemeClr val="accent2"/>
          </a:solidFill>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The MCP instructions are unique for Orchestrator in multi terminal mode</a:t>
            </a:r>
          </a:p>
        </p:txBody>
      </p:sp>
      <p:cxnSp>
        <p:nvCxnSpPr>
          <p:cNvPr id="12" name="Straight Arrow Connector 11">
            <a:extLst>
              <a:ext uri="{FF2B5EF4-FFF2-40B4-BE49-F238E27FC236}">
                <a16:creationId xmlns:a16="http://schemas.microsoft.com/office/drawing/2014/main" id="{A6F90896-C698-7ED8-7477-633B380BAB7B}"/>
              </a:ext>
            </a:extLst>
          </p:cNvPr>
          <p:cNvCxnSpPr>
            <a:cxnSpLocks/>
            <a:stCxn id="4" idx="2"/>
            <a:endCxn id="28" idx="0"/>
          </p:cNvCxnSpPr>
          <p:nvPr/>
        </p:nvCxnSpPr>
        <p:spPr>
          <a:xfrm>
            <a:off x="9546442" y="2898566"/>
            <a:ext cx="1152038" cy="24303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a:extLst>
              <a:ext uri="{FF2B5EF4-FFF2-40B4-BE49-F238E27FC236}">
                <a16:creationId xmlns:a16="http://schemas.microsoft.com/office/drawing/2014/main" id="{A079D733-08C2-096E-C4D7-219252FF46CE}"/>
              </a:ext>
            </a:extLst>
          </p:cNvPr>
          <p:cNvCxnSpPr>
            <a:cxnSpLocks/>
            <a:stCxn id="5" idx="3"/>
            <a:endCxn id="4" idx="1"/>
          </p:cNvCxnSpPr>
          <p:nvPr/>
        </p:nvCxnSpPr>
        <p:spPr>
          <a:xfrm>
            <a:off x="7268373" y="1425640"/>
            <a:ext cx="329701" cy="53922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8" name="Straight Arrow Connector 17">
            <a:extLst>
              <a:ext uri="{FF2B5EF4-FFF2-40B4-BE49-F238E27FC236}">
                <a16:creationId xmlns:a16="http://schemas.microsoft.com/office/drawing/2014/main" id="{27A7185A-3480-BECC-246D-E4E086C28662}"/>
              </a:ext>
            </a:extLst>
          </p:cNvPr>
          <p:cNvCxnSpPr>
            <a:cxnSpLocks/>
            <a:stCxn id="6" idx="3"/>
            <a:endCxn id="5" idx="1"/>
          </p:cNvCxnSpPr>
          <p:nvPr/>
        </p:nvCxnSpPr>
        <p:spPr>
          <a:xfrm flipV="1">
            <a:off x="4586579" y="1425640"/>
            <a:ext cx="548776" cy="15268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2" name="Straight Arrow Connector 21">
            <a:extLst>
              <a:ext uri="{FF2B5EF4-FFF2-40B4-BE49-F238E27FC236}">
                <a16:creationId xmlns:a16="http://schemas.microsoft.com/office/drawing/2014/main" id="{99D3A07C-B096-D288-714D-9B714BE6802E}"/>
              </a:ext>
            </a:extLst>
          </p:cNvPr>
          <p:cNvCxnSpPr>
            <a:cxnSpLocks/>
            <a:stCxn id="3" idx="3"/>
            <a:endCxn id="6" idx="1"/>
          </p:cNvCxnSpPr>
          <p:nvPr/>
        </p:nvCxnSpPr>
        <p:spPr>
          <a:xfrm>
            <a:off x="2168169" y="1503440"/>
            <a:ext cx="285392" cy="7488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7" name="Straight Arrow Connector 26">
            <a:extLst>
              <a:ext uri="{FF2B5EF4-FFF2-40B4-BE49-F238E27FC236}">
                <a16:creationId xmlns:a16="http://schemas.microsoft.com/office/drawing/2014/main" id="{DA58EE61-C5C1-F8E2-CF1F-6A3BB7EBF477}"/>
              </a:ext>
            </a:extLst>
          </p:cNvPr>
          <p:cNvCxnSpPr>
            <a:cxnSpLocks/>
            <a:stCxn id="26" idx="1"/>
            <a:endCxn id="24" idx="3"/>
          </p:cNvCxnSpPr>
          <p:nvPr/>
        </p:nvCxnSpPr>
        <p:spPr>
          <a:xfrm flipH="1" flipV="1">
            <a:off x="6791006" y="4090355"/>
            <a:ext cx="289849" cy="6511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1" name="Rectangle: Rounded Corners 30">
            <a:extLst>
              <a:ext uri="{FF2B5EF4-FFF2-40B4-BE49-F238E27FC236}">
                <a16:creationId xmlns:a16="http://schemas.microsoft.com/office/drawing/2014/main" id="{9DC99944-3516-DA98-B6B0-B1DD932FBB71}"/>
              </a:ext>
            </a:extLst>
          </p:cNvPr>
          <p:cNvSpPr/>
          <p:nvPr/>
        </p:nvSpPr>
        <p:spPr>
          <a:xfrm>
            <a:off x="5016737" y="5565465"/>
            <a:ext cx="4699756" cy="736953"/>
          </a:xfrm>
          <a:prstGeom prst="roundRect">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t"/>
          <a:lstStyle/>
          <a:p>
            <a:r>
              <a:rPr lang="en-US" dirty="0"/>
              <a:t>See slide Job Implementation Workflow START IN Multi Terminal mode</a:t>
            </a:r>
          </a:p>
          <a:p>
            <a:endParaRPr lang="en-US" dirty="0"/>
          </a:p>
        </p:txBody>
      </p:sp>
      <p:sp>
        <p:nvSpPr>
          <p:cNvPr id="11" name="Rectangle: Rounded Corners 10">
            <a:extLst>
              <a:ext uri="{FF2B5EF4-FFF2-40B4-BE49-F238E27FC236}">
                <a16:creationId xmlns:a16="http://schemas.microsoft.com/office/drawing/2014/main" id="{61D98ADD-FC48-0932-FB09-0A38D32514AA}"/>
              </a:ext>
            </a:extLst>
          </p:cNvPr>
          <p:cNvSpPr/>
          <p:nvPr/>
        </p:nvSpPr>
        <p:spPr>
          <a:xfrm>
            <a:off x="122433" y="3014428"/>
            <a:ext cx="3813493" cy="3492962"/>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sz="1600" dirty="0"/>
              <a:t>Tells orchestrator to read the mission created in staging process and inform it of all the other agents that will be spawned in unique terminal windows.  Tells orchestrator to send a coordinating message to all agents and remind them to read their missions that they can send messages to other agents but note that those agents will only read those messages when active, user must manually ask them to read messages if they  between instructions.</a:t>
            </a:r>
          </a:p>
        </p:txBody>
      </p:sp>
      <p:cxnSp>
        <p:nvCxnSpPr>
          <p:cNvPr id="37" name="Straight Arrow Connector 36">
            <a:extLst>
              <a:ext uri="{FF2B5EF4-FFF2-40B4-BE49-F238E27FC236}">
                <a16:creationId xmlns:a16="http://schemas.microsoft.com/office/drawing/2014/main" id="{BF439ABF-3FA8-527C-9DE4-1CFE869F36BF}"/>
              </a:ext>
            </a:extLst>
          </p:cNvPr>
          <p:cNvCxnSpPr>
            <a:cxnSpLocks/>
            <a:stCxn id="24" idx="1"/>
            <a:endCxn id="11" idx="3"/>
          </p:cNvCxnSpPr>
          <p:nvPr/>
        </p:nvCxnSpPr>
        <p:spPr>
          <a:xfrm flipH="1">
            <a:off x="3935926" y="4090355"/>
            <a:ext cx="369721" cy="67055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1031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C4CC7-B2A5-6E8B-AF11-A2F626042E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E01C72-E32D-34BE-C4FF-AEA7514248FC}"/>
              </a:ext>
            </a:extLst>
          </p:cNvPr>
          <p:cNvSpPr>
            <a:spLocks noGrp="1"/>
          </p:cNvSpPr>
          <p:nvPr>
            <p:ph type="title"/>
          </p:nvPr>
        </p:nvSpPr>
        <p:spPr>
          <a:xfrm>
            <a:off x="718931" y="246429"/>
            <a:ext cx="10515600" cy="619077"/>
          </a:xfrm>
        </p:spPr>
        <p:txBody>
          <a:bodyPr>
            <a:noAutofit/>
          </a:bodyPr>
          <a:lstStyle/>
          <a:p>
            <a:r>
              <a:rPr lang="en-US" sz="3600" dirty="0"/>
              <a:t>Agent use during jobs in multi terminal CLI mode</a:t>
            </a:r>
          </a:p>
        </p:txBody>
      </p:sp>
      <p:sp>
        <p:nvSpPr>
          <p:cNvPr id="67" name="Slide Number Placeholder 66">
            <a:extLst>
              <a:ext uri="{FF2B5EF4-FFF2-40B4-BE49-F238E27FC236}">
                <a16:creationId xmlns:a16="http://schemas.microsoft.com/office/drawing/2014/main" id="{4F5E40DA-3346-CE69-F128-06A6F31AE969}"/>
              </a:ext>
            </a:extLst>
          </p:cNvPr>
          <p:cNvSpPr>
            <a:spLocks noGrp="1"/>
          </p:cNvSpPr>
          <p:nvPr>
            <p:ph type="sldNum" sz="quarter" idx="12"/>
          </p:nvPr>
        </p:nvSpPr>
        <p:spPr/>
        <p:txBody>
          <a:bodyPr/>
          <a:lstStyle/>
          <a:p>
            <a:fld id="{BC45C7BB-1724-4FC6-81FD-F79A3AB07237}" type="slidenum">
              <a:rPr lang="en-US" smtClean="0"/>
              <a:t>27</a:t>
            </a:fld>
            <a:endParaRPr lang="en-US"/>
          </a:p>
        </p:txBody>
      </p:sp>
      <p:sp>
        <p:nvSpPr>
          <p:cNvPr id="26" name="Rectangle: Rounded Corners 25">
            <a:extLst>
              <a:ext uri="{FF2B5EF4-FFF2-40B4-BE49-F238E27FC236}">
                <a16:creationId xmlns:a16="http://schemas.microsoft.com/office/drawing/2014/main" id="{B1CB8DB3-3DF7-C3B7-1463-16A7E931D8A1}"/>
              </a:ext>
            </a:extLst>
          </p:cNvPr>
          <p:cNvSpPr/>
          <p:nvPr/>
        </p:nvSpPr>
        <p:spPr>
          <a:xfrm>
            <a:off x="4002695" y="3194792"/>
            <a:ext cx="2264504" cy="2282082"/>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Subagents should get their role, job and </a:t>
            </a:r>
            <a:r>
              <a:rPr lang="en-US" dirty="0" err="1"/>
              <a:t>behaviour</a:t>
            </a:r>
            <a:r>
              <a:rPr lang="en-US" dirty="0"/>
              <a:t> from the MCP server with the fetch command</a:t>
            </a:r>
          </a:p>
          <a:p>
            <a:endParaRPr lang="en-US" dirty="0"/>
          </a:p>
        </p:txBody>
      </p:sp>
      <p:sp>
        <p:nvSpPr>
          <p:cNvPr id="28" name="Rectangle: Rounded Corners 27">
            <a:extLst>
              <a:ext uri="{FF2B5EF4-FFF2-40B4-BE49-F238E27FC236}">
                <a16:creationId xmlns:a16="http://schemas.microsoft.com/office/drawing/2014/main" id="{7B473D72-9DBD-2C8A-301A-8E6CA5698E71}"/>
              </a:ext>
            </a:extLst>
          </p:cNvPr>
          <p:cNvSpPr/>
          <p:nvPr/>
        </p:nvSpPr>
        <p:spPr>
          <a:xfrm>
            <a:off x="6576391" y="3110165"/>
            <a:ext cx="2743200" cy="2507077"/>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But in multi terminal Cli mode agent role, MCP behavior and usage instructions reside on  the MCP server as a fetch during agent activation in its terminal</a:t>
            </a:r>
          </a:p>
        </p:txBody>
      </p:sp>
      <p:cxnSp>
        <p:nvCxnSpPr>
          <p:cNvPr id="43" name="Straight Arrow Connector 42">
            <a:extLst>
              <a:ext uri="{FF2B5EF4-FFF2-40B4-BE49-F238E27FC236}">
                <a16:creationId xmlns:a16="http://schemas.microsoft.com/office/drawing/2014/main" id="{51B76A5E-A5B8-69F0-E88C-811C7E4E9AC7}"/>
              </a:ext>
            </a:extLst>
          </p:cNvPr>
          <p:cNvCxnSpPr>
            <a:cxnSpLocks/>
            <a:stCxn id="28" idx="1"/>
            <a:endCxn id="26" idx="3"/>
          </p:cNvCxnSpPr>
          <p:nvPr/>
        </p:nvCxnSpPr>
        <p:spPr>
          <a:xfrm flipH="1" flipV="1">
            <a:off x="6267199" y="4335833"/>
            <a:ext cx="309192" cy="2787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4" name="Connector: Elbow 43">
            <a:extLst>
              <a:ext uri="{FF2B5EF4-FFF2-40B4-BE49-F238E27FC236}">
                <a16:creationId xmlns:a16="http://schemas.microsoft.com/office/drawing/2014/main" id="{5EFD8826-AA10-3547-A471-0382B62D649B}"/>
              </a:ext>
            </a:extLst>
          </p:cNvPr>
          <p:cNvCxnSpPr>
            <a:cxnSpLocks/>
            <a:stCxn id="26" idx="1"/>
            <a:endCxn id="31" idx="1"/>
          </p:cNvCxnSpPr>
          <p:nvPr/>
        </p:nvCxnSpPr>
        <p:spPr>
          <a:xfrm rot="10800000" flipV="1">
            <a:off x="2170775" y="4335833"/>
            <a:ext cx="1831920" cy="1744970"/>
          </a:xfrm>
          <a:prstGeom prst="bentConnector3">
            <a:avLst>
              <a:gd name="adj1" fmla="val 112479"/>
            </a:avLst>
          </a:prstGeom>
          <a:ln>
            <a:tailEnd type="triangle"/>
          </a:ln>
        </p:spPr>
        <p:style>
          <a:lnRef idx="3">
            <a:schemeClr val="accent2"/>
          </a:lnRef>
          <a:fillRef idx="0">
            <a:schemeClr val="accent2"/>
          </a:fillRef>
          <a:effectRef idx="2">
            <a:schemeClr val="accent2"/>
          </a:effectRef>
          <a:fontRef idx="minor">
            <a:schemeClr val="tx1"/>
          </a:fontRef>
        </p:style>
      </p:cxnSp>
      <p:sp>
        <p:nvSpPr>
          <p:cNvPr id="3" name="Rectangle: Rounded Corners 2">
            <a:extLst>
              <a:ext uri="{FF2B5EF4-FFF2-40B4-BE49-F238E27FC236}">
                <a16:creationId xmlns:a16="http://schemas.microsoft.com/office/drawing/2014/main" id="{5E51E3D3-2356-B59B-E1FD-B08B9FAD34AF}"/>
              </a:ext>
            </a:extLst>
          </p:cNvPr>
          <p:cNvSpPr/>
          <p:nvPr/>
        </p:nvSpPr>
        <p:spPr>
          <a:xfrm>
            <a:off x="100698" y="1014454"/>
            <a:ext cx="1843998" cy="8825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Claude Code CLI mode toggled off</a:t>
            </a:r>
          </a:p>
        </p:txBody>
      </p:sp>
      <p:sp>
        <p:nvSpPr>
          <p:cNvPr id="4" name="Rectangle: Rounded Corners 3">
            <a:extLst>
              <a:ext uri="{FF2B5EF4-FFF2-40B4-BE49-F238E27FC236}">
                <a16:creationId xmlns:a16="http://schemas.microsoft.com/office/drawing/2014/main" id="{3A5CB956-B1A1-1655-0B8B-7B9439C81E4F}"/>
              </a:ext>
            </a:extLst>
          </p:cNvPr>
          <p:cNvSpPr/>
          <p:nvPr/>
        </p:nvSpPr>
        <p:spPr>
          <a:xfrm>
            <a:off x="9900202" y="3326024"/>
            <a:ext cx="2160095" cy="1850275"/>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Agent gets its ID, jobs ID, other relevant ID’s.  Via prompt paste from user in terminal widow</a:t>
            </a:r>
          </a:p>
        </p:txBody>
      </p:sp>
      <p:sp>
        <p:nvSpPr>
          <p:cNvPr id="5" name="Rectangle: Rounded Corners 4">
            <a:extLst>
              <a:ext uri="{FF2B5EF4-FFF2-40B4-BE49-F238E27FC236}">
                <a16:creationId xmlns:a16="http://schemas.microsoft.com/office/drawing/2014/main" id="{391584E5-22C5-586C-8BB1-C19C5AB45768}"/>
              </a:ext>
            </a:extLst>
          </p:cNvPr>
          <p:cNvSpPr/>
          <p:nvPr/>
        </p:nvSpPr>
        <p:spPr>
          <a:xfrm>
            <a:off x="4780231" y="973141"/>
            <a:ext cx="2485359" cy="614434"/>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All agents run in its own terminal window</a:t>
            </a:r>
          </a:p>
        </p:txBody>
      </p:sp>
      <p:sp>
        <p:nvSpPr>
          <p:cNvPr id="6" name="Rectangle: Rounded Corners 5">
            <a:extLst>
              <a:ext uri="{FF2B5EF4-FFF2-40B4-BE49-F238E27FC236}">
                <a16:creationId xmlns:a16="http://schemas.microsoft.com/office/drawing/2014/main" id="{191B3D61-0050-DF5E-DE6A-1E6A6DCF74DF}"/>
              </a:ext>
            </a:extLst>
          </p:cNvPr>
          <p:cNvSpPr/>
          <p:nvPr/>
        </p:nvSpPr>
        <p:spPr>
          <a:xfrm>
            <a:off x="2170775" y="947372"/>
            <a:ext cx="2133018" cy="1413231"/>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Agents have their jobs created by orchestrator during [Stage Project] </a:t>
            </a:r>
          </a:p>
        </p:txBody>
      </p:sp>
      <p:cxnSp>
        <p:nvCxnSpPr>
          <p:cNvPr id="12" name="Straight Arrow Connector 11">
            <a:extLst>
              <a:ext uri="{FF2B5EF4-FFF2-40B4-BE49-F238E27FC236}">
                <a16:creationId xmlns:a16="http://schemas.microsoft.com/office/drawing/2014/main" id="{6FDC7340-8C0F-3BA0-01F5-95E0C77C348A}"/>
              </a:ext>
            </a:extLst>
          </p:cNvPr>
          <p:cNvCxnSpPr>
            <a:cxnSpLocks/>
            <a:stCxn id="4" idx="1"/>
            <a:endCxn id="28" idx="3"/>
          </p:cNvCxnSpPr>
          <p:nvPr/>
        </p:nvCxnSpPr>
        <p:spPr>
          <a:xfrm flipH="1">
            <a:off x="9319591" y="4251162"/>
            <a:ext cx="580611" cy="11254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a:extLst>
              <a:ext uri="{FF2B5EF4-FFF2-40B4-BE49-F238E27FC236}">
                <a16:creationId xmlns:a16="http://schemas.microsoft.com/office/drawing/2014/main" id="{1828264E-F4CE-1145-2E5B-6EC4BEDE2F5B}"/>
              </a:ext>
            </a:extLst>
          </p:cNvPr>
          <p:cNvCxnSpPr>
            <a:cxnSpLocks/>
            <a:stCxn id="5" idx="3"/>
            <a:endCxn id="42" idx="1"/>
          </p:cNvCxnSpPr>
          <p:nvPr/>
        </p:nvCxnSpPr>
        <p:spPr>
          <a:xfrm>
            <a:off x="7265590" y="1280358"/>
            <a:ext cx="682401" cy="32425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8" name="Straight Arrow Connector 17">
            <a:extLst>
              <a:ext uri="{FF2B5EF4-FFF2-40B4-BE49-F238E27FC236}">
                <a16:creationId xmlns:a16="http://schemas.microsoft.com/office/drawing/2014/main" id="{CEE05807-873D-4474-441C-E5F38E6F50EB}"/>
              </a:ext>
            </a:extLst>
          </p:cNvPr>
          <p:cNvCxnSpPr>
            <a:cxnSpLocks/>
            <a:stCxn id="6" idx="3"/>
            <a:endCxn id="5" idx="1"/>
          </p:cNvCxnSpPr>
          <p:nvPr/>
        </p:nvCxnSpPr>
        <p:spPr>
          <a:xfrm flipV="1">
            <a:off x="4303793" y="1280358"/>
            <a:ext cx="476438" cy="37363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2" name="Straight Arrow Connector 21">
            <a:extLst>
              <a:ext uri="{FF2B5EF4-FFF2-40B4-BE49-F238E27FC236}">
                <a16:creationId xmlns:a16="http://schemas.microsoft.com/office/drawing/2014/main" id="{E9CAA7D3-A7FC-F885-ABCD-89162720D59A}"/>
              </a:ext>
            </a:extLst>
          </p:cNvPr>
          <p:cNvCxnSpPr>
            <a:cxnSpLocks/>
            <a:stCxn id="3" idx="3"/>
            <a:endCxn id="6" idx="1"/>
          </p:cNvCxnSpPr>
          <p:nvPr/>
        </p:nvCxnSpPr>
        <p:spPr>
          <a:xfrm>
            <a:off x="1944696" y="1455732"/>
            <a:ext cx="226079" cy="19825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1" name="Rectangle: Rounded Corners 30">
            <a:extLst>
              <a:ext uri="{FF2B5EF4-FFF2-40B4-BE49-F238E27FC236}">
                <a16:creationId xmlns:a16="http://schemas.microsoft.com/office/drawing/2014/main" id="{BA79E0DE-829E-7004-745E-3E04858BC34B}"/>
              </a:ext>
            </a:extLst>
          </p:cNvPr>
          <p:cNvSpPr/>
          <p:nvPr/>
        </p:nvSpPr>
        <p:spPr>
          <a:xfrm>
            <a:off x="2170775" y="5712326"/>
            <a:ext cx="4572537" cy="736953"/>
          </a:xfrm>
          <a:prstGeom prst="roundRect">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t"/>
          <a:lstStyle/>
          <a:p>
            <a:r>
              <a:rPr lang="en-US" dirty="0"/>
              <a:t>See slide Job Implementation Workflow ACTION for more details</a:t>
            </a:r>
          </a:p>
          <a:p>
            <a:endParaRPr lang="en-US" dirty="0"/>
          </a:p>
        </p:txBody>
      </p:sp>
      <p:sp>
        <p:nvSpPr>
          <p:cNvPr id="42" name="Rectangle: Rounded Corners 41">
            <a:extLst>
              <a:ext uri="{FF2B5EF4-FFF2-40B4-BE49-F238E27FC236}">
                <a16:creationId xmlns:a16="http://schemas.microsoft.com/office/drawing/2014/main" id="{A104AD4A-EA40-5CE1-E52B-E388AE46FA06}"/>
              </a:ext>
            </a:extLst>
          </p:cNvPr>
          <p:cNvSpPr/>
          <p:nvPr/>
        </p:nvSpPr>
        <p:spPr>
          <a:xfrm>
            <a:off x="7947991" y="881097"/>
            <a:ext cx="3205054" cy="1447034"/>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Orchestrator starts cording agents with a broadcast message informing them of each others presence</a:t>
            </a:r>
          </a:p>
        </p:txBody>
      </p:sp>
      <p:cxnSp>
        <p:nvCxnSpPr>
          <p:cNvPr id="52" name="Straight Arrow Connector 51">
            <a:extLst>
              <a:ext uri="{FF2B5EF4-FFF2-40B4-BE49-F238E27FC236}">
                <a16:creationId xmlns:a16="http://schemas.microsoft.com/office/drawing/2014/main" id="{69E51419-17C0-5FED-53B6-0A9F1D1EFE34}"/>
              </a:ext>
            </a:extLst>
          </p:cNvPr>
          <p:cNvCxnSpPr>
            <a:cxnSpLocks/>
            <a:stCxn id="42" idx="2"/>
            <a:endCxn id="4" idx="0"/>
          </p:cNvCxnSpPr>
          <p:nvPr/>
        </p:nvCxnSpPr>
        <p:spPr>
          <a:xfrm>
            <a:off x="9550518" y="2328131"/>
            <a:ext cx="1429732" cy="99789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2930988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B7F50-899C-07DC-3617-DFA9C10A9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285152-8E71-3396-C26E-BBEA99B81ADC}"/>
              </a:ext>
            </a:extLst>
          </p:cNvPr>
          <p:cNvSpPr>
            <a:spLocks noGrp="1"/>
          </p:cNvSpPr>
          <p:nvPr>
            <p:ph type="title"/>
          </p:nvPr>
        </p:nvSpPr>
        <p:spPr>
          <a:xfrm>
            <a:off x="838200" y="365125"/>
            <a:ext cx="10515600" cy="619077"/>
          </a:xfrm>
        </p:spPr>
        <p:txBody>
          <a:bodyPr>
            <a:normAutofit fontScale="90000"/>
          </a:bodyPr>
          <a:lstStyle/>
          <a:p>
            <a:r>
              <a:rPr lang="en-US" dirty="0"/>
              <a:t>360 memory Manager for orchestrator </a:t>
            </a:r>
          </a:p>
        </p:txBody>
      </p:sp>
      <p:sp>
        <p:nvSpPr>
          <p:cNvPr id="11" name="Rectangle: Rounded Corners 10">
            <a:extLst>
              <a:ext uri="{FF2B5EF4-FFF2-40B4-BE49-F238E27FC236}">
                <a16:creationId xmlns:a16="http://schemas.microsoft.com/office/drawing/2014/main" id="{57593CB8-47D3-49BD-94B4-8E23A642A60F}"/>
              </a:ext>
            </a:extLst>
          </p:cNvPr>
          <p:cNvSpPr/>
          <p:nvPr/>
        </p:nvSpPr>
        <p:spPr>
          <a:xfrm>
            <a:off x="716769" y="1072403"/>
            <a:ext cx="2148839" cy="2145447"/>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Manages context of work done in past to assist orchestrator in defining mission for a new project and its jobs</a:t>
            </a:r>
          </a:p>
        </p:txBody>
      </p:sp>
      <p:sp>
        <p:nvSpPr>
          <p:cNvPr id="12" name="Rectangle: Rounded Corners 11">
            <a:extLst>
              <a:ext uri="{FF2B5EF4-FFF2-40B4-BE49-F238E27FC236}">
                <a16:creationId xmlns:a16="http://schemas.microsoft.com/office/drawing/2014/main" id="{6FB09DF8-611E-04F7-7BBF-6DBDBB3BEC92}"/>
              </a:ext>
            </a:extLst>
          </p:cNvPr>
          <p:cNvSpPr/>
          <p:nvPr/>
        </p:nvSpPr>
        <p:spPr>
          <a:xfrm>
            <a:off x="3707759" y="1498194"/>
            <a:ext cx="1352081" cy="150327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 presses [Stage Project]</a:t>
            </a:r>
          </a:p>
        </p:txBody>
      </p:sp>
      <p:sp>
        <p:nvSpPr>
          <p:cNvPr id="67" name="Slide Number Placeholder 66">
            <a:extLst>
              <a:ext uri="{FF2B5EF4-FFF2-40B4-BE49-F238E27FC236}">
                <a16:creationId xmlns:a16="http://schemas.microsoft.com/office/drawing/2014/main" id="{AF63FE36-A6BC-4128-5B0E-69C4F9A68AEF}"/>
              </a:ext>
            </a:extLst>
          </p:cNvPr>
          <p:cNvSpPr>
            <a:spLocks noGrp="1"/>
          </p:cNvSpPr>
          <p:nvPr>
            <p:ph type="sldNum" sz="quarter" idx="12"/>
          </p:nvPr>
        </p:nvSpPr>
        <p:spPr/>
        <p:txBody>
          <a:bodyPr/>
          <a:lstStyle/>
          <a:p>
            <a:fld id="{BC45C7BB-1724-4FC6-81FD-F79A3AB07237}" type="slidenum">
              <a:rPr lang="en-US" smtClean="0"/>
              <a:t>28</a:t>
            </a:fld>
            <a:endParaRPr lang="en-US"/>
          </a:p>
        </p:txBody>
      </p:sp>
      <p:sp>
        <p:nvSpPr>
          <p:cNvPr id="20" name="Rectangle: Rounded Corners 19">
            <a:extLst>
              <a:ext uri="{FF2B5EF4-FFF2-40B4-BE49-F238E27FC236}">
                <a16:creationId xmlns:a16="http://schemas.microsoft.com/office/drawing/2014/main" id="{687F0168-A60F-FC28-F276-735A776B54CD}"/>
              </a:ext>
            </a:extLst>
          </p:cNvPr>
          <p:cNvSpPr/>
          <p:nvPr/>
        </p:nvSpPr>
        <p:spPr>
          <a:xfrm>
            <a:off x="5298071" y="1498193"/>
            <a:ext cx="2561581" cy="150327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Orchestrator collects context data to build mission and to assign jobs to agents</a:t>
            </a:r>
          </a:p>
        </p:txBody>
      </p:sp>
      <p:sp>
        <p:nvSpPr>
          <p:cNvPr id="21" name="Rectangle: Rounded Corners 20">
            <a:extLst>
              <a:ext uri="{FF2B5EF4-FFF2-40B4-BE49-F238E27FC236}">
                <a16:creationId xmlns:a16="http://schemas.microsoft.com/office/drawing/2014/main" id="{B29E0FE3-092E-13A1-3D56-68A7AF808C74}"/>
              </a:ext>
            </a:extLst>
          </p:cNvPr>
          <p:cNvSpPr/>
          <p:nvPr/>
        </p:nvSpPr>
        <p:spPr>
          <a:xfrm>
            <a:off x="8848565" y="652073"/>
            <a:ext cx="2561581" cy="166381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Agents get tuned jobs based on mission including 360 memory</a:t>
            </a:r>
          </a:p>
        </p:txBody>
      </p:sp>
      <p:sp>
        <p:nvSpPr>
          <p:cNvPr id="23" name="Rectangle: Rounded Corners 22">
            <a:extLst>
              <a:ext uri="{FF2B5EF4-FFF2-40B4-BE49-F238E27FC236}">
                <a16:creationId xmlns:a16="http://schemas.microsoft.com/office/drawing/2014/main" id="{DAC6CA9A-9462-4374-4181-0F71859F9D26}"/>
              </a:ext>
            </a:extLst>
          </p:cNvPr>
          <p:cNvSpPr/>
          <p:nvPr/>
        </p:nvSpPr>
        <p:spPr>
          <a:xfrm>
            <a:off x="8425179" y="5252801"/>
            <a:ext cx="2561581" cy="94487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Orchestrator finishes with agent team</a:t>
            </a:r>
          </a:p>
        </p:txBody>
      </p:sp>
      <p:sp>
        <p:nvSpPr>
          <p:cNvPr id="24" name="Rectangle: Rounded Corners 23">
            <a:extLst>
              <a:ext uri="{FF2B5EF4-FFF2-40B4-BE49-F238E27FC236}">
                <a16:creationId xmlns:a16="http://schemas.microsoft.com/office/drawing/2014/main" id="{54508765-C78F-C4C9-1C36-240C4E07D960}"/>
              </a:ext>
            </a:extLst>
          </p:cNvPr>
          <p:cNvSpPr/>
          <p:nvPr/>
        </p:nvSpPr>
        <p:spPr>
          <a:xfrm>
            <a:off x="8366935" y="3484952"/>
            <a:ext cx="2561581" cy="94487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Action phase. Jobs for the current project are executed</a:t>
            </a:r>
          </a:p>
        </p:txBody>
      </p:sp>
      <p:sp>
        <p:nvSpPr>
          <p:cNvPr id="26" name="Rectangle: Rounded Corners 25">
            <a:extLst>
              <a:ext uri="{FF2B5EF4-FFF2-40B4-BE49-F238E27FC236}">
                <a16:creationId xmlns:a16="http://schemas.microsoft.com/office/drawing/2014/main" id="{B9490AEF-6256-FCB6-F8B1-0E859213869C}"/>
              </a:ext>
            </a:extLst>
          </p:cNvPr>
          <p:cNvSpPr/>
          <p:nvPr/>
        </p:nvSpPr>
        <p:spPr>
          <a:xfrm>
            <a:off x="5381833" y="3484951"/>
            <a:ext cx="2561581" cy="1387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Orchestrator runs out of context and needs itself a handover.  This is user monitored, and determined, not automated. User triggers through webapp.</a:t>
            </a:r>
          </a:p>
        </p:txBody>
      </p:sp>
      <p:sp>
        <p:nvSpPr>
          <p:cNvPr id="27" name="Rectangle: Rounded Corners 26">
            <a:extLst>
              <a:ext uri="{FF2B5EF4-FFF2-40B4-BE49-F238E27FC236}">
                <a16:creationId xmlns:a16="http://schemas.microsoft.com/office/drawing/2014/main" id="{6A8B36FF-8682-F137-DC2D-8ADA205206E5}"/>
              </a:ext>
            </a:extLst>
          </p:cNvPr>
          <p:cNvSpPr/>
          <p:nvPr/>
        </p:nvSpPr>
        <p:spPr>
          <a:xfrm>
            <a:off x="319608" y="3334166"/>
            <a:ext cx="2290970" cy="1410857"/>
          </a:xfrm>
          <a:prstGeom prst="roundRect">
            <a:avLst/>
          </a:prstGeom>
          <a:solidFill>
            <a:srgbClr val="FFFF00"/>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As orchestrator is paused/between tasks/ partially finished the User presses [handover] button on implementation </a:t>
            </a:r>
            <a:r>
              <a:rPr lang="en-US" sz="1400" dirty="0" err="1"/>
              <a:t>vue</a:t>
            </a:r>
            <a:r>
              <a:rPr lang="en-US" sz="1400" dirty="0"/>
              <a:t> tab (always present)</a:t>
            </a:r>
          </a:p>
        </p:txBody>
      </p:sp>
      <p:sp>
        <p:nvSpPr>
          <p:cNvPr id="32" name="Rectangle: Rounded Corners 31">
            <a:extLst>
              <a:ext uri="{FF2B5EF4-FFF2-40B4-BE49-F238E27FC236}">
                <a16:creationId xmlns:a16="http://schemas.microsoft.com/office/drawing/2014/main" id="{2E0A29EF-6F36-B31C-99D5-377F0B344CC9}"/>
              </a:ext>
            </a:extLst>
          </p:cNvPr>
          <p:cNvSpPr/>
          <p:nvPr/>
        </p:nvSpPr>
        <p:spPr>
          <a:xfrm>
            <a:off x="196553" y="5118681"/>
            <a:ext cx="4187246" cy="138640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Handover button copies a decommission prompt for the existing orchestrator, with instructions for self-decommission and write 360 memory. .  It also triggers system to create a new orchestrator card,  points to the original project mission, context sources for an orchestrator and 360 memory and then a fresh agent card appears</a:t>
            </a:r>
          </a:p>
        </p:txBody>
      </p:sp>
      <p:sp>
        <p:nvSpPr>
          <p:cNvPr id="34" name="Rectangle: Rounded Corners 33">
            <a:extLst>
              <a:ext uri="{FF2B5EF4-FFF2-40B4-BE49-F238E27FC236}">
                <a16:creationId xmlns:a16="http://schemas.microsoft.com/office/drawing/2014/main" id="{D4984876-D5A2-25F6-6EC5-38FE0759885D}"/>
              </a:ext>
            </a:extLst>
          </p:cNvPr>
          <p:cNvSpPr/>
          <p:nvPr/>
        </p:nvSpPr>
        <p:spPr>
          <a:xfrm>
            <a:off x="2879103" y="3334166"/>
            <a:ext cx="2290970" cy="15881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Users are always in need to view terminals, the web app does not replace this, ever.  It just simplifies the interactions, statuses and communications</a:t>
            </a:r>
          </a:p>
        </p:txBody>
      </p:sp>
      <p:sp>
        <p:nvSpPr>
          <p:cNvPr id="36" name="Rectangle: Rounded Corners 35">
            <a:extLst>
              <a:ext uri="{FF2B5EF4-FFF2-40B4-BE49-F238E27FC236}">
                <a16:creationId xmlns:a16="http://schemas.microsoft.com/office/drawing/2014/main" id="{99774A34-B5BA-2C9D-266E-66E21E17C0C3}"/>
              </a:ext>
            </a:extLst>
          </p:cNvPr>
          <p:cNvSpPr/>
          <p:nvPr/>
        </p:nvSpPr>
        <p:spPr>
          <a:xfrm>
            <a:off x="4953199" y="5005664"/>
            <a:ext cx="2906453" cy="171581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 copies [Launch Agent] button from new orchestrator card , pastes prompt in terminal and new orchestrator takes over</a:t>
            </a:r>
          </a:p>
        </p:txBody>
      </p:sp>
      <p:cxnSp>
        <p:nvCxnSpPr>
          <p:cNvPr id="39" name="Connector: Elbow 38">
            <a:extLst>
              <a:ext uri="{FF2B5EF4-FFF2-40B4-BE49-F238E27FC236}">
                <a16:creationId xmlns:a16="http://schemas.microsoft.com/office/drawing/2014/main" id="{FA597519-CA53-31B2-B8FA-51AF1122EA68}"/>
              </a:ext>
            </a:extLst>
          </p:cNvPr>
          <p:cNvCxnSpPr>
            <a:stCxn id="11" idx="3"/>
            <a:endCxn id="12" idx="1"/>
          </p:cNvCxnSpPr>
          <p:nvPr/>
        </p:nvCxnSpPr>
        <p:spPr>
          <a:xfrm>
            <a:off x="2865608" y="2145127"/>
            <a:ext cx="842151" cy="104703"/>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1" name="Connector: Elbow 40">
            <a:extLst>
              <a:ext uri="{FF2B5EF4-FFF2-40B4-BE49-F238E27FC236}">
                <a16:creationId xmlns:a16="http://schemas.microsoft.com/office/drawing/2014/main" id="{B810472A-62A1-7483-3ED4-079BAB95A37A}"/>
              </a:ext>
            </a:extLst>
          </p:cNvPr>
          <p:cNvCxnSpPr>
            <a:stCxn id="12" idx="3"/>
            <a:endCxn id="20" idx="1"/>
          </p:cNvCxnSpPr>
          <p:nvPr/>
        </p:nvCxnSpPr>
        <p:spPr>
          <a:xfrm flipV="1">
            <a:off x="5059840" y="2249829"/>
            <a:ext cx="238231" cy="1"/>
          </a:xfrm>
          <a:prstGeom prst="bentConnector3">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44" name="Straight Arrow Connector 43">
            <a:extLst>
              <a:ext uri="{FF2B5EF4-FFF2-40B4-BE49-F238E27FC236}">
                <a16:creationId xmlns:a16="http://schemas.microsoft.com/office/drawing/2014/main" id="{F6C6AF25-5BEC-6C26-7DC2-8CD3B1EDB637}"/>
              </a:ext>
            </a:extLst>
          </p:cNvPr>
          <p:cNvCxnSpPr>
            <a:stCxn id="20" idx="3"/>
            <a:endCxn id="21" idx="1"/>
          </p:cNvCxnSpPr>
          <p:nvPr/>
        </p:nvCxnSpPr>
        <p:spPr>
          <a:xfrm flipV="1">
            <a:off x="7859652" y="1483981"/>
            <a:ext cx="988913" cy="76584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46" name="Straight Arrow Connector 45">
            <a:extLst>
              <a:ext uri="{FF2B5EF4-FFF2-40B4-BE49-F238E27FC236}">
                <a16:creationId xmlns:a16="http://schemas.microsoft.com/office/drawing/2014/main" id="{9C2417ED-82F5-DB15-AA09-5C152EBAC8AC}"/>
              </a:ext>
            </a:extLst>
          </p:cNvPr>
          <p:cNvCxnSpPr>
            <a:cxnSpLocks/>
            <a:stCxn id="21" idx="2"/>
            <a:endCxn id="70" idx="0"/>
          </p:cNvCxnSpPr>
          <p:nvPr/>
        </p:nvCxnSpPr>
        <p:spPr>
          <a:xfrm flipH="1">
            <a:off x="9974630" y="2315889"/>
            <a:ext cx="154726" cy="31430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0" name="Straight Arrow Connector 49">
            <a:extLst>
              <a:ext uri="{FF2B5EF4-FFF2-40B4-BE49-F238E27FC236}">
                <a16:creationId xmlns:a16="http://schemas.microsoft.com/office/drawing/2014/main" id="{0B7DE74F-F2DB-CC41-519F-DDABE5AFB0E3}"/>
              </a:ext>
            </a:extLst>
          </p:cNvPr>
          <p:cNvCxnSpPr>
            <a:stCxn id="24" idx="1"/>
            <a:endCxn id="26" idx="3"/>
          </p:cNvCxnSpPr>
          <p:nvPr/>
        </p:nvCxnSpPr>
        <p:spPr>
          <a:xfrm flipH="1">
            <a:off x="7943414" y="3957390"/>
            <a:ext cx="423521" cy="22115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2" name="Straight Arrow Connector 51">
            <a:extLst>
              <a:ext uri="{FF2B5EF4-FFF2-40B4-BE49-F238E27FC236}">
                <a16:creationId xmlns:a16="http://schemas.microsoft.com/office/drawing/2014/main" id="{55FDE184-7AA3-0514-8997-35407B409B12}"/>
              </a:ext>
            </a:extLst>
          </p:cNvPr>
          <p:cNvCxnSpPr>
            <a:stCxn id="26" idx="1"/>
            <a:endCxn id="34" idx="3"/>
          </p:cNvCxnSpPr>
          <p:nvPr/>
        </p:nvCxnSpPr>
        <p:spPr>
          <a:xfrm flipH="1" flipV="1">
            <a:off x="5170073" y="4128240"/>
            <a:ext cx="211760" cy="5030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5" name="Straight Arrow Connector 54">
            <a:extLst>
              <a:ext uri="{FF2B5EF4-FFF2-40B4-BE49-F238E27FC236}">
                <a16:creationId xmlns:a16="http://schemas.microsoft.com/office/drawing/2014/main" id="{16F5E4FD-060B-A81A-BBD3-D0DA03626EA5}"/>
              </a:ext>
            </a:extLst>
          </p:cNvPr>
          <p:cNvCxnSpPr>
            <a:cxnSpLocks/>
            <a:stCxn id="34" idx="1"/>
            <a:endCxn id="27" idx="3"/>
          </p:cNvCxnSpPr>
          <p:nvPr/>
        </p:nvCxnSpPr>
        <p:spPr>
          <a:xfrm flipH="1" flipV="1">
            <a:off x="2610578" y="4039595"/>
            <a:ext cx="268525" cy="8864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8" name="Straight Arrow Connector 57">
            <a:extLst>
              <a:ext uri="{FF2B5EF4-FFF2-40B4-BE49-F238E27FC236}">
                <a16:creationId xmlns:a16="http://schemas.microsoft.com/office/drawing/2014/main" id="{F63D5EFA-6500-0C49-42F9-F29952C79122}"/>
              </a:ext>
            </a:extLst>
          </p:cNvPr>
          <p:cNvCxnSpPr>
            <a:cxnSpLocks/>
            <a:stCxn id="27" idx="2"/>
            <a:endCxn id="32" idx="0"/>
          </p:cNvCxnSpPr>
          <p:nvPr/>
        </p:nvCxnSpPr>
        <p:spPr>
          <a:xfrm>
            <a:off x="1465093" y="4745023"/>
            <a:ext cx="825083" cy="37365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61" name="Straight Arrow Connector 60">
            <a:extLst>
              <a:ext uri="{FF2B5EF4-FFF2-40B4-BE49-F238E27FC236}">
                <a16:creationId xmlns:a16="http://schemas.microsoft.com/office/drawing/2014/main" id="{D560197F-85B5-AA5E-239F-C2F687E7286A}"/>
              </a:ext>
            </a:extLst>
          </p:cNvPr>
          <p:cNvCxnSpPr>
            <a:cxnSpLocks/>
            <a:stCxn id="32" idx="3"/>
            <a:endCxn id="36" idx="1"/>
          </p:cNvCxnSpPr>
          <p:nvPr/>
        </p:nvCxnSpPr>
        <p:spPr>
          <a:xfrm>
            <a:off x="4383799" y="5811886"/>
            <a:ext cx="569400" cy="5168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64" name="Straight Arrow Connector 63">
            <a:extLst>
              <a:ext uri="{FF2B5EF4-FFF2-40B4-BE49-F238E27FC236}">
                <a16:creationId xmlns:a16="http://schemas.microsoft.com/office/drawing/2014/main" id="{20DA5CC4-B025-C28F-201D-5A59F3481BC2}"/>
              </a:ext>
            </a:extLst>
          </p:cNvPr>
          <p:cNvCxnSpPr>
            <a:cxnSpLocks/>
            <a:stCxn id="36" idx="3"/>
            <a:endCxn id="23" idx="1"/>
          </p:cNvCxnSpPr>
          <p:nvPr/>
        </p:nvCxnSpPr>
        <p:spPr>
          <a:xfrm flipV="1">
            <a:off x="7859652" y="5725239"/>
            <a:ext cx="565527" cy="13833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66" name="Straight Arrow Connector 65">
            <a:extLst>
              <a:ext uri="{FF2B5EF4-FFF2-40B4-BE49-F238E27FC236}">
                <a16:creationId xmlns:a16="http://schemas.microsoft.com/office/drawing/2014/main" id="{375E41B0-B26E-87BA-F161-747E98760CAF}"/>
              </a:ext>
            </a:extLst>
          </p:cNvPr>
          <p:cNvCxnSpPr>
            <a:stCxn id="24" idx="2"/>
            <a:endCxn id="23" idx="0"/>
          </p:cNvCxnSpPr>
          <p:nvPr/>
        </p:nvCxnSpPr>
        <p:spPr>
          <a:xfrm>
            <a:off x="9647726" y="4429828"/>
            <a:ext cx="58244" cy="82297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70" name="Rectangle: Rounded Corners 69">
            <a:extLst>
              <a:ext uri="{FF2B5EF4-FFF2-40B4-BE49-F238E27FC236}">
                <a16:creationId xmlns:a16="http://schemas.microsoft.com/office/drawing/2014/main" id="{F2848425-6055-CD45-7CA5-61DE904A5940}"/>
              </a:ext>
            </a:extLst>
          </p:cNvPr>
          <p:cNvSpPr/>
          <p:nvPr/>
        </p:nvSpPr>
        <p:spPr>
          <a:xfrm>
            <a:off x="8693839" y="2630193"/>
            <a:ext cx="2561581" cy="60651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 launches Jobs</a:t>
            </a:r>
          </a:p>
        </p:txBody>
      </p:sp>
      <p:cxnSp>
        <p:nvCxnSpPr>
          <p:cNvPr id="76" name="Straight Arrow Connector 75">
            <a:extLst>
              <a:ext uri="{FF2B5EF4-FFF2-40B4-BE49-F238E27FC236}">
                <a16:creationId xmlns:a16="http://schemas.microsoft.com/office/drawing/2014/main" id="{75ED0880-18D5-B3DB-D65E-E9081A062EE3}"/>
              </a:ext>
            </a:extLst>
          </p:cNvPr>
          <p:cNvCxnSpPr>
            <a:stCxn id="70" idx="2"/>
            <a:endCxn id="24" idx="0"/>
          </p:cNvCxnSpPr>
          <p:nvPr/>
        </p:nvCxnSpPr>
        <p:spPr>
          <a:xfrm flipH="1">
            <a:off x="9647726" y="3236706"/>
            <a:ext cx="326904" cy="24824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0071694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8B2CF-B954-64E7-B5CF-7700D8D05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0E731-1CC0-2CC6-D232-ECEE88CD0CE4}"/>
              </a:ext>
            </a:extLst>
          </p:cNvPr>
          <p:cNvSpPr>
            <a:spLocks noGrp="1"/>
          </p:cNvSpPr>
          <p:nvPr>
            <p:ph type="title"/>
          </p:nvPr>
        </p:nvSpPr>
        <p:spPr>
          <a:xfrm>
            <a:off x="8884" y="79669"/>
            <a:ext cx="9310707" cy="619077"/>
          </a:xfrm>
        </p:spPr>
        <p:txBody>
          <a:bodyPr>
            <a:noAutofit/>
          </a:bodyPr>
          <a:lstStyle/>
          <a:p>
            <a:r>
              <a:rPr lang="en-US" sz="3200" dirty="0"/>
              <a:t>360 memory Manager for subagents multi terminal CLI </a:t>
            </a:r>
          </a:p>
        </p:txBody>
      </p:sp>
      <p:sp>
        <p:nvSpPr>
          <p:cNvPr id="11" name="Rectangle: Rounded Corners 10">
            <a:extLst>
              <a:ext uri="{FF2B5EF4-FFF2-40B4-BE49-F238E27FC236}">
                <a16:creationId xmlns:a16="http://schemas.microsoft.com/office/drawing/2014/main" id="{95D29D93-86DC-6092-1E9A-929A53BF8A3D}"/>
              </a:ext>
            </a:extLst>
          </p:cNvPr>
          <p:cNvSpPr/>
          <p:nvPr/>
        </p:nvSpPr>
        <p:spPr>
          <a:xfrm>
            <a:off x="716769" y="1072403"/>
            <a:ext cx="2148839" cy="2145447"/>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Manages context of work done in past to assist orchestrator and agents in defining how to proceed</a:t>
            </a:r>
          </a:p>
        </p:txBody>
      </p:sp>
      <p:sp>
        <p:nvSpPr>
          <p:cNvPr id="12" name="Rectangle: Rounded Corners 11">
            <a:extLst>
              <a:ext uri="{FF2B5EF4-FFF2-40B4-BE49-F238E27FC236}">
                <a16:creationId xmlns:a16="http://schemas.microsoft.com/office/drawing/2014/main" id="{96DC590F-B0CF-8018-60DB-D29DDA279C44}"/>
              </a:ext>
            </a:extLst>
          </p:cNvPr>
          <p:cNvSpPr/>
          <p:nvPr/>
        </p:nvSpPr>
        <p:spPr>
          <a:xfrm>
            <a:off x="3707759" y="1498194"/>
            <a:ext cx="1352081" cy="150327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 presses [Stage Project]</a:t>
            </a:r>
          </a:p>
        </p:txBody>
      </p:sp>
      <p:sp>
        <p:nvSpPr>
          <p:cNvPr id="67" name="Slide Number Placeholder 66">
            <a:extLst>
              <a:ext uri="{FF2B5EF4-FFF2-40B4-BE49-F238E27FC236}">
                <a16:creationId xmlns:a16="http://schemas.microsoft.com/office/drawing/2014/main" id="{E3A0EEF1-0602-15EB-6722-F0ABC8E0935A}"/>
              </a:ext>
            </a:extLst>
          </p:cNvPr>
          <p:cNvSpPr>
            <a:spLocks noGrp="1"/>
          </p:cNvSpPr>
          <p:nvPr>
            <p:ph type="sldNum" sz="quarter" idx="12"/>
          </p:nvPr>
        </p:nvSpPr>
        <p:spPr/>
        <p:txBody>
          <a:bodyPr/>
          <a:lstStyle/>
          <a:p>
            <a:fld id="{BC45C7BB-1724-4FC6-81FD-F79A3AB07237}" type="slidenum">
              <a:rPr lang="en-US" smtClean="0"/>
              <a:t>29</a:t>
            </a:fld>
            <a:endParaRPr lang="en-US"/>
          </a:p>
        </p:txBody>
      </p:sp>
      <p:sp>
        <p:nvSpPr>
          <p:cNvPr id="20" name="Rectangle: Rounded Corners 19">
            <a:extLst>
              <a:ext uri="{FF2B5EF4-FFF2-40B4-BE49-F238E27FC236}">
                <a16:creationId xmlns:a16="http://schemas.microsoft.com/office/drawing/2014/main" id="{52F607CD-9BE0-930F-893B-FB8D2148E47A}"/>
              </a:ext>
            </a:extLst>
          </p:cNvPr>
          <p:cNvSpPr/>
          <p:nvPr/>
        </p:nvSpPr>
        <p:spPr>
          <a:xfrm>
            <a:off x="5298071" y="1498193"/>
            <a:ext cx="2561581" cy="150327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Orchestrator collects context data to build mission and to assign jobs to agents</a:t>
            </a:r>
          </a:p>
        </p:txBody>
      </p:sp>
      <p:sp>
        <p:nvSpPr>
          <p:cNvPr id="21" name="Rectangle: Rounded Corners 20">
            <a:extLst>
              <a:ext uri="{FF2B5EF4-FFF2-40B4-BE49-F238E27FC236}">
                <a16:creationId xmlns:a16="http://schemas.microsoft.com/office/drawing/2014/main" id="{85472BB2-7738-3165-EABA-064E531D4BF5}"/>
              </a:ext>
            </a:extLst>
          </p:cNvPr>
          <p:cNvSpPr/>
          <p:nvPr/>
        </p:nvSpPr>
        <p:spPr>
          <a:xfrm>
            <a:off x="8848565" y="652073"/>
            <a:ext cx="2561581" cy="166381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Agents reads tuned jobs based on mission including 360 memory</a:t>
            </a:r>
          </a:p>
          <a:p>
            <a:pPr algn="ctr"/>
            <a:endParaRPr lang="en-US" dirty="0"/>
          </a:p>
        </p:txBody>
      </p:sp>
      <p:sp>
        <p:nvSpPr>
          <p:cNvPr id="23" name="Rectangle: Rounded Corners 22">
            <a:extLst>
              <a:ext uri="{FF2B5EF4-FFF2-40B4-BE49-F238E27FC236}">
                <a16:creationId xmlns:a16="http://schemas.microsoft.com/office/drawing/2014/main" id="{CCDC52DE-030C-1CCA-6AD8-7F9255F28426}"/>
              </a:ext>
            </a:extLst>
          </p:cNvPr>
          <p:cNvSpPr/>
          <p:nvPr/>
        </p:nvSpPr>
        <p:spPr>
          <a:xfrm>
            <a:off x="8155174" y="4922314"/>
            <a:ext cx="2561581" cy="11197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Agent finished the job</a:t>
            </a:r>
          </a:p>
          <a:p>
            <a:pPr algn="ctr"/>
            <a:r>
              <a:rPr lang="en-US" dirty="0"/>
              <a:t>Reports completed on badge</a:t>
            </a:r>
          </a:p>
        </p:txBody>
      </p:sp>
      <p:sp>
        <p:nvSpPr>
          <p:cNvPr id="24" name="Rectangle: Rounded Corners 23">
            <a:extLst>
              <a:ext uri="{FF2B5EF4-FFF2-40B4-BE49-F238E27FC236}">
                <a16:creationId xmlns:a16="http://schemas.microsoft.com/office/drawing/2014/main" id="{4940F867-7148-B232-0FEC-407750567819}"/>
              </a:ext>
            </a:extLst>
          </p:cNvPr>
          <p:cNvSpPr/>
          <p:nvPr/>
        </p:nvSpPr>
        <p:spPr>
          <a:xfrm>
            <a:off x="8366935" y="3484952"/>
            <a:ext cx="2561581" cy="94487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Action phase. Jobs for the current project are executed</a:t>
            </a:r>
          </a:p>
        </p:txBody>
      </p:sp>
      <p:sp>
        <p:nvSpPr>
          <p:cNvPr id="26" name="Rectangle: Rounded Corners 25">
            <a:extLst>
              <a:ext uri="{FF2B5EF4-FFF2-40B4-BE49-F238E27FC236}">
                <a16:creationId xmlns:a16="http://schemas.microsoft.com/office/drawing/2014/main" id="{8BF7C7AA-C661-F396-DCE8-1143665828E2}"/>
              </a:ext>
            </a:extLst>
          </p:cNvPr>
          <p:cNvSpPr/>
          <p:nvPr/>
        </p:nvSpPr>
        <p:spPr>
          <a:xfrm>
            <a:off x="5381833" y="3484951"/>
            <a:ext cx="2561581" cy="1387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Agent runs out of context and needs to be replaced. This is user monitored, and determined, not automated. User triggers through webapp.</a:t>
            </a:r>
          </a:p>
        </p:txBody>
      </p:sp>
      <p:sp>
        <p:nvSpPr>
          <p:cNvPr id="27" name="Rectangle: Rounded Corners 26">
            <a:extLst>
              <a:ext uri="{FF2B5EF4-FFF2-40B4-BE49-F238E27FC236}">
                <a16:creationId xmlns:a16="http://schemas.microsoft.com/office/drawing/2014/main" id="{01B2E536-301F-D34A-EFCB-401CCD05C233}"/>
              </a:ext>
            </a:extLst>
          </p:cNvPr>
          <p:cNvSpPr/>
          <p:nvPr/>
        </p:nvSpPr>
        <p:spPr>
          <a:xfrm>
            <a:off x="319608" y="3358616"/>
            <a:ext cx="2290970" cy="1386408"/>
          </a:xfrm>
          <a:prstGeom prst="roundRect">
            <a:avLst/>
          </a:prstGeom>
          <a:solidFill>
            <a:srgbClr val="FFFF00"/>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As agent is paused/between tasks/ partially finished the User presses [handover] button on agent card (always present)</a:t>
            </a:r>
          </a:p>
        </p:txBody>
      </p:sp>
      <p:sp>
        <p:nvSpPr>
          <p:cNvPr id="32" name="Rectangle: Rounded Corners 31">
            <a:extLst>
              <a:ext uri="{FF2B5EF4-FFF2-40B4-BE49-F238E27FC236}">
                <a16:creationId xmlns:a16="http://schemas.microsoft.com/office/drawing/2014/main" id="{380466D3-206E-57EA-AE33-AF8BE65CBB1F}"/>
              </a:ext>
            </a:extLst>
          </p:cNvPr>
          <p:cNvSpPr/>
          <p:nvPr/>
        </p:nvSpPr>
        <p:spPr>
          <a:xfrm>
            <a:off x="196552" y="5118681"/>
            <a:ext cx="3447087" cy="138640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Handover button copies a decommission prompt for the existing agent, with instructions for self-decommission and write 360 memory.  It also triggers system to create a new agent card,  backend copies the original </a:t>
            </a:r>
            <a:r>
              <a:rPr lang="en-US" sz="1200" dirty="0" err="1"/>
              <a:t>agent_ID</a:t>
            </a:r>
            <a:r>
              <a:rPr lang="en-US" sz="1200" dirty="0"/>
              <a:t> mission to the new </a:t>
            </a:r>
            <a:r>
              <a:rPr lang="en-US" sz="1200" dirty="0" err="1"/>
              <a:t>agent_ID</a:t>
            </a:r>
            <a:r>
              <a:rPr lang="en-US" sz="1200" dirty="0"/>
              <a:t> mission and then a fresh agent card appears</a:t>
            </a:r>
          </a:p>
        </p:txBody>
      </p:sp>
      <p:sp>
        <p:nvSpPr>
          <p:cNvPr id="34" name="Rectangle: Rounded Corners 33">
            <a:extLst>
              <a:ext uri="{FF2B5EF4-FFF2-40B4-BE49-F238E27FC236}">
                <a16:creationId xmlns:a16="http://schemas.microsoft.com/office/drawing/2014/main" id="{3BF4FE73-97F7-8F4C-E76B-53742BAFCC0D}"/>
              </a:ext>
            </a:extLst>
          </p:cNvPr>
          <p:cNvSpPr/>
          <p:nvPr/>
        </p:nvSpPr>
        <p:spPr>
          <a:xfrm>
            <a:off x="2879103" y="3334166"/>
            <a:ext cx="2290970" cy="15881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Users are always in need to view terminals, the web app does not replace this, ever.  It just simplifies the interactions, statuses and communications</a:t>
            </a:r>
          </a:p>
        </p:txBody>
      </p:sp>
      <p:cxnSp>
        <p:nvCxnSpPr>
          <p:cNvPr id="39" name="Connector: Elbow 38">
            <a:extLst>
              <a:ext uri="{FF2B5EF4-FFF2-40B4-BE49-F238E27FC236}">
                <a16:creationId xmlns:a16="http://schemas.microsoft.com/office/drawing/2014/main" id="{69C0F48A-1DF7-D897-7F90-EBCF68A5C6F0}"/>
              </a:ext>
            </a:extLst>
          </p:cNvPr>
          <p:cNvCxnSpPr>
            <a:stCxn id="11" idx="3"/>
            <a:endCxn id="12" idx="1"/>
          </p:cNvCxnSpPr>
          <p:nvPr/>
        </p:nvCxnSpPr>
        <p:spPr>
          <a:xfrm>
            <a:off x="2865608" y="2145127"/>
            <a:ext cx="842151" cy="104703"/>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1" name="Connector: Elbow 40">
            <a:extLst>
              <a:ext uri="{FF2B5EF4-FFF2-40B4-BE49-F238E27FC236}">
                <a16:creationId xmlns:a16="http://schemas.microsoft.com/office/drawing/2014/main" id="{3B5EB5E3-C2A0-A0C8-FED1-589D97420041}"/>
              </a:ext>
            </a:extLst>
          </p:cNvPr>
          <p:cNvCxnSpPr>
            <a:stCxn id="12" idx="3"/>
            <a:endCxn id="20" idx="1"/>
          </p:cNvCxnSpPr>
          <p:nvPr/>
        </p:nvCxnSpPr>
        <p:spPr>
          <a:xfrm flipV="1">
            <a:off x="5059840" y="2249829"/>
            <a:ext cx="238231" cy="1"/>
          </a:xfrm>
          <a:prstGeom prst="bentConnector3">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44" name="Straight Arrow Connector 43">
            <a:extLst>
              <a:ext uri="{FF2B5EF4-FFF2-40B4-BE49-F238E27FC236}">
                <a16:creationId xmlns:a16="http://schemas.microsoft.com/office/drawing/2014/main" id="{B5B18D62-902E-5F2A-9575-1AD960C09D12}"/>
              </a:ext>
            </a:extLst>
          </p:cNvPr>
          <p:cNvCxnSpPr>
            <a:stCxn id="20" idx="3"/>
            <a:endCxn id="21" idx="1"/>
          </p:cNvCxnSpPr>
          <p:nvPr/>
        </p:nvCxnSpPr>
        <p:spPr>
          <a:xfrm flipV="1">
            <a:off x="7859652" y="1483981"/>
            <a:ext cx="988913" cy="76584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46" name="Straight Arrow Connector 45">
            <a:extLst>
              <a:ext uri="{FF2B5EF4-FFF2-40B4-BE49-F238E27FC236}">
                <a16:creationId xmlns:a16="http://schemas.microsoft.com/office/drawing/2014/main" id="{52FC86B8-82A1-3D5C-1E62-A876B75EBFCF}"/>
              </a:ext>
            </a:extLst>
          </p:cNvPr>
          <p:cNvCxnSpPr>
            <a:cxnSpLocks/>
            <a:stCxn id="21" idx="2"/>
            <a:endCxn id="70" idx="0"/>
          </p:cNvCxnSpPr>
          <p:nvPr/>
        </p:nvCxnSpPr>
        <p:spPr>
          <a:xfrm flipH="1">
            <a:off x="9974630" y="2315889"/>
            <a:ext cx="154726" cy="31430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0" name="Straight Arrow Connector 49">
            <a:extLst>
              <a:ext uri="{FF2B5EF4-FFF2-40B4-BE49-F238E27FC236}">
                <a16:creationId xmlns:a16="http://schemas.microsoft.com/office/drawing/2014/main" id="{61DB367D-1824-0714-8DD9-F243367498C0}"/>
              </a:ext>
            </a:extLst>
          </p:cNvPr>
          <p:cNvCxnSpPr>
            <a:stCxn id="24" idx="1"/>
            <a:endCxn id="26" idx="3"/>
          </p:cNvCxnSpPr>
          <p:nvPr/>
        </p:nvCxnSpPr>
        <p:spPr>
          <a:xfrm flipH="1">
            <a:off x="7943414" y="3957390"/>
            <a:ext cx="423521" cy="22115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2" name="Straight Arrow Connector 51">
            <a:extLst>
              <a:ext uri="{FF2B5EF4-FFF2-40B4-BE49-F238E27FC236}">
                <a16:creationId xmlns:a16="http://schemas.microsoft.com/office/drawing/2014/main" id="{1A378E32-5CE1-CED6-8587-99C7AB527057}"/>
              </a:ext>
            </a:extLst>
          </p:cNvPr>
          <p:cNvCxnSpPr>
            <a:stCxn id="26" idx="1"/>
            <a:endCxn id="34" idx="3"/>
          </p:cNvCxnSpPr>
          <p:nvPr/>
        </p:nvCxnSpPr>
        <p:spPr>
          <a:xfrm flipH="1" flipV="1">
            <a:off x="5170073" y="4128240"/>
            <a:ext cx="211760" cy="5030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5" name="Straight Arrow Connector 54">
            <a:extLst>
              <a:ext uri="{FF2B5EF4-FFF2-40B4-BE49-F238E27FC236}">
                <a16:creationId xmlns:a16="http://schemas.microsoft.com/office/drawing/2014/main" id="{4D9F5A2C-F2DE-B95D-A1B1-8B843B2AA594}"/>
              </a:ext>
            </a:extLst>
          </p:cNvPr>
          <p:cNvCxnSpPr>
            <a:cxnSpLocks/>
            <a:stCxn id="34" idx="1"/>
            <a:endCxn id="27" idx="3"/>
          </p:cNvCxnSpPr>
          <p:nvPr/>
        </p:nvCxnSpPr>
        <p:spPr>
          <a:xfrm flipH="1" flipV="1">
            <a:off x="2610578" y="4051820"/>
            <a:ext cx="268525" cy="7642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8" name="Straight Arrow Connector 57">
            <a:extLst>
              <a:ext uri="{FF2B5EF4-FFF2-40B4-BE49-F238E27FC236}">
                <a16:creationId xmlns:a16="http://schemas.microsoft.com/office/drawing/2014/main" id="{4DD0EB15-6983-8CBA-A9E4-BEA536196EB6}"/>
              </a:ext>
            </a:extLst>
          </p:cNvPr>
          <p:cNvCxnSpPr>
            <a:cxnSpLocks/>
            <a:stCxn id="27" idx="2"/>
            <a:endCxn id="32" idx="0"/>
          </p:cNvCxnSpPr>
          <p:nvPr/>
        </p:nvCxnSpPr>
        <p:spPr>
          <a:xfrm>
            <a:off x="1465093" y="4745024"/>
            <a:ext cx="455003" cy="37365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61" name="Straight Arrow Connector 60">
            <a:extLst>
              <a:ext uri="{FF2B5EF4-FFF2-40B4-BE49-F238E27FC236}">
                <a16:creationId xmlns:a16="http://schemas.microsoft.com/office/drawing/2014/main" id="{13DD4E3F-7996-F0BD-84BD-9154C4E86E8D}"/>
              </a:ext>
            </a:extLst>
          </p:cNvPr>
          <p:cNvCxnSpPr>
            <a:cxnSpLocks/>
            <a:stCxn id="32" idx="3"/>
            <a:endCxn id="7" idx="1"/>
          </p:cNvCxnSpPr>
          <p:nvPr/>
        </p:nvCxnSpPr>
        <p:spPr>
          <a:xfrm flipV="1">
            <a:off x="3643639" y="5811885"/>
            <a:ext cx="294918" cy="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64" name="Straight Arrow Connector 63">
            <a:extLst>
              <a:ext uri="{FF2B5EF4-FFF2-40B4-BE49-F238E27FC236}">
                <a16:creationId xmlns:a16="http://schemas.microsoft.com/office/drawing/2014/main" id="{21B8DEE5-503D-0AF8-9106-31498833228F}"/>
              </a:ext>
            </a:extLst>
          </p:cNvPr>
          <p:cNvCxnSpPr>
            <a:cxnSpLocks/>
            <a:stCxn id="7" idx="3"/>
            <a:endCxn id="23" idx="1"/>
          </p:cNvCxnSpPr>
          <p:nvPr/>
        </p:nvCxnSpPr>
        <p:spPr>
          <a:xfrm flipV="1">
            <a:off x="5809184" y="5482192"/>
            <a:ext cx="2345990" cy="32969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66" name="Straight Arrow Connector 65">
            <a:extLst>
              <a:ext uri="{FF2B5EF4-FFF2-40B4-BE49-F238E27FC236}">
                <a16:creationId xmlns:a16="http://schemas.microsoft.com/office/drawing/2014/main" id="{8439750C-32DB-8FDB-C4EE-BD43C33C5E1E}"/>
              </a:ext>
            </a:extLst>
          </p:cNvPr>
          <p:cNvCxnSpPr>
            <a:cxnSpLocks/>
            <a:stCxn id="24" idx="2"/>
            <a:endCxn id="23" idx="0"/>
          </p:cNvCxnSpPr>
          <p:nvPr/>
        </p:nvCxnSpPr>
        <p:spPr>
          <a:xfrm flipH="1">
            <a:off x="9435965" y="4429828"/>
            <a:ext cx="211761" cy="49248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70" name="Rectangle: Rounded Corners 69">
            <a:extLst>
              <a:ext uri="{FF2B5EF4-FFF2-40B4-BE49-F238E27FC236}">
                <a16:creationId xmlns:a16="http://schemas.microsoft.com/office/drawing/2014/main" id="{75C69F3E-8947-3965-778F-66511729B8A9}"/>
              </a:ext>
            </a:extLst>
          </p:cNvPr>
          <p:cNvSpPr/>
          <p:nvPr/>
        </p:nvSpPr>
        <p:spPr>
          <a:xfrm>
            <a:off x="8693839" y="2630193"/>
            <a:ext cx="2561581" cy="60651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 launches Jobs</a:t>
            </a:r>
          </a:p>
        </p:txBody>
      </p:sp>
      <p:cxnSp>
        <p:nvCxnSpPr>
          <p:cNvPr id="76" name="Straight Arrow Connector 75">
            <a:extLst>
              <a:ext uri="{FF2B5EF4-FFF2-40B4-BE49-F238E27FC236}">
                <a16:creationId xmlns:a16="http://schemas.microsoft.com/office/drawing/2014/main" id="{4E26D717-5F70-3457-2984-BA7152EF6E16}"/>
              </a:ext>
            </a:extLst>
          </p:cNvPr>
          <p:cNvCxnSpPr>
            <a:stCxn id="70" idx="2"/>
            <a:endCxn id="24" idx="0"/>
          </p:cNvCxnSpPr>
          <p:nvPr/>
        </p:nvCxnSpPr>
        <p:spPr>
          <a:xfrm flipH="1">
            <a:off x="9647726" y="3236706"/>
            <a:ext cx="326904" cy="24824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7" name="Rectangle: Rounded Corners 6">
            <a:extLst>
              <a:ext uri="{FF2B5EF4-FFF2-40B4-BE49-F238E27FC236}">
                <a16:creationId xmlns:a16="http://schemas.microsoft.com/office/drawing/2014/main" id="{C8C42882-DA87-B7BF-B9E3-EBC21F3A39D6}"/>
              </a:ext>
            </a:extLst>
          </p:cNvPr>
          <p:cNvSpPr/>
          <p:nvPr/>
        </p:nvSpPr>
        <p:spPr>
          <a:xfrm>
            <a:off x="3938557" y="5081871"/>
            <a:ext cx="1870627" cy="146002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User clicks [Launch Agent] on new agent card and agent starts working</a:t>
            </a:r>
          </a:p>
        </p:txBody>
      </p:sp>
    </p:spTree>
    <p:extLst>
      <p:ext uri="{BB962C8B-B14F-4D97-AF65-F5344CB8AC3E}">
        <p14:creationId xmlns:p14="http://schemas.microsoft.com/office/powerpoint/2010/main" val="3821459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0ACDE-F9E7-9815-2392-D719FABAD4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08609-4639-430C-AFBE-933B59E02076}"/>
              </a:ext>
            </a:extLst>
          </p:cNvPr>
          <p:cNvSpPr>
            <a:spLocks noGrp="1"/>
          </p:cNvSpPr>
          <p:nvPr>
            <p:ph type="title"/>
          </p:nvPr>
        </p:nvSpPr>
        <p:spPr>
          <a:xfrm>
            <a:off x="337019" y="362731"/>
            <a:ext cx="8511546" cy="619077"/>
          </a:xfrm>
        </p:spPr>
        <p:txBody>
          <a:bodyPr>
            <a:noAutofit/>
          </a:bodyPr>
          <a:lstStyle/>
          <a:p>
            <a:r>
              <a:rPr lang="en-US" sz="3200" dirty="0"/>
              <a:t>360 memory Manager for subagents Claude Code</a:t>
            </a:r>
          </a:p>
        </p:txBody>
      </p:sp>
      <p:sp>
        <p:nvSpPr>
          <p:cNvPr id="11" name="Rectangle: Rounded Corners 10">
            <a:extLst>
              <a:ext uri="{FF2B5EF4-FFF2-40B4-BE49-F238E27FC236}">
                <a16:creationId xmlns:a16="http://schemas.microsoft.com/office/drawing/2014/main" id="{F50F2BD1-9195-DDC9-4EA4-3B27A003C323}"/>
              </a:ext>
            </a:extLst>
          </p:cNvPr>
          <p:cNvSpPr/>
          <p:nvPr/>
        </p:nvSpPr>
        <p:spPr>
          <a:xfrm>
            <a:off x="716769" y="1072403"/>
            <a:ext cx="2148839" cy="2145447"/>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Manages context of work done in past to assist orchestrator in defining mission for subagents</a:t>
            </a:r>
          </a:p>
        </p:txBody>
      </p:sp>
      <p:sp>
        <p:nvSpPr>
          <p:cNvPr id="12" name="Rectangle: Rounded Corners 11">
            <a:extLst>
              <a:ext uri="{FF2B5EF4-FFF2-40B4-BE49-F238E27FC236}">
                <a16:creationId xmlns:a16="http://schemas.microsoft.com/office/drawing/2014/main" id="{8A458031-2473-A4D2-FA35-A0CC32FFEC38}"/>
              </a:ext>
            </a:extLst>
          </p:cNvPr>
          <p:cNvSpPr/>
          <p:nvPr/>
        </p:nvSpPr>
        <p:spPr>
          <a:xfrm>
            <a:off x="3707759" y="1498194"/>
            <a:ext cx="1352081" cy="150327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 presses [Stage Project]</a:t>
            </a:r>
          </a:p>
        </p:txBody>
      </p:sp>
      <p:sp>
        <p:nvSpPr>
          <p:cNvPr id="67" name="Slide Number Placeholder 66">
            <a:extLst>
              <a:ext uri="{FF2B5EF4-FFF2-40B4-BE49-F238E27FC236}">
                <a16:creationId xmlns:a16="http://schemas.microsoft.com/office/drawing/2014/main" id="{90D5D73D-125B-2E22-60B4-12E95B4E3556}"/>
              </a:ext>
            </a:extLst>
          </p:cNvPr>
          <p:cNvSpPr>
            <a:spLocks noGrp="1"/>
          </p:cNvSpPr>
          <p:nvPr>
            <p:ph type="sldNum" sz="quarter" idx="12"/>
          </p:nvPr>
        </p:nvSpPr>
        <p:spPr/>
        <p:txBody>
          <a:bodyPr/>
          <a:lstStyle/>
          <a:p>
            <a:fld id="{BC45C7BB-1724-4FC6-81FD-F79A3AB07237}" type="slidenum">
              <a:rPr lang="en-US" smtClean="0"/>
              <a:t>30</a:t>
            </a:fld>
            <a:endParaRPr lang="en-US"/>
          </a:p>
        </p:txBody>
      </p:sp>
      <p:sp>
        <p:nvSpPr>
          <p:cNvPr id="20" name="Rectangle: Rounded Corners 19">
            <a:extLst>
              <a:ext uri="{FF2B5EF4-FFF2-40B4-BE49-F238E27FC236}">
                <a16:creationId xmlns:a16="http://schemas.microsoft.com/office/drawing/2014/main" id="{B8BC83C4-1EFA-0018-AB38-A803FD4B2BC6}"/>
              </a:ext>
            </a:extLst>
          </p:cNvPr>
          <p:cNvSpPr/>
          <p:nvPr/>
        </p:nvSpPr>
        <p:spPr>
          <a:xfrm>
            <a:off x="5298071" y="1498193"/>
            <a:ext cx="2561581" cy="150327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Orchestrator collects context data to build mission and to assign jobs to agents</a:t>
            </a:r>
          </a:p>
        </p:txBody>
      </p:sp>
      <p:sp>
        <p:nvSpPr>
          <p:cNvPr id="21" name="Rectangle: Rounded Corners 20">
            <a:extLst>
              <a:ext uri="{FF2B5EF4-FFF2-40B4-BE49-F238E27FC236}">
                <a16:creationId xmlns:a16="http://schemas.microsoft.com/office/drawing/2014/main" id="{7C73DAD1-41DF-BC26-F6B9-C149BD133734}"/>
              </a:ext>
            </a:extLst>
          </p:cNvPr>
          <p:cNvSpPr/>
          <p:nvPr/>
        </p:nvSpPr>
        <p:spPr>
          <a:xfrm>
            <a:off x="8848565" y="652073"/>
            <a:ext cx="2561581" cy="166381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Agents get tuned jobs based on mission including 360 memory</a:t>
            </a:r>
          </a:p>
        </p:txBody>
      </p:sp>
      <p:sp>
        <p:nvSpPr>
          <p:cNvPr id="23" name="Rectangle: Rounded Corners 22">
            <a:extLst>
              <a:ext uri="{FF2B5EF4-FFF2-40B4-BE49-F238E27FC236}">
                <a16:creationId xmlns:a16="http://schemas.microsoft.com/office/drawing/2014/main" id="{58038700-921A-97AD-641E-71B3CBF01B59}"/>
              </a:ext>
            </a:extLst>
          </p:cNvPr>
          <p:cNvSpPr/>
          <p:nvPr/>
        </p:nvSpPr>
        <p:spPr>
          <a:xfrm>
            <a:off x="1776259" y="3706110"/>
            <a:ext cx="2561581" cy="94487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Orchestrator finishes with agent team</a:t>
            </a:r>
          </a:p>
        </p:txBody>
      </p:sp>
      <p:sp>
        <p:nvSpPr>
          <p:cNvPr id="24" name="Rectangle: Rounded Corners 23">
            <a:extLst>
              <a:ext uri="{FF2B5EF4-FFF2-40B4-BE49-F238E27FC236}">
                <a16:creationId xmlns:a16="http://schemas.microsoft.com/office/drawing/2014/main" id="{719744EF-CC03-A0B2-40C0-54283B3D6B78}"/>
              </a:ext>
            </a:extLst>
          </p:cNvPr>
          <p:cNvSpPr/>
          <p:nvPr/>
        </p:nvSpPr>
        <p:spPr>
          <a:xfrm>
            <a:off x="8693839" y="3540221"/>
            <a:ext cx="2561581" cy="138719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Jobs for the current project are executed and managed by </a:t>
            </a:r>
            <a:r>
              <a:rPr lang="en-US" dirty="0" err="1"/>
              <a:t>orcheestrator</a:t>
            </a:r>
            <a:endParaRPr lang="en-US" dirty="0"/>
          </a:p>
        </p:txBody>
      </p:sp>
      <p:sp>
        <p:nvSpPr>
          <p:cNvPr id="26" name="Rectangle: Rounded Corners 25">
            <a:extLst>
              <a:ext uri="{FF2B5EF4-FFF2-40B4-BE49-F238E27FC236}">
                <a16:creationId xmlns:a16="http://schemas.microsoft.com/office/drawing/2014/main" id="{4F55D0B3-AEAF-E78F-6EAF-2C1AA0743CFD}"/>
              </a:ext>
            </a:extLst>
          </p:cNvPr>
          <p:cNvSpPr/>
          <p:nvPr/>
        </p:nvSpPr>
        <p:spPr>
          <a:xfrm>
            <a:off x="5381833" y="3484951"/>
            <a:ext cx="2561581" cy="1387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Claude Code orchestrator manages, and spawns' subagents as needed to finish the job</a:t>
            </a:r>
          </a:p>
        </p:txBody>
      </p:sp>
      <p:cxnSp>
        <p:nvCxnSpPr>
          <p:cNvPr id="39" name="Connector: Elbow 38">
            <a:extLst>
              <a:ext uri="{FF2B5EF4-FFF2-40B4-BE49-F238E27FC236}">
                <a16:creationId xmlns:a16="http://schemas.microsoft.com/office/drawing/2014/main" id="{F3126D0F-8B6C-9005-E359-33FEF8359B55}"/>
              </a:ext>
            </a:extLst>
          </p:cNvPr>
          <p:cNvCxnSpPr>
            <a:stCxn id="11" idx="3"/>
            <a:endCxn id="12" idx="1"/>
          </p:cNvCxnSpPr>
          <p:nvPr/>
        </p:nvCxnSpPr>
        <p:spPr>
          <a:xfrm>
            <a:off x="2865608" y="2145127"/>
            <a:ext cx="842151" cy="104703"/>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1" name="Connector: Elbow 40">
            <a:extLst>
              <a:ext uri="{FF2B5EF4-FFF2-40B4-BE49-F238E27FC236}">
                <a16:creationId xmlns:a16="http://schemas.microsoft.com/office/drawing/2014/main" id="{2C303619-FEB8-47CF-96EE-48C67AA269A0}"/>
              </a:ext>
            </a:extLst>
          </p:cNvPr>
          <p:cNvCxnSpPr>
            <a:stCxn id="12" idx="3"/>
            <a:endCxn id="20" idx="1"/>
          </p:cNvCxnSpPr>
          <p:nvPr/>
        </p:nvCxnSpPr>
        <p:spPr>
          <a:xfrm flipV="1">
            <a:off x="5059840" y="2249829"/>
            <a:ext cx="238231" cy="1"/>
          </a:xfrm>
          <a:prstGeom prst="bentConnector3">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44" name="Straight Arrow Connector 43">
            <a:extLst>
              <a:ext uri="{FF2B5EF4-FFF2-40B4-BE49-F238E27FC236}">
                <a16:creationId xmlns:a16="http://schemas.microsoft.com/office/drawing/2014/main" id="{02E57FDA-2679-9C38-E653-D18A8C2811A9}"/>
              </a:ext>
            </a:extLst>
          </p:cNvPr>
          <p:cNvCxnSpPr>
            <a:stCxn id="20" idx="3"/>
            <a:endCxn id="21" idx="1"/>
          </p:cNvCxnSpPr>
          <p:nvPr/>
        </p:nvCxnSpPr>
        <p:spPr>
          <a:xfrm flipV="1">
            <a:off x="7859652" y="1483981"/>
            <a:ext cx="988913" cy="76584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46" name="Straight Arrow Connector 45">
            <a:extLst>
              <a:ext uri="{FF2B5EF4-FFF2-40B4-BE49-F238E27FC236}">
                <a16:creationId xmlns:a16="http://schemas.microsoft.com/office/drawing/2014/main" id="{E4140ABC-50D6-C4C3-B436-40A483928BEE}"/>
              </a:ext>
            </a:extLst>
          </p:cNvPr>
          <p:cNvCxnSpPr>
            <a:cxnSpLocks/>
            <a:stCxn id="21" idx="2"/>
            <a:endCxn id="70" idx="0"/>
          </p:cNvCxnSpPr>
          <p:nvPr/>
        </p:nvCxnSpPr>
        <p:spPr>
          <a:xfrm>
            <a:off x="10129356" y="2315889"/>
            <a:ext cx="42501" cy="31430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0" name="Straight Arrow Connector 49">
            <a:extLst>
              <a:ext uri="{FF2B5EF4-FFF2-40B4-BE49-F238E27FC236}">
                <a16:creationId xmlns:a16="http://schemas.microsoft.com/office/drawing/2014/main" id="{685FDDA8-BA84-5BD7-2727-1A87A10C9E3E}"/>
              </a:ext>
            </a:extLst>
          </p:cNvPr>
          <p:cNvCxnSpPr>
            <a:cxnSpLocks/>
            <a:stCxn id="24" idx="1"/>
            <a:endCxn id="26" idx="3"/>
          </p:cNvCxnSpPr>
          <p:nvPr/>
        </p:nvCxnSpPr>
        <p:spPr>
          <a:xfrm flipH="1" flipV="1">
            <a:off x="7943414" y="4178549"/>
            <a:ext cx="750425" cy="5526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64" name="Straight Arrow Connector 63">
            <a:extLst>
              <a:ext uri="{FF2B5EF4-FFF2-40B4-BE49-F238E27FC236}">
                <a16:creationId xmlns:a16="http://schemas.microsoft.com/office/drawing/2014/main" id="{ADAE3229-8F96-B6BE-7505-9E8F6AD49D79}"/>
              </a:ext>
            </a:extLst>
          </p:cNvPr>
          <p:cNvCxnSpPr>
            <a:cxnSpLocks/>
            <a:stCxn id="26" idx="1"/>
            <a:endCxn id="23" idx="3"/>
          </p:cNvCxnSpPr>
          <p:nvPr/>
        </p:nvCxnSpPr>
        <p:spPr>
          <a:xfrm flipH="1" flipV="1">
            <a:off x="4337840" y="4178548"/>
            <a:ext cx="1043993" cy="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70" name="Rectangle: Rounded Corners 69">
            <a:extLst>
              <a:ext uri="{FF2B5EF4-FFF2-40B4-BE49-F238E27FC236}">
                <a16:creationId xmlns:a16="http://schemas.microsoft.com/office/drawing/2014/main" id="{69165678-73A7-8720-5DE0-84E5712196B4}"/>
              </a:ext>
            </a:extLst>
          </p:cNvPr>
          <p:cNvSpPr/>
          <p:nvPr/>
        </p:nvSpPr>
        <p:spPr>
          <a:xfrm>
            <a:off x="8693839" y="2630193"/>
            <a:ext cx="2956036" cy="60651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 launches Jobs in singular terminal window</a:t>
            </a:r>
          </a:p>
        </p:txBody>
      </p:sp>
      <p:cxnSp>
        <p:nvCxnSpPr>
          <p:cNvPr id="76" name="Straight Arrow Connector 75">
            <a:extLst>
              <a:ext uri="{FF2B5EF4-FFF2-40B4-BE49-F238E27FC236}">
                <a16:creationId xmlns:a16="http://schemas.microsoft.com/office/drawing/2014/main" id="{7FB77763-5A03-D36F-B00B-969254EB1181}"/>
              </a:ext>
            </a:extLst>
          </p:cNvPr>
          <p:cNvCxnSpPr>
            <a:cxnSpLocks/>
            <a:stCxn id="70" idx="2"/>
            <a:endCxn id="24" idx="0"/>
          </p:cNvCxnSpPr>
          <p:nvPr/>
        </p:nvCxnSpPr>
        <p:spPr>
          <a:xfrm flipH="1">
            <a:off x="9974630" y="3236706"/>
            <a:ext cx="197227" cy="30351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2953468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7B0AD-1F22-1D1F-D3F2-783AECB40B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798AB0-3C0E-832D-E989-B7ED6EA89587}"/>
              </a:ext>
            </a:extLst>
          </p:cNvPr>
          <p:cNvSpPr>
            <a:spLocks noGrp="1"/>
          </p:cNvSpPr>
          <p:nvPr>
            <p:ph type="title"/>
          </p:nvPr>
        </p:nvSpPr>
        <p:spPr>
          <a:xfrm>
            <a:off x="711975" y="493082"/>
            <a:ext cx="10515600" cy="619077"/>
          </a:xfrm>
        </p:spPr>
        <p:txBody>
          <a:bodyPr>
            <a:normAutofit fontScale="90000"/>
          </a:bodyPr>
          <a:lstStyle/>
          <a:p>
            <a:r>
              <a:rPr lang="en-US" dirty="0"/>
              <a:t>Job Staging Workflow Part 1</a:t>
            </a:r>
          </a:p>
        </p:txBody>
      </p:sp>
      <p:sp>
        <p:nvSpPr>
          <p:cNvPr id="3" name="Rectangle: Rounded Corners 2">
            <a:extLst>
              <a:ext uri="{FF2B5EF4-FFF2-40B4-BE49-F238E27FC236}">
                <a16:creationId xmlns:a16="http://schemas.microsoft.com/office/drawing/2014/main" id="{17BA7B30-3B54-3D5D-7132-B9F32F1144E6}"/>
              </a:ext>
            </a:extLst>
          </p:cNvPr>
          <p:cNvSpPr/>
          <p:nvPr/>
        </p:nvSpPr>
        <p:spPr>
          <a:xfrm>
            <a:off x="711975" y="2540776"/>
            <a:ext cx="2373251" cy="50605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Project is Activated</a:t>
            </a:r>
          </a:p>
        </p:txBody>
      </p:sp>
      <p:sp>
        <p:nvSpPr>
          <p:cNvPr id="25" name="Rectangle: Rounded Corners 24">
            <a:extLst>
              <a:ext uri="{FF2B5EF4-FFF2-40B4-BE49-F238E27FC236}">
                <a16:creationId xmlns:a16="http://schemas.microsoft.com/office/drawing/2014/main" id="{52D5C3C7-18EE-E2C2-39B2-66F606492358}"/>
              </a:ext>
            </a:extLst>
          </p:cNvPr>
          <p:cNvSpPr/>
          <p:nvPr/>
        </p:nvSpPr>
        <p:spPr>
          <a:xfrm>
            <a:off x="3392344" y="2365093"/>
            <a:ext cx="1782263" cy="85742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Unique product link is created</a:t>
            </a:r>
          </a:p>
        </p:txBody>
      </p:sp>
      <p:sp>
        <p:nvSpPr>
          <p:cNvPr id="26" name="Rectangle: Rounded Corners 25">
            <a:extLst>
              <a:ext uri="{FF2B5EF4-FFF2-40B4-BE49-F238E27FC236}">
                <a16:creationId xmlns:a16="http://schemas.microsoft.com/office/drawing/2014/main" id="{E167C513-ADDE-7AC0-D2F7-88DA0B56E4D2}"/>
              </a:ext>
            </a:extLst>
          </p:cNvPr>
          <p:cNvSpPr/>
          <p:nvPr/>
        </p:nvSpPr>
        <p:spPr>
          <a:xfrm>
            <a:off x="5765595" y="2458913"/>
            <a:ext cx="3315001" cy="664268"/>
          </a:xfrm>
          <a:prstGeom prst="round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200" dirty="0"/>
              <a:t>http://</a:t>
            </a:r>
          </a:p>
          <a:p>
            <a:pPr algn="ctr"/>
            <a:r>
              <a:rPr lang="en-US" sz="1200" dirty="0"/>
              <a:t>{host or IP}:port/projects/{</a:t>
            </a:r>
            <a:r>
              <a:rPr lang="en-US" sz="1200" dirty="0" err="1"/>
              <a:t>project_ID</a:t>
            </a:r>
            <a:r>
              <a:rPr lang="en-US" sz="1200" dirty="0"/>
              <a:t>}?via=jobs</a:t>
            </a:r>
          </a:p>
        </p:txBody>
      </p:sp>
      <p:sp>
        <p:nvSpPr>
          <p:cNvPr id="27" name="Rectangle: Rounded Corners 26">
            <a:extLst>
              <a:ext uri="{FF2B5EF4-FFF2-40B4-BE49-F238E27FC236}">
                <a16:creationId xmlns:a16="http://schemas.microsoft.com/office/drawing/2014/main" id="{89418187-9F9C-EF77-EDAA-8FEDB90ADA7A}"/>
              </a:ext>
            </a:extLst>
          </p:cNvPr>
          <p:cNvSpPr/>
          <p:nvPr/>
        </p:nvSpPr>
        <p:spPr>
          <a:xfrm>
            <a:off x="9743129" y="1693863"/>
            <a:ext cx="2216779" cy="152865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Reachable via [Launch Project] button in project list or Jobs left side nav</a:t>
            </a:r>
          </a:p>
        </p:txBody>
      </p:sp>
      <p:sp>
        <p:nvSpPr>
          <p:cNvPr id="28" name="Rectangle: Rounded Corners 27">
            <a:extLst>
              <a:ext uri="{FF2B5EF4-FFF2-40B4-BE49-F238E27FC236}">
                <a16:creationId xmlns:a16="http://schemas.microsoft.com/office/drawing/2014/main" id="{BAE03266-ADB5-04A8-3A1E-64B6A85CDC13}"/>
              </a:ext>
            </a:extLst>
          </p:cNvPr>
          <p:cNvSpPr/>
          <p:nvPr/>
        </p:nvSpPr>
        <p:spPr>
          <a:xfrm>
            <a:off x="62821" y="3628537"/>
            <a:ext cx="2967141" cy="87555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Page appears with</a:t>
            </a:r>
          </a:p>
          <a:p>
            <a:pPr algn="ctr"/>
            <a:r>
              <a:rPr lang="en-US" dirty="0"/>
              <a:t> [ Stage Project] Button</a:t>
            </a:r>
          </a:p>
          <a:p>
            <a:pPr algn="ctr"/>
            <a:r>
              <a:rPr lang="en-US" dirty="0"/>
              <a:t>Startin in </a:t>
            </a:r>
            <a:r>
              <a:rPr lang="en-US" dirty="0" err="1"/>
              <a:t>vue</a:t>
            </a:r>
            <a:r>
              <a:rPr lang="en-US" dirty="0"/>
              <a:t> TAB ‘Launch’</a:t>
            </a:r>
          </a:p>
        </p:txBody>
      </p:sp>
      <p:cxnSp>
        <p:nvCxnSpPr>
          <p:cNvPr id="34" name="Straight Arrow Connector 33">
            <a:extLst>
              <a:ext uri="{FF2B5EF4-FFF2-40B4-BE49-F238E27FC236}">
                <a16:creationId xmlns:a16="http://schemas.microsoft.com/office/drawing/2014/main" id="{115F1299-955E-18BD-F198-34FFFDD9A047}"/>
              </a:ext>
            </a:extLst>
          </p:cNvPr>
          <p:cNvCxnSpPr>
            <a:cxnSpLocks/>
            <a:stCxn id="3" idx="3"/>
            <a:endCxn id="25" idx="1"/>
          </p:cNvCxnSpPr>
          <p:nvPr/>
        </p:nvCxnSpPr>
        <p:spPr>
          <a:xfrm flipV="1">
            <a:off x="3085226" y="2793804"/>
            <a:ext cx="307118"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3AB3F87F-F82D-4284-4B11-FC98EA16B9B1}"/>
              </a:ext>
            </a:extLst>
          </p:cNvPr>
          <p:cNvCxnSpPr>
            <a:cxnSpLocks/>
            <a:stCxn id="25" idx="3"/>
            <a:endCxn id="26" idx="1"/>
          </p:cNvCxnSpPr>
          <p:nvPr/>
        </p:nvCxnSpPr>
        <p:spPr>
          <a:xfrm flipV="1">
            <a:off x="5174607" y="2791047"/>
            <a:ext cx="590988" cy="275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66E14F2D-925E-D310-622C-4E61BCBF1A7A}"/>
              </a:ext>
            </a:extLst>
          </p:cNvPr>
          <p:cNvCxnSpPr>
            <a:cxnSpLocks/>
            <a:stCxn id="26" idx="3"/>
          </p:cNvCxnSpPr>
          <p:nvPr/>
        </p:nvCxnSpPr>
        <p:spPr>
          <a:xfrm>
            <a:off x="9080596" y="2791047"/>
            <a:ext cx="662533"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8" name="Connector: Elbow 37">
            <a:extLst>
              <a:ext uri="{FF2B5EF4-FFF2-40B4-BE49-F238E27FC236}">
                <a16:creationId xmlns:a16="http://schemas.microsoft.com/office/drawing/2014/main" id="{2E8BD93F-BAE3-8065-1BC3-B7374DD36A4D}"/>
              </a:ext>
            </a:extLst>
          </p:cNvPr>
          <p:cNvCxnSpPr>
            <a:cxnSpLocks/>
            <a:stCxn id="27" idx="2"/>
            <a:endCxn id="28" idx="0"/>
          </p:cNvCxnSpPr>
          <p:nvPr/>
        </p:nvCxnSpPr>
        <p:spPr>
          <a:xfrm rot="5400000">
            <a:off x="5995945" y="-1227037"/>
            <a:ext cx="406022" cy="9305127"/>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9" name="Straight Arrow Connector 38">
            <a:extLst>
              <a:ext uri="{FF2B5EF4-FFF2-40B4-BE49-F238E27FC236}">
                <a16:creationId xmlns:a16="http://schemas.microsoft.com/office/drawing/2014/main" id="{8C6F7BE3-AB3C-41E8-0C7A-01CDBF0A07E1}"/>
              </a:ext>
            </a:extLst>
          </p:cNvPr>
          <p:cNvCxnSpPr>
            <a:cxnSpLocks/>
            <a:stCxn id="28" idx="3"/>
            <a:endCxn id="5" idx="1"/>
          </p:cNvCxnSpPr>
          <p:nvPr/>
        </p:nvCxnSpPr>
        <p:spPr>
          <a:xfrm flipV="1">
            <a:off x="3029962" y="4002547"/>
            <a:ext cx="443686" cy="6376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0" name="Rectangle: Rounded Corners 9">
            <a:extLst>
              <a:ext uri="{FF2B5EF4-FFF2-40B4-BE49-F238E27FC236}">
                <a16:creationId xmlns:a16="http://schemas.microsoft.com/office/drawing/2014/main" id="{74F9C33C-1014-FF1A-7F67-14614E19EFE1}"/>
              </a:ext>
            </a:extLst>
          </p:cNvPr>
          <p:cNvSpPr/>
          <p:nvPr/>
        </p:nvSpPr>
        <p:spPr>
          <a:xfrm>
            <a:off x="6440789" y="3614652"/>
            <a:ext cx="2844128" cy="78284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An empty “Orchestrator Generated Mission” window appears</a:t>
            </a:r>
          </a:p>
        </p:txBody>
      </p:sp>
      <p:cxnSp>
        <p:nvCxnSpPr>
          <p:cNvPr id="11" name="Straight Arrow Connector 10">
            <a:extLst>
              <a:ext uri="{FF2B5EF4-FFF2-40B4-BE49-F238E27FC236}">
                <a16:creationId xmlns:a16="http://schemas.microsoft.com/office/drawing/2014/main" id="{001229CD-5876-6C83-4372-240446F42BC3}"/>
              </a:ext>
            </a:extLst>
          </p:cNvPr>
          <p:cNvCxnSpPr>
            <a:cxnSpLocks/>
            <a:stCxn id="5" idx="3"/>
            <a:endCxn id="10" idx="1"/>
          </p:cNvCxnSpPr>
          <p:nvPr/>
        </p:nvCxnSpPr>
        <p:spPr>
          <a:xfrm>
            <a:off x="6049900" y="4002547"/>
            <a:ext cx="390889" cy="352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3" name="Rectangle: Rounded Corners 22">
            <a:extLst>
              <a:ext uri="{FF2B5EF4-FFF2-40B4-BE49-F238E27FC236}">
                <a16:creationId xmlns:a16="http://schemas.microsoft.com/office/drawing/2014/main" id="{38D5791E-91EB-C301-A56F-50184CF96219}"/>
              </a:ext>
            </a:extLst>
          </p:cNvPr>
          <p:cNvSpPr/>
          <p:nvPr/>
        </p:nvSpPr>
        <p:spPr>
          <a:xfrm>
            <a:off x="8973856" y="4504089"/>
            <a:ext cx="2373251" cy="1852261"/>
          </a:xfrm>
          <a:prstGeom prst="roundRect">
            <a:avLst/>
          </a:prstGeom>
          <a:solidFill>
            <a:srgbClr val="FFFF00"/>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t>Initial Agent card for the system specified Orchestrator Agent appears with {</a:t>
            </a:r>
            <a:r>
              <a:rPr lang="en-US" dirty="0" err="1"/>
              <a:t>agent_ID</a:t>
            </a:r>
            <a:r>
              <a:rPr lang="en-US" dirty="0"/>
              <a:t>}</a:t>
            </a:r>
          </a:p>
        </p:txBody>
      </p:sp>
      <p:sp>
        <p:nvSpPr>
          <p:cNvPr id="5" name="Rectangle: Rounded Corners 4">
            <a:extLst>
              <a:ext uri="{FF2B5EF4-FFF2-40B4-BE49-F238E27FC236}">
                <a16:creationId xmlns:a16="http://schemas.microsoft.com/office/drawing/2014/main" id="{46B28C5F-E427-1E14-C746-DD9CF4806614}"/>
              </a:ext>
            </a:extLst>
          </p:cNvPr>
          <p:cNvSpPr/>
          <p:nvPr/>
        </p:nvSpPr>
        <p:spPr>
          <a:xfrm>
            <a:off x="3473648" y="3719878"/>
            <a:ext cx="2576252" cy="56533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The project description appear and is editable</a:t>
            </a:r>
          </a:p>
        </p:txBody>
      </p:sp>
      <p:sp>
        <p:nvSpPr>
          <p:cNvPr id="111" name="Title 1">
            <a:extLst>
              <a:ext uri="{FF2B5EF4-FFF2-40B4-BE49-F238E27FC236}">
                <a16:creationId xmlns:a16="http://schemas.microsoft.com/office/drawing/2014/main" id="{F77DB1FE-9CA2-98EC-61DE-8B4835AA6EBB}"/>
              </a:ext>
            </a:extLst>
          </p:cNvPr>
          <p:cNvSpPr txBox="1">
            <a:spLocks/>
          </p:cNvSpPr>
          <p:nvPr/>
        </p:nvSpPr>
        <p:spPr>
          <a:xfrm>
            <a:off x="550604" y="4893957"/>
            <a:ext cx="3584075" cy="619077"/>
          </a:xfrm>
          <a:prstGeom prst="rect">
            <a:avLst/>
          </a:prstGeom>
          <a:ln>
            <a:solidFill>
              <a:schemeClr val="tx1"/>
            </a:solidFill>
          </a:ln>
        </p:spPr>
        <p:txBody>
          <a:bodyPr vert="horz" lIns="91440" tIns="45720" rIns="91440" bIns="45720" rtlCol="0" anchor="ctr">
            <a:normAutofit fontScale="5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See Job Staging Workflow Part 2, slide 27</a:t>
            </a:r>
          </a:p>
        </p:txBody>
      </p:sp>
      <p:cxnSp>
        <p:nvCxnSpPr>
          <p:cNvPr id="117" name="Connector: Elbow 116">
            <a:extLst>
              <a:ext uri="{FF2B5EF4-FFF2-40B4-BE49-F238E27FC236}">
                <a16:creationId xmlns:a16="http://schemas.microsoft.com/office/drawing/2014/main" id="{1DE4C457-EC22-4E33-F8FE-6F3A9A4E87B6}"/>
              </a:ext>
            </a:extLst>
          </p:cNvPr>
          <p:cNvCxnSpPr>
            <a:cxnSpLocks/>
            <a:stCxn id="10" idx="3"/>
            <a:endCxn id="23" idx="0"/>
          </p:cNvCxnSpPr>
          <p:nvPr/>
        </p:nvCxnSpPr>
        <p:spPr>
          <a:xfrm>
            <a:off x="9284917" y="4006075"/>
            <a:ext cx="875565" cy="498014"/>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sp>
        <p:nvSpPr>
          <p:cNvPr id="120" name="Rectangle: Rounded Corners 119">
            <a:extLst>
              <a:ext uri="{FF2B5EF4-FFF2-40B4-BE49-F238E27FC236}">
                <a16:creationId xmlns:a16="http://schemas.microsoft.com/office/drawing/2014/main" id="{E44441A3-2D38-321C-E6E0-32107A9D4EE0}"/>
              </a:ext>
            </a:extLst>
          </p:cNvPr>
          <p:cNvSpPr/>
          <p:nvPr/>
        </p:nvSpPr>
        <p:spPr>
          <a:xfrm>
            <a:off x="686381" y="1060829"/>
            <a:ext cx="6496196" cy="664268"/>
          </a:xfrm>
          <a:prstGeom prst="round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400" dirty="0"/>
              <a:t>http://{host or IP}:port/projects/{</a:t>
            </a:r>
            <a:r>
              <a:rPr lang="en-US" sz="1400" dirty="0" err="1"/>
              <a:t>project_ID</a:t>
            </a:r>
            <a:r>
              <a:rPr lang="en-US" sz="1400" dirty="0"/>
              <a:t>}?via=jobs </a:t>
            </a:r>
            <a:r>
              <a:rPr lang="en-US" sz="1400" dirty="0" err="1"/>
              <a:t>vue</a:t>
            </a:r>
            <a:r>
              <a:rPr lang="en-US" sz="1400" dirty="0"/>
              <a:t> TAB called ‘Launch’</a:t>
            </a:r>
          </a:p>
        </p:txBody>
      </p:sp>
      <p:sp>
        <p:nvSpPr>
          <p:cNvPr id="121" name="Slide Number Placeholder 120">
            <a:extLst>
              <a:ext uri="{FF2B5EF4-FFF2-40B4-BE49-F238E27FC236}">
                <a16:creationId xmlns:a16="http://schemas.microsoft.com/office/drawing/2014/main" id="{C360738C-DA3B-9A16-C91D-1022AA2D0DF3}"/>
              </a:ext>
            </a:extLst>
          </p:cNvPr>
          <p:cNvSpPr>
            <a:spLocks noGrp="1"/>
          </p:cNvSpPr>
          <p:nvPr>
            <p:ph type="sldNum" sz="quarter" idx="12"/>
          </p:nvPr>
        </p:nvSpPr>
        <p:spPr/>
        <p:txBody>
          <a:bodyPr/>
          <a:lstStyle/>
          <a:p>
            <a:fld id="{BC45C7BB-1724-4FC6-81FD-F79A3AB07237}" type="slidenum">
              <a:rPr lang="en-US" smtClean="0"/>
              <a:t>31</a:t>
            </a:fld>
            <a:endParaRPr lang="en-US"/>
          </a:p>
        </p:txBody>
      </p:sp>
      <p:sp>
        <p:nvSpPr>
          <p:cNvPr id="12" name="Rectangle: Rounded Corners 11">
            <a:extLst>
              <a:ext uri="{FF2B5EF4-FFF2-40B4-BE49-F238E27FC236}">
                <a16:creationId xmlns:a16="http://schemas.microsoft.com/office/drawing/2014/main" id="{99F65B32-E818-9D91-841B-5491D690758E}"/>
              </a:ext>
            </a:extLst>
          </p:cNvPr>
          <p:cNvSpPr/>
          <p:nvPr/>
        </p:nvSpPr>
        <p:spPr>
          <a:xfrm>
            <a:off x="5018725" y="4746413"/>
            <a:ext cx="2844128" cy="105845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This Orchestrator role definition is injected into the copyable prompt</a:t>
            </a:r>
          </a:p>
        </p:txBody>
      </p:sp>
      <p:cxnSp>
        <p:nvCxnSpPr>
          <p:cNvPr id="13" name="Connector: Elbow 12">
            <a:extLst>
              <a:ext uri="{FF2B5EF4-FFF2-40B4-BE49-F238E27FC236}">
                <a16:creationId xmlns:a16="http://schemas.microsoft.com/office/drawing/2014/main" id="{AC4070B7-37BB-48B9-C4ED-F0F87D024E76}"/>
              </a:ext>
            </a:extLst>
          </p:cNvPr>
          <p:cNvCxnSpPr>
            <a:cxnSpLocks/>
            <a:stCxn id="23" idx="1"/>
            <a:endCxn id="12" idx="3"/>
          </p:cNvCxnSpPr>
          <p:nvPr/>
        </p:nvCxnSpPr>
        <p:spPr>
          <a:xfrm rot="10800000">
            <a:off x="7862854" y="5275642"/>
            <a:ext cx="1111003" cy="154578"/>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7" name="Connector: Elbow 16">
            <a:extLst>
              <a:ext uri="{FF2B5EF4-FFF2-40B4-BE49-F238E27FC236}">
                <a16:creationId xmlns:a16="http://schemas.microsoft.com/office/drawing/2014/main" id="{D52836CA-3E89-AEEA-C022-274129E212F9}"/>
              </a:ext>
            </a:extLst>
          </p:cNvPr>
          <p:cNvCxnSpPr>
            <a:cxnSpLocks/>
            <a:stCxn id="12" idx="1"/>
            <a:endCxn id="111" idx="3"/>
          </p:cNvCxnSpPr>
          <p:nvPr/>
        </p:nvCxnSpPr>
        <p:spPr>
          <a:xfrm rot="10800000">
            <a:off x="4134679" y="5203496"/>
            <a:ext cx="884046" cy="72146"/>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1183139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6B41F-6983-3F5D-C432-F97E64E0C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89AE0-5411-CC88-69A7-F46E8CFA1350}"/>
              </a:ext>
            </a:extLst>
          </p:cNvPr>
          <p:cNvSpPr>
            <a:spLocks noGrp="1"/>
          </p:cNvSpPr>
          <p:nvPr>
            <p:ph type="title"/>
          </p:nvPr>
        </p:nvSpPr>
        <p:spPr>
          <a:xfrm>
            <a:off x="838200" y="365125"/>
            <a:ext cx="10515600" cy="619077"/>
          </a:xfrm>
        </p:spPr>
        <p:txBody>
          <a:bodyPr>
            <a:normAutofit fontScale="90000"/>
          </a:bodyPr>
          <a:lstStyle/>
          <a:p>
            <a:r>
              <a:rPr lang="en-US" dirty="0"/>
              <a:t>Job Staging Workflow Part 2</a:t>
            </a:r>
          </a:p>
        </p:txBody>
      </p:sp>
      <p:sp>
        <p:nvSpPr>
          <p:cNvPr id="29" name="Rectangle: Rounded Corners 28">
            <a:extLst>
              <a:ext uri="{FF2B5EF4-FFF2-40B4-BE49-F238E27FC236}">
                <a16:creationId xmlns:a16="http://schemas.microsoft.com/office/drawing/2014/main" id="{7ADD7D75-F88A-3AA5-BCB0-A25C7C1C718B}"/>
              </a:ext>
            </a:extLst>
          </p:cNvPr>
          <p:cNvSpPr/>
          <p:nvPr/>
        </p:nvSpPr>
        <p:spPr>
          <a:xfrm>
            <a:off x="234758" y="2484865"/>
            <a:ext cx="2782472" cy="214923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Button creates prompt for copy and paste into a terminal running  Agentic AI coding tool so it can stage the job for the project</a:t>
            </a:r>
          </a:p>
        </p:txBody>
      </p:sp>
      <p:sp>
        <p:nvSpPr>
          <p:cNvPr id="44" name="Rectangle: Rounded Corners 43">
            <a:extLst>
              <a:ext uri="{FF2B5EF4-FFF2-40B4-BE49-F238E27FC236}">
                <a16:creationId xmlns:a16="http://schemas.microsoft.com/office/drawing/2014/main" id="{88D51471-13E2-879B-D375-6008849585FB}"/>
              </a:ext>
            </a:extLst>
          </p:cNvPr>
          <p:cNvSpPr/>
          <p:nvPr/>
        </p:nvSpPr>
        <p:spPr>
          <a:xfrm>
            <a:off x="481825" y="5220812"/>
            <a:ext cx="2288337" cy="81552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User copies and pastes Prompt</a:t>
            </a:r>
          </a:p>
        </p:txBody>
      </p:sp>
      <p:sp>
        <p:nvSpPr>
          <p:cNvPr id="37" name="Rectangle: Rounded Corners 36">
            <a:extLst>
              <a:ext uri="{FF2B5EF4-FFF2-40B4-BE49-F238E27FC236}">
                <a16:creationId xmlns:a16="http://schemas.microsoft.com/office/drawing/2014/main" id="{15EF45A2-ADA1-6BBA-C3B8-AA02517750F0}"/>
              </a:ext>
            </a:extLst>
          </p:cNvPr>
          <p:cNvSpPr/>
          <p:nvPr/>
        </p:nvSpPr>
        <p:spPr>
          <a:xfrm>
            <a:off x="3256775" y="4965192"/>
            <a:ext cx="2288337" cy="174971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Agentic CLI tool becomes “Orchestrator” Agent and reads instructions on MCP server</a:t>
            </a:r>
          </a:p>
        </p:txBody>
      </p:sp>
      <p:sp>
        <p:nvSpPr>
          <p:cNvPr id="40" name="Rectangle: Rounded Corners 39">
            <a:extLst>
              <a:ext uri="{FF2B5EF4-FFF2-40B4-BE49-F238E27FC236}">
                <a16:creationId xmlns:a16="http://schemas.microsoft.com/office/drawing/2014/main" id="{B082A083-1505-EE27-D1C8-0AA1CD51AA4C}"/>
              </a:ext>
            </a:extLst>
          </p:cNvPr>
          <p:cNvSpPr/>
          <p:nvPr/>
        </p:nvSpPr>
        <p:spPr>
          <a:xfrm>
            <a:off x="3264296" y="2844473"/>
            <a:ext cx="2288337" cy="179815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MCP instructions say to read contexts and sources material available via MCP commands</a:t>
            </a:r>
          </a:p>
        </p:txBody>
      </p:sp>
      <p:sp>
        <p:nvSpPr>
          <p:cNvPr id="41" name="Rectangle: Rounded Corners 40">
            <a:extLst>
              <a:ext uri="{FF2B5EF4-FFF2-40B4-BE49-F238E27FC236}">
                <a16:creationId xmlns:a16="http://schemas.microsoft.com/office/drawing/2014/main" id="{20A0A867-6B2A-8D50-08BD-57334283A362}"/>
              </a:ext>
            </a:extLst>
          </p:cNvPr>
          <p:cNvSpPr/>
          <p:nvPr/>
        </p:nvSpPr>
        <p:spPr>
          <a:xfrm>
            <a:off x="8332178" y="226052"/>
            <a:ext cx="3625064" cy="2455768"/>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Context fields</a:t>
            </a:r>
          </a:p>
          <a:p>
            <a:r>
              <a:rPr lang="en-US" sz="1400" dirty="0"/>
              <a:t>Product name</a:t>
            </a:r>
          </a:p>
          <a:p>
            <a:r>
              <a:rPr lang="en-US" sz="1400" dirty="0"/>
              <a:t>Product description</a:t>
            </a:r>
          </a:p>
          <a:p>
            <a:r>
              <a:rPr lang="en-US" sz="1400" dirty="0"/>
              <a:t>Product core features</a:t>
            </a:r>
          </a:p>
          <a:p>
            <a:r>
              <a:rPr lang="en-US" sz="1400" dirty="0"/>
              <a:t>Product Vision docs chunks</a:t>
            </a:r>
          </a:p>
          <a:p>
            <a:r>
              <a:rPr lang="en-US" sz="1400" dirty="0"/>
              <a:t>Product tech stack (all fields)</a:t>
            </a:r>
          </a:p>
          <a:p>
            <a:r>
              <a:rPr lang="en-US" sz="1400" dirty="0"/>
              <a:t>Product architecture (all fields)</a:t>
            </a:r>
          </a:p>
          <a:p>
            <a:r>
              <a:rPr lang="en-US" sz="1400" dirty="0"/>
              <a:t>Product testing principles (all fields)</a:t>
            </a:r>
          </a:p>
          <a:p>
            <a:r>
              <a:rPr lang="en-US" sz="1400" dirty="0"/>
              <a:t>360 memory</a:t>
            </a:r>
          </a:p>
          <a:p>
            <a:r>
              <a:rPr lang="en-US" sz="1400" dirty="0"/>
              <a:t>Git history (if enabled in user settings)</a:t>
            </a:r>
            <a:endParaRPr lang="en-US" dirty="0"/>
          </a:p>
        </p:txBody>
      </p:sp>
      <p:sp>
        <p:nvSpPr>
          <p:cNvPr id="80" name="Rectangle: Rounded Corners 79">
            <a:extLst>
              <a:ext uri="{FF2B5EF4-FFF2-40B4-BE49-F238E27FC236}">
                <a16:creationId xmlns:a16="http://schemas.microsoft.com/office/drawing/2014/main" id="{D0E602F5-27B6-79AB-7E38-9EE14199C53F}"/>
              </a:ext>
            </a:extLst>
          </p:cNvPr>
          <p:cNvSpPr/>
          <p:nvPr/>
        </p:nvSpPr>
        <p:spPr>
          <a:xfrm>
            <a:off x="5877730" y="4806625"/>
            <a:ext cx="2828695" cy="65962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Mission appears on the Jobs window once written</a:t>
            </a:r>
          </a:p>
        </p:txBody>
      </p:sp>
      <p:sp>
        <p:nvSpPr>
          <p:cNvPr id="81" name="Rectangle: Rounded Corners 80">
            <a:extLst>
              <a:ext uri="{FF2B5EF4-FFF2-40B4-BE49-F238E27FC236}">
                <a16:creationId xmlns:a16="http://schemas.microsoft.com/office/drawing/2014/main" id="{50C87F58-B950-FB39-0B7C-4B2073CBE839}"/>
              </a:ext>
            </a:extLst>
          </p:cNvPr>
          <p:cNvSpPr/>
          <p:nvPr/>
        </p:nvSpPr>
        <p:spPr>
          <a:xfrm>
            <a:off x="5958854" y="3123431"/>
            <a:ext cx="5745466" cy="57490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Orchestrator checks what subagents templates it can use based on template manager in user settings. </a:t>
            </a:r>
          </a:p>
        </p:txBody>
      </p:sp>
      <p:sp>
        <p:nvSpPr>
          <p:cNvPr id="82" name="Rectangle: Rounded Corners 81">
            <a:extLst>
              <a:ext uri="{FF2B5EF4-FFF2-40B4-BE49-F238E27FC236}">
                <a16:creationId xmlns:a16="http://schemas.microsoft.com/office/drawing/2014/main" id="{9B5C460C-A61F-6E7F-9DBE-727A1DB98A0F}"/>
              </a:ext>
            </a:extLst>
          </p:cNvPr>
          <p:cNvSpPr/>
          <p:nvPr/>
        </p:nvSpPr>
        <p:spPr>
          <a:xfrm>
            <a:off x="5884710" y="5796060"/>
            <a:ext cx="2828695" cy="89967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Agent cards appear with {</a:t>
            </a:r>
            <a:r>
              <a:rPr lang="en-US" dirty="0" err="1"/>
              <a:t>agent_ID</a:t>
            </a:r>
            <a:r>
              <a:rPr lang="en-US" dirty="0"/>
              <a:t>} and their created jobs</a:t>
            </a:r>
          </a:p>
        </p:txBody>
      </p:sp>
      <p:sp>
        <p:nvSpPr>
          <p:cNvPr id="83" name="Rectangle: Rounded Corners 82">
            <a:extLst>
              <a:ext uri="{FF2B5EF4-FFF2-40B4-BE49-F238E27FC236}">
                <a16:creationId xmlns:a16="http://schemas.microsoft.com/office/drawing/2014/main" id="{A409CA99-CA4C-C73D-B416-19D813D4FA36}"/>
              </a:ext>
            </a:extLst>
          </p:cNvPr>
          <p:cNvSpPr/>
          <p:nvPr/>
        </p:nvSpPr>
        <p:spPr>
          <a:xfrm>
            <a:off x="9541867" y="4666032"/>
            <a:ext cx="2255937" cy="145984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[Launch Jobs] Button appears, a nav link to new </a:t>
            </a:r>
            <a:r>
              <a:rPr lang="en-US" dirty="0" err="1"/>
              <a:t>vue</a:t>
            </a:r>
            <a:r>
              <a:rPr lang="en-US" dirty="0"/>
              <a:t> TAB in jobs link</a:t>
            </a:r>
          </a:p>
        </p:txBody>
      </p:sp>
      <p:cxnSp>
        <p:nvCxnSpPr>
          <p:cNvPr id="90" name="Connector: Elbow 89">
            <a:extLst>
              <a:ext uri="{FF2B5EF4-FFF2-40B4-BE49-F238E27FC236}">
                <a16:creationId xmlns:a16="http://schemas.microsoft.com/office/drawing/2014/main" id="{A8EB2BCB-4EC4-21E8-20B5-2E1786EB71B7}"/>
              </a:ext>
            </a:extLst>
          </p:cNvPr>
          <p:cNvCxnSpPr>
            <a:cxnSpLocks/>
            <a:stCxn id="44" idx="2"/>
          </p:cNvCxnSpPr>
          <p:nvPr/>
        </p:nvCxnSpPr>
        <p:spPr>
          <a:xfrm rot="16200000" flipH="1">
            <a:off x="2359834" y="5302501"/>
            <a:ext cx="162035" cy="1629714"/>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92" name="Connector: Elbow 91">
            <a:extLst>
              <a:ext uri="{FF2B5EF4-FFF2-40B4-BE49-F238E27FC236}">
                <a16:creationId xmlns:a16="http://schemas.microsoft.com/office/drawing/2014/main" id="{E0416983-A210-AA2F-007E-AFAEADD4EAE4}"/>
              </a:ext>
            </a:extLst>
          </p:cNvPr>
          <p:cNvCxnSpPr>
            <a:cxnSpLocks/>
            <a:stCxn id="37" idx="0"/>
            <a:endCxn id="40" idx="2"/>
          </p:cNvCxnSpPr>
          <p:nvPr/>
        </p:nvCxnSpPr>
        <p:spPr>
          <a:xfrm rot="5400000" flipH="1" flipV="1">
            <a:off x="4243420" y="4800148"/>
            <a:ext cx="322569" cy="7521"/>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99" name="Straight Arrow Connector 98">
            <a:extLst>
              <a:ext uri="{FF2B5EF4-FFF2-40B4-BE49-F238E27FC236}">
                <a16:creationId xmlns:a16="http://schemas.microsoft.com/office/drawing/2014/main" id="{9851635F-82B2-3D0E-EFB6-4D94380EAEAB}"/>
              </a:ext>
            </a:extLst>
          </p:cNvPr>
          <p:cNvCxnSpPr>
            <a:cxnSpLocks/>
          </p:cNvCxnSpPr>
          <p:nvPr/>
        </p:nvCxnSpPr>
        <p:spPr>
          <a:xfrm flipH="1">
            <a:off x="8269299" y="2681820"/>
            <a:ext cx="437126" cy="44161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07" name="Connector: Elbow 106">
            <a:extLst>
              <a:ext uri="{FF2B5EF4-FFF2-40B4-BE49-F238E27FC236}">
                <a16:creationId xmlns:a16="http://schemas.microsoft.com/office/drawing/2014/main" id="{F78E76BD-D999-5206-D851-014D7FCF0EC9}"/>
              </a:ext>
            </a:extLst>
          </p:cNvPr>
          <p:cNvCxnSpPr>
            <a:cxnSpLocks/>
            <a:stCxn id="80" idx="2"/>
            <a:endCxn id="82" idx="0"/>
          </p:cNvCxnSpPr>
          <p:nvPr/>
        </p:nvCxnSpPr>
        <p:spPr>
          <a:xfrm rot="16200000" flipH="1">
            <a:off x="7130663" y="5627664"/>
            <a:ext cx="329811" cy="6980"/>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08" name="Straight Arrow Connector 107">
            <a:extLst>
              <a:ext uri="{FF2B5EF4-FFF2-40B4-BE49-F238E27FC236}">
                <a16:creationId xmlns:a16="http://schemas.microsoft.com/office/drawing/2014/main" id="{1392D114-D839-BADB-C1B5-E895BF2FB32D}"/>
              </a:ext>
            </a:extLst>
          </p:cNvPr>
          <p:cNvCxnSpPr>
            <a:cxnSpLocks/>
            <a:stCxn id="82" idx="3"/>
            <a:endCxn id="83" idx="1"/>
          </p:cNvCxnSpPr>
          <p:nvPr/>
        </p:nvCxnSpPr>
        <p:spPr>
          <a:xfrm flipV="1">
            <a:off x="8713405" y="5395953"/>
            <a:ext cx="828462" cy="84994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9" name="Rectangle: Rounded Corners 18">
            <a:extLst>
              <a:ext uri="{FF2B5EF4-FFF2-40B4-BE49-F238E27FC236}">
                <a16:creationId xmlns:a16="http://schemas.microsoft.com/office/drawing/2014/main" id="{E63D8441-BC33-4135-06FA-916A188A05C9}"/>
              </a:ext>
            </a:extLst>
          </p:cNvPr>
          <p:cNvSpPr/>
          <p:nvPr/>
        </p:nvSpPr>
        <p:spPr>
          <a:xfrm>
            <a:off x="93561" y="977842"/>
            <a:ext cx="5601001" cy="753407"/>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pPr algn="ctr"/>
            <a:r>
              <a:rPr lang="en-US" dirty="0"/>
              <a:t>Uses presses [ Stage Project] Button from </a:t>
            </a:r>
          </a:p>
          <a:p>
            <a:pPr algn="ctr"/>
            <a:r>
              <a:rPr lang="en-US" dirty="0"/>
              <a:t>http://{host or IP}:port/projects/{</a:t>
            </a:r>
            <a:r>
              <a:rPr lang="en-US" dirty="0" err="1"/>
              <a:t>project_ID</a:t>
            </a:r>
            <a:r>
              <a:rPr lang="en-US" dirty="0"/>
              <a:t>}?via=jobs</a:t>
            </a:r>
          </a:p>
          <a:p>
            <a:pPr algn="ctr"/>
            <a:endParaRPr lang="en-US" dirty="0"/>
          </a:p>
        </p:txBody>
      </p:sp>
      <p:cxnSp>
        <p:nvCxnSpPr>
          <p:cNvPr id="32" name="Straight Arrow Connector 31">
            <a:extLst>
              <a:ext uri="{FF2B5EF4-FFF2-40B4-BE49-F238E27FC236}">
                <a16:creationId xmlns:a16="http://schemas.microsoft.com/office/drawing/2014/main" id="{3A2F3336-AEBB-16C6-34F5-F146BD3707A1}"/>
              </a:ext>
            </a:extLst>
          </p:cNvPr>
          <p:cNvCxnSpPr>
            <a:stCxn id="29" idx="2"/>
            <a:endCxn id="44" idx="0"/>
          </p:cNvCxnSpPr>
          <p:nvPr/>
        </p:nvCxnSpPr>
        <p:spPr>
          <a:xfrm>
            <a:off x="1625994" y="4634099"/>
            <a:ext cx="0" cy="58671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5" name="Straight Arrow Connector 44">
            <a:extLst>
              <a:ext uri="{FF2B5EF4-FFF2-40B4-BE49-F238E27FC236}">
                <a16:creationId xmlns:a16="http://schemas.microsoft.com/office/drawing/2014/main" id="{F17BC07F-0131-74F3-9794-8FDCCF4585F7}"/>
              </a:ext>
            </a:extLst>
          </p:cNvPr>
          <p:cNvCxnSpPr>
            <a:cxnSpLocks/>
          </p:cNvCxnSpPr>
          <p:nvPr/>
        </p:nvCxnSpPr>
        <p:spPr>
          <a:xfrm>
            <a:off x="1625993" y="1731249"/>
            <a:ext cx="0" cy="75361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00" name="Slide Number Placeholder 99">
            <a:extLst>
              <a:ext uri="{FF2B5EF4-FFF2-40B4-BE49-F238E27FC236}">
                <a16:creationId xmlns:a16="http://schemas.microsoft.com/office/drawing/2014/main" id="{E979D5AA-5A3D-55A4-FCA5-A2C626251773}"/>
              </a:ext>
            </a:extLst>
          </p:cNvPr>
          <p:cNvSpPr>
            <a:spLocks noGrp="1"/>
          </p:cNvSpPr>
          <p:nvPr>
            <p:ph type="sldNum" sz="quarter" idx="12"/>
          </p:nvPr>
        </p:nvSpPr>
        <p:spPr/>
        <p:txBody>
          <a:bodyPr/>
          <a:lstStyle/>
          <a:p>
            <a:fld id="{BC45C7BB-1724-4FC6-81FD-F79A3AB07237}" type="slidenum">
              <a:rPr lang="en-US" smtClean="0"/>
              <a:t>32</a:t>
            </a:fld>
            <a:endParaRPr lang="en-US"/>
          </a:p>
        </p:txBody>
      </p:sp>
      <p:sp>
        <p:nvSpPr>
          <p:cNvPr id="10" name="Rectangle: Rounded Corners 9">
            <a:extLst>
              <a:ext uri="{FF2B5EF4-FFF2-40B4-BE49-F238E27FC236}">
                <a16:creationId xmlns:a16="http://schemas.microsoft.com/office/drawing/2014/main" id="{2A8C2629-C7F4-681B-D9B0-4F234958AA2C}"/>
              </a:ext>
            </a:extLst>
          </p:cNvPr>
          <p:cNvSpPr/>
          <p:nvPr/>
        </p:nvSpPr>
        <p:spPr>
          <a:xfrm>
            <a:off x="3382209" y="1861092"/>
            <a:ext cx="3806501" cy="75361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MCP instruction tells Orchestrator if Serena or Git hub can be used, enabled or disabled in user settings</a:t>
            </a:r>
          </a:p>
        </p:txBody>
      </p:sp>
      <p:cxnSp>
        <p:nvCxnSpPr>
          <p:cNvPr id="11" name="Straight Arrow Connector 10">
            <a:extLst>
              <a:ext uri="{FF2B5EF4-FFF2-40B4-BE49-F238E27FC236}">
                <a16:creationId xmlns:a16="http://schemas.microsoft.com/office/drawing/2014/main" id="{992C099B-72DD-0194-CB32-ADF771FC688B}"/>
              </a:ext>
            </a:extLst>
          </p:cNvPr>
          <p:cNvCxnSpPr>
            <a:cxnSpLocks/>
            <a:stCxn id="40" idx="0"/>
          </p:cNvCxnSpPr>
          <p:nvPr/>
        </p:nvCxnSpPr>
        <p:spPr>
          <a:xfrm flipV="1">
            <a:off x="4408465" y="2600901"/>
            <a:ext cx="255062" cy="24357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a:extLst>
              <a:ext uri="{FF2B5EF4-FFF2-40B4-BE49-F238E27FC236}">
                <a16:creationId xmlns:a16="http://schemas.microsoft.com/office/drawing/2014/main" id="{32B39507-B31F-BE38-551F-E3DAEB5A9635}"/>
              </a:ext>
            </a:extLst>
          </p:cNvPr>
          <p:cNvCxnSpPr>
            <a:cxnSpLocks/>
            <a:stCxn id="10" idx="3"/>
            <a:endCxn id="41" idx="1"/>
          </p:cNvCxnSpPr>
          <p:nvPr/>
        </p:nvCxnSpPr>
        <p:spPr>
          <a:xfrm flipV="1">
            <a:off x="7188710" y="1453936"/>
            <a:ext cx="1143468" cy="78396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3" name="Rectangle: Rounded Corners 22">
            <a:extLst>
              <a:ext uri="{FF2B5EF4-FFF2-40B4-BE49-F238E27FC236}">
                <a16:creationId xmlns:a16="http://schemas.microsoft.com/office/drawing/2014/main" id="{8C9E23EA-A2D1-E017-7606-9376563EEE9B}"/>
              </a:ext>
            </a:extLst>
          </p:cNvPr>
          <p:cNvSpPr/>
          <p:nvPr/>
        </p:nvSpPr>
        <p:spPr>
          <a:xfrm>
            <a:off x="5884710" y="3928911"/>
            <a:ext cx="3227485" cy="57490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Orchestrator creates mission based on all context</a:t>
            </a:r>
          </a:p>
        </p:txBody>
      </p:sp>
      <p:cxnSp>
        <p:nvCxnSpPr>
          <p:cNvPr id="25" name="Connector: Elbow 24">
            <a:extLst>
              <a:ext uri="{FF2B5EF4-FFF2-40B4-BE49-F238E27FC236}">
                <a16:creationId xmlns:a16="http://schemas.microsoft.com/office/drawing/2014/main" id="{88E7567D-A7F7-4B9A-9014-C379B36CF5FF}"/>
              </a:ext>
            </a:extLst>
          </p:cNvPr>
          <p:cNvCxnSpPr>
            <a:cxnSpLocks/>
            <a:stCxn id="23" idx="2"/>
            <a:endCxn id="80" idx="0"/>
          </p:cNvCxnSpPr>
          <p:nvPr/>
        </p:nvCxnSpPr>
        <p:spPr>
          <a:xfrm rot="5400000">
            <a:off x="7243861" y="4552033"/>
            <a:ext cx="302810" cy="206375"/>
          </a:xfrm>
          <a:prstGeom prst="bent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8" name="Connector: Elbow 27">
            <a:extLst>
              <a:ext uri="{FF2B5EF4-FFF2-40B4-BE49-F238E27FC236}">
                <a16:creationId xmlns:a16="http://schemas.microsoft.com/office/drawing/2014/main" id="{F71A350C-2DE5-38F5-1318-C3BE3478A71A}"/>
              </a:ext>
            </a:extLst>
          </p:cNvPr>
          <p:cNvCxnSpPr>
            <a:cxnSpLocks/>
            <a:endCxn id="23" idx="3"/>
          </p:cNvCxnSpPr>
          <p:nvPr/>
        </p:nvCxnSpPr>
        <p:spPr>
          <a:xfrm rot="5400000">
            <a:off x="9019220" y="3791311"/>
            <a:ext cx="518028" cy="332077"/>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3903880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59C60-207A-7048-F785-66825F95E8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74F43B-6D2D-2402-35E9-01B6401B5DD0}"/>
              </a:ext>
            </a:extLst>
          </p:cNvPr>
          <p:cNvSpPr>
            <a:spLocks noGrp="1"/>
          </p:cNvSpPr>
          <p:nvPr>
            <p:ph type="title"/>
          </p:nvPr>
        </p:nvSpPr>
        <p:spPr>
          <a:xfrm>
            <a:off x="838200" y="365125"/>
            <a:ext cx="10515600" cy="619077"/>
          </a:xfrm>
        </p:spPr>
        <p:txBody>
          <a:bodyPr>
            <a:noAutofit/>
          </a:bodyPr>
          <a:lstStyle/>
          <a:p>
            <a:r>
              <a:rPr lang="en-US" sz="2800" dirty="0"/>
              <a:t>Job Implementation Workflow START IN CLAUDE Code CLI Mode</a:t>
            </a:r>
          </a:p>
        </p:txBody>
      </p:sp>
      <p:sp>
        <p:nvSpPr>
          <p:cNvPr id="3" name="Rectangle: Rounded Corners 2">
            <a:extLst>
              <a:ext uri="{FF2B5EF4-FFF2-40B4-BE49-F238E27FC236}">
                <a16:creationId xmlns:a16="http://schemas.microsoft.com/office/drawing/2014/main" id="{A09C7BFA-9FF5-76CD-F00F-912F88ADD49B}"/>
              </a:ext>
            </a:extLst>
          </p:cNvPr>
          <p:cNvSpPr/>
          <p:nvPr/>
        </p:nvSpPr>
        <p:spPr>
          <a:xfrm>
            <a:off x="319924" y="1828800"/>
            <a:ext cx="3205054" cy="1190118"/>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User clicks dynamic button [Launch Jobs] after orchestrator finishes mission and agent assignments</a:t>
            </a:r>
          </a:p>
        </p:txBody>
      </p:sp>
      <p:sp>
        <p:nvSpPr>
          <p:cNvPr id="25" name="Rectangle: Rounded Corners 24">
            <a:extLst>
              <a:ext uri="{FF2B5EF4-FFF2-40B4-BE49-F238E27FC236}">
                <a16:creationId xmlns:a16="http://schemas.microsoft.com/office/drawing/2014/main" id="{03BB7558-B0A0-6C0F-37BC-1FCBEC494D74}"/>
              </a:ext>
            </a:extLst>
          </p:cNvPr>
          <p:cNvSpPr/>
          <p:nvPr/>
        </p:nvSpPr>
        <p:spPr>
          <a:xfrm>
            <a:off x="3880940" y="1781486"/>
            <a:ext cx="1843999" cy="882555"/>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Moves to implementation window</a:t>
            </a:r>
          </a:p>
        </p:txBody>
      </p:sp>
      <p:sp>
        <p:nvSpPr>
          <p:cNvPr id="26" name="Rectangle: Rounded Corners 25">
            <a:extLst>
              <a:ext uri="{FF2B5EF4-FFF2-40B4-BE49-F238E27FC236}">
                <a16:creationId xmlns:a16="http://schemas.microsoft.com/office/drawing/2014/main" id="{855477B9-A76C-BBF7-2320-694D155CFFCE}"/>
              </a:ext>
            </a:extLst>
          </p:cNvPr>
          <p:cNvSpPr/>
          <p:nvPr/>
        </p:nvSpPr>
        <p:spPr>
          <a:xfrm>
            <a:off x="6486432" y="1722120"/>
            <a:ext cx="1843998" cy="8825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Claude Code CLI mode toggled on</a:t>
            </a:r>
          </a:p>
        </p:txBody>
      </p:sp>
      <p:cxnSp>
        <p:nvCxnSpPr>
          <p:cNvPr id="34" name="Straight Arrow Connector 33">
            <a:extLst>
              <a:ext uri="{FF2B5EF4-FFF2-40B4-BE49-F238E27FC236}">
                <a16:creationId xmlns:a16="http://schemas.microsoft.com/office/drawing/2014/main" id="{EFCFE835-9418-1712-759C-0BDF2A668F1E}"/>
              </a:ext>
            </a:extLst>
          </p:cNvPr>
          <p:cNvCxnSpPr>
            <a:cxnSpLocks/>
            <a:stCxn id="3" idx="3"/>
            <a:endCxn id="25" idx="1"/>
          </p:cNvCxnSpPr>
          <p:nvPr/>
        </p:nvCxnSpPr>
        <p:spPr>
          <a:xfrm flipV="1">
            <a:off x="3524978" y="2222764"/>
            <a:ext cx="355962" cy="20109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Rectangle: Rounded Corners 3">
            <a:extLst>
              <a:ext uri="{FF2B5EF4-FFF2-40B4-BE49-F238E27FC236}">
                <a16:creationId xmlns:a16="http://schemas.microsoft.com/office/drawing/2014/main" id="{8B95DF20-D6BD-8F83-A53B-02671D0EB8F0}"/>
              </a:ext>
            </a:extLst>
          </p:cNvPr>
          <p:cNvSpPr/>
          <p:nvPr/>
        </p:nvSpPr>
        <p:spPr>
          <a:xfrm>
            <a:off x="781188" y="901031"/>
            <a:ext cx="6994702" cy="664268"/>
          </a:xfrm>
          <a:prstGeom prst="round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400" dirty="0"/>
              <a:t>http://{host or IP}:port/projects/{</a:t>
            </a:r>
            <a:r>
              <a:rPr lang="en-US" sz="1400" dirty="0" err="1"/>
              <a:t>project_ID</a:t>
            </a:r>
            <a:r>
              <a:rPr lang="en-US" sz="1400" dirty="0"/>
              <a:t>}?via=jobs </a:t>
            </a:r>
            <a:r>
              <a:rPr lang="en-US" sz="1400" dirty="0" err="1"/>
              <a:t>vue</a:t>
            </a:r>
            <a:r>
              <a:rPr lang="en-US" sz="1400" dirty="0"/>
              <a:t> TAB called ‘Implementation’</a:t>
            </a:r>
          </a:p>
        </p:txBody>
      </p:sp>
      <p:sp>
        <p:nvSpPr>
          <p:cNvPr id="31" name="Rectangle: Rounded Corners 30">
            <a:extLst>
              <a:ext uri="{FF2B5EF4-FFF2-40B4-BE49-F238E27FC236}">
                <a16:creationId xmlns:a16="http://schemas.microsoft.com/office/drawing/2014/main" id="{4B18387F-A453-73CD-4A40-3035BB51A5D7}"/>
              </a:ext>
            </a:extLst>
          </p:cNvPr>
          <p:cNvSpPr/>
          <p:nvPr/>
        </p:nvSpPr>
        <p:spPr>
          <a:xfrm>
            <a:off x="7662402" y="2951094"/>
            <a:ext cx="3896735" cy="1867396"/>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The prompt copied is created on backend. It is standard: role based on MCP server's orchestrator definition, Agent ID, project ID, product ID (all required identifiers) and say to fetch instructions on MCP server.</a:t>
            </a:r>
          </a:p>
        </p:txBody>
      </p:sp>
      <p:sp>
        <p:nvSpPr>
          <p:cNvPr id="33" name="Rectangle: Rounded Corners 32">
            <a:extLst>
              <a:ext uri="{FF2B5EF4-FFF2-40B4-BE49-F238E27FC236}">
                <a16:creationId xmlns:a16="http://schemas.microsoft.com/office/drawing/2014/main" id="{40FABEDE-B24D-EDA3-02CF-3B8C88FF3967}"/>
              </a:ext>
            </a:extLst>
          </p:cNvPr>
          <p:cNvSpPr/>
          <p:nvPr/>
        </p:nvSpPr>
        <p:spPr>
          <a:xfrm>
            <a:off x="4367647" y="3019687"/>
            <a:ext cx="2951595" cy="949558"/>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The MCP instructions are unique for Orchestrator in Claude code CLI</a:t>
            </a:r>
          </a:p>
        </p:txBody>
      </p:sp>
      <p:sp>
        <p:nvSpPr>
          <p:cNvPr id="37" name="Rectangle: Rounded Corners 36">
            <a:extLst>
              <a:ext uri="{FF2B5EF4-FFF2-40B4-BE49-F238E27FC236}">
                <a16:creationId xmlns:a16="http://schemas.microsoft.com/office/drawing/2014/main" id="{D9D4329A-A648-7E6F-C67F-CC0049E9523E}"/>
              </a:ext>
            </a:extLst>
          </p:cNvPr>
          <p:cNvSpPr/>
          <p:nvPr/>
        </p:nvSpPr>
        <p:spPr>
          <a:xfrm>
            <a:off x="210994" y="3228513"/>
            <a:ext cx="3813493" cy="3492962"/>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Tells orchestrator to read the mission created in staging process and to spawn agents using native Claude Code CLI subagent capability.  Providing each subagent its ID, other relevant ID’s and job ID to fetch on MCP server.  Orchestrator can choose to spawn agents in parallel or sequential mode based on its own reasoning</a:t>
            </a:r>
          </a:p>
        </p:txBody>
      </p:sp>
      <p:sp>
        <p:nvSpPr>
          <p:cNvPr id="45" name="Rectangle: Rounded Corners 44">
            <a:extLst>
              <a:ext uri="{FF2B5EF4-FFF2-40B4-BE49-F238E27FC236}">
                <a16:creationId xmlns:a16="http://schemas.microsoft.com/office/drawing/2014/main" id="{186870E1-A7EF-14FF-D6FD-538320A40B6B}"/>
              </a:ext>
            </a:extLst>
          </p:cNvPr>
          <p:cNvSpPr/>
          <p:nvPr/>
        </p:nvSpPr>
        <p:spPr>
          <a:xfrm>
            <a:off x="5039176" y="4701415"/>
            <a:ext cx="2133018" cy="136865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User copies and pastes prompt in Claude code Cli terminal window</a:t>
            </a:r>
          </a:p>
        </p:txBody>
      </p:sp>
      <p:cxnSp>
        <p:nvCxnSpPr>
          <p:cNvPr id="50" name="Connector: Elbow 49">
            <a:extLst>
              <a:ext uri="{FF2B5EF4-FFF2-40B4-BE49-F238E27FC236}">
                <a16:creationId xmlns:a16="http://schemas.microsoft.com/office/drawing/2014/main" id="{394BBA45-39C1-916E-DEC5-C99AE9E6415B}"/>
              </a:ext>
            </a:extLst>
          </p:cNvPr>
          <p:cNvCxnSpPr>
            <a:cxnSpLocks/>
            <a:stCxn id="25" idx="3"/>
            <a:endCxn id="26" idx="1"/>
          </p:cNvCxnSpPr>
          <p:nvPr/>
        </p:nvCxnSpPr>
        <p:spPr>
          <a:xfrm flipV="1">
            <a:off x="5724939" y="2163398"/>
            <a:ext cx="761493" cy="59366"/>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1" name="Straight Arrow Connector 60">
            <a:extLst>
              <a:ext uri="{FF2B5EF4-FFF2-40B4-BE49-F238E27FC236}">
                <a16:creationId xmlns:a16="http://schemas.microsoft.com/office/drawing/2014/main" id="{CD3AA999-E0B6-F870-35AD-071D5B0DFBB0}"/>
              </a:ext>
            </a:extLst>
          </p:cNvPr>
          <p:cNvCxnSpPr>
            <a:cxnSpLocks/>
            <a:stCxn id="31" idx="1"/>
            <a:endCxn id="33" idx="3"/>
          </p:cNvCxnSpPr>
          <p:nvPr/>
        </p:nvCxnSpPr>
        <p:spPr>
          <a:xfrm flipH="1" flipV="1">
            <a:off x="7319242" y="3494466"/>
            <a:ext cx="343160" cy="39032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4" name="Straight Arrow Connector 73">
            <a:extLst>
              <a:ext uri="{FF2B5EF4-FFF2-40B4-BE49-F238E27FC236}">
                <a16:creationId xmlns:a16="http://schemas.microsoft.com/office/drawing/2014/main" id="{3C86B873-7DAD-81F1-4E6A-DD10070BDDB7}"/>
              </a:ext>
            </a:extLst>
          </p:cNvPr>
          <p:cNvCxnSpPr>
            <a:cxnSpLocks/>
            <a:stCxn id="33" idx="1"/>
          </p:cNvCxnSpPr>
          <p:nvPr/>
        </p:nvCxnSpPr>
        <p:spPr>
          <a:xfrm flipH="1">
            <a:off x="4024487" y="3494466"/>
            <a:ext cx="343160" cy="14879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93" name="Slide Number Placeholder 92">
            <a:extLst>
              <a:ext uri="{FF2B5EF4-FFF2-40B4-BE49-F238E27FC236}">
                <a16:creationId xmlns:a16="http://schemas.microsoft.com/office/drawing/2014/main" id="{14BAD842-9AE4-72DE-347A-414C0B57E949}"/>
              </a:ext>
            </a:extLst>
          </p:cNvPr>
          <p:cNvSpPr>
            <a:spLocks noGrp="1"/>
          </p:cNvSpPr>
          <p:nvPr>
            <p:ph type="sldNum" sz="quarter" idx="12"/>
          </p:nvPr>
        </p:nvSpPr>
        <p:spPr/>
        <p:txBody>
          <a:bodyPr/>
          <a:lstStyle/>
          <a:p>
            <a:fld id="{BC45C7BB-1724-4FC6-81FD-F79A3AB07237}" type="slidenum">
              <a:rPr lang="en-US" smtClean="0"/>
              <a:t>33</a:t>
            </a:fld>
            <a:endParaRPr lang="en-US"/>
          </a:p>
        </p:txBody>
      </p:sp>
      <p:sp>
        <p:nvSpPr>
          <p:cNvPr id="5" name="Rectangle: Rounded Corners 4">
            <a:extLst>
              <a:ext uri="{FF2B5EF4-FFF2-40B4-BE49-F238E27FC236}">
                <a16:creationId xmlns:a16="http://schemas.microsoft.com/office/drawing/2014/main" id="{36D72638-0EFF-588D-2E21-6094E0F47811}"/>
              </a:ext>
            </a:extLst>
          </p:cNvPr>
          <p:cNvSpPr/>
          <p:nvPr/>
        </p:nvSpPr>
        <p:spPr>
          <a:xfrm>
            <a:off x="8935176" y="1665184"/>
            <a:ext cx="2133018" cy="1003163"/>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Only orchestrator copy prompt button is enabled</a:t>
            </a:r>
          </a:p>
        </p:txBody>
      </p:sp>
      <p:cxnSp>
        <p:nvCxnSpPr>
          <p:cNvPr id="10" name="Straight Arrow Connector 9">
            <a:extLst>
              <a:ext uri="{FF2B5EF4-FFF2-40B4-BE49-F238E27FC236}">
                <a16:creationId xmlns:a16="http://schemas.microsoft.com/office/drawing/2014/main" id="{03006727-CA22-8137-7DF4-46298AF3D3BA}"/>
              </a:ext>
            </a:extLst>
          </p:cNvPr>
          <p:cNvCxnSpPr>
            <a:cxnSpLocks/>
            <a:stCxn id="5" idx="2"/>
            <a:endCxn id="31" idx="0"/>
          </p:cNvCxnSpPr>
          <p:nvPr/>
        </p:nvCxnSpPr>
        <p:spPr>
          <a:xfrm flipH="1">
            <a:off x="9610770" y="2668347"/>
            <a:ext cx="390915" cy="28274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6" name="Straight Arrow Connector 55">
            <a:extLst>
              <a:ext uri="{FF2B5EF4-FFF2-40B4-BE49-F238E27FC236}">
                <a16:creationId xmlns:a16="http://schemas.microsoft.com/office/drawing/2014/main" id="{BE106548-AD9F-222D-184E-A288571BCB11}"/>
              </a:ext>
            </a:extLst>
          </p:cNvPr>
          <p:cNvCxnSpPr>
            <a:cxnSpLocks/>
            <a:stCxn id="26" idx="3"/>
            <a:endCxn id="5" idx="1"/>
          </p:cNvCxnSpPr>
          <p:nvPr/>
        </p:nvCxnSpPr>
        <p:spPr>
          <a:xfrm>
            <a:off x="8330430" y="2163398"/>
            <a:ext cx="604746" cy="336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9" name="Straight Arrow Connector 68">
            <a:extLst>
              <a:ext uri="{FF2B5EF4-FFF2-40B4-BE49-F238E27FC236}">
                <a16:creationId xmlns:a16="http://schemas.microsoft.com/office/drawing/2014/main" id="{9AE2796F-9A38-F8D0-8D63-8D644CA42E9F}"/>
              </a:ext>
            </a:extLst>
          </p:cNvPr>
          <p:cNvCxnSpPr>
            <a:cxnSpLocks/>
            <a:stCxn id="37" idx="3"/>
            <a:endCxn id="45" idx="1"/>
          </p:cNvCxnSpPr>
          <p:nvPr/>
        </p:nvCxnSpPr>
        <p:spPr>
          <a:xfrm>
            <a:off x="4024487" y="4974994"/>
            <a:ext cx="1014689" cy="41074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73" name="Title 1">
            <a:extLst>
              <a:ext uri="{FF2B5EF4-FFF2-40B4-BE49-F238E27FC236}">
                <a16:creationId xmlns:a16="http://schemas.microsoft.com/office/drawing/2014/main" id="{4C5132EE-5558-EDE5-D0EF-339CCC3418F7}"/>
              </a:ext>
            </a:extLst>
          </p:cNvPr>
          <p:cNvSpPr txBox="1">
            <a:spLocks/>
          </p:cNvSpPr>
          <p:nvPr/>
        </p:nvSpPr>
        <p:spPr>
          <a:xfrm>
            <a:off x="7561651" y="5269120"/>
            <a:ext cx="4098235" cy="619077"/>
          </a:xfrm>
          <a:prstGeom prst="rect">
            <a:avLst/>
          </a:prstGeom>
          <a:ln>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dirty="0"/>
              <a:t>Goto slide : Job Implementation Workflow ACTION in Claude Code slide</a:t>
            </a:r>
          </a:p>
        </p:txBody>
      </p:sp>
      <p:cxnSp>
        <p:nvCxnSpPr>
          <p:cNvPr id="75" name="Straight Arrow Connector 74">
            <a:extLst>
              <a:ext uri="{FF2B5EF4-FFF2-40B4-BE49-F238E27FC236}">
                <a16:creationId xmlns:a16="http://schemas.microsoft.com/office/drawing/2014/main" id="{ABA71FE4-57D2-51DF-C9C9-444CC582E7C6}"/>
              </a:ext>
            </a:extLst>
          </p:cNvPr>
          <p:cNvCxnSpPr>
            <a:cxnSpLocks/>
            <a:stCxn id="45" idx="3"/>
            <a:endCxn id="73" idx="1"/>
          </p:cNvCxnSpPr>
          <p:nvPr/>
        </p:nvCxnSpPr>
        <p:spPr>
          <a:xfrm>
            <a:off x="7172194" y="5385740"/>
            <a:ext cx="389457" cy="19291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7515618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0BBC-3B25-DFF0-2CC5-28D2F73AC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A942B4-F971-989D-FB00-794D2E28A186}"/>
              </a:ext>
            </a:extLst>
          </p:cNvPr>
          <p:cNvSpPr>
            <a:spLocks noGrp="1"/>
          </p:cNvSpPr>
          <p:nvPr>
            <p:ph type="title"/>
          </p:nvPr>
        </p:nvSpPr>
        <p:spPr>
          <a:xfrm>
            <a:off x="478327" y="213963"/>
            <a:ext cx="10515600" cy="619077"/>
          </a:xfrm>
        </p:spPr>
        <p:txBody>
          <a:bodyPr>
            <a:noAutofit/>
          </a:bodyPr>
          <a:lstStyle/>
          <a:p>
            <a:r>
              <a:rPr lang="en-US" sz="3600" dirty="0"/>
              <a:t>Job Implementation Workflow ACTION in Claude Code</a:t>
            </a:r>
          </a:p>
        </p:txBody>
      </p:sp>
      <p:sp>
        <p:nvSpPr>
          <p:cNvPr id="3" name="Rectangle: Rounded Corners 2">
            <a:extLst>
              <a:ext uri="{FF2B5EF4-FFF2-40B4-BE49-F238E27FC236}">
                <a16:creationId xmlns:a16="http://schemas.microsoft.com/office/drawing/2014/main" id="{5BB63C60-23C4-8B5E-81FA-9635CC8F327F}"/>
              </a:ext>
            </a:extLst>
          </p:cNvPr>
          <p:cNvSpPr/>
          <p:nvPr/>
        </p:nvSpPr>
        <p:spPr>
          <a:xfrm>
            <a:off x="312944" y="1720603"/>
            <a:ext cx="3205054" cy="60293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User has started orchestrator in Claude Code CLI terminal</a:t>
            </a:r>
          </a:p>
        </p:txBody>
      </p:sp>
      <p:sp>
        <p:nvSpPr>
          <p:cNvPr id="25" name="Rectangle: Rounded Corners 24">
            <a:extLst>
              <a:ext uri="{FF2B5EF4-FFF2-40B4-BE49-F238E27FC236}">
                <a16:creationId xmlns:a16="http://schemas.microsoft.com/office/drawing/2014/main" id="{B71A640C-BC75-5883-8C69-6D1FDF030F2C}"/>
              </a:ext>
            </a:extLst>
          </p:cNvPr>
          <p:cNvSpPr/>
          <p:nvPr/>
        </p:nvSpPr>
        <p:spPr>
          <a:xfrm>
            <a:off x="8094428" y="2454125"/>
            <a:ext cx="3976977" cy="1545432"/>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Orchestrator in its own MCP instructions is told to pass, during agent spawn include each agents ID, job ID all unique ID’s and tell them their Job is waiting</a:t>
            </a:r>
          </a:p>
        </p:txBody>
      </p:sp>
      <p:cxnSp>
        <p:nvCxnSpPr>
          <p:cNvPr id="34" name="Straight Arrow Connector 33">
            <a:extLst>
              <a:ext uri="{FF2B5EF4-FFF2-40B4-BE49-F238E27FC236}">
                <a16:creationId xmlns:a16="http://schemas.microsoft.com/office/drawing/2014/main" id="{2591F3FD-1999-AE04-2D17-E8BBC1E59EF2}"/>
              </a:ext>
            </a:extLst>
          </p:cNvPr>
          <p:cNvCxnSpPr>
            <a:cxnSpLocks/>
            <a:stCxn id="23" idx="3"/>
            <a:endCxn id="9" idx="1"/>
          </p:cNvCxnSpPr>
          <p:nvPr/>
        </p:nvCxnSpPr>
        <p:spPr>
          <a:xfrm flipV="1">
            <a:off x="7981536" y="1469244"/>
            <a:ext cx="876201" cy="94065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Rectangle: Rounded Corners 3">
            <a:extLst>
              <a:ext uri="{FF2B5EF4-FFF2-40B4-BE49-F238E27FC236}">
                <a16:creationId xmlns:a16="http://schemas.microsoft.com/office/drawing/2014/main" id="{A705E07A-6078-0B51-1256-86B11E676038}"/>
              </a:ext>
            </a:extLst>
          </p:cNvPr>
          <p:cNvSpPr/>
          <p:nvPr/>
        </p:nvSpPr>
        <p:spPr>
          <a:xfrm>
            <a:off x="781188" y="901031"/>
            <a:ext cx="6994702" cy="664268"/>
          </a:xfrm>
          <a:prstGeom prst="round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400" dirty="0"/>
              <a:t>http://{host or IP}:port/projects/{</a:t>
            </a:r>
            <a:r>
              <a:rPr lang="en-US" sz="1400" dirty="0" err="1"/>
              <a:t>project_ID</a:t>
            </a:r>
            <a:r>
              <a:rPr lang="en-US" sz="1400" dirty="0"/>
              <a:t>}?via=jobs </a:t>
            </a:r>
            <a:r>
              <a:rPr lang="en-US" sz="1400" dirty="0" err="1"/>
              <a:t>vue</a:t>
            </a:r>
            <a:r>
              <a:rPr lang="en-US" sz="1400" dirty="0"/>
              <a:t> TAB called ‘Implementation’</a:t>
            </a:r>
          </a:p>
        </p:txBody>
      </p:sp>
      <p:sp>
        <p:nvSpPr>
          <p:cNvPr id="41" name="Rectangle: Rounded Corners 40">
            <a:extLst>
              <a:ext uri="{FF2B5EF4-FFF2-40B4-BE49-F238E27FC236}">
                <a16:creationId xmlns:a16="http://schemas.microsoft.com/office/drawing/2014/main" id="{74AE6459-4C22-CA7D-5E66-C6544BDD4171}"/>
              </a:ext>
            </a:extLst>
          </p:cNvPr>
          <p:cNvSpPr/>
          <p:nvPr/>
        </p:nvSpPr>
        <p:spPr>
          <a:xfrm>
            <a:off x="4151158" y="3147206"/>
            <a:ext cx="3464915" cy="1488169"/>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Our application has agent template export during initial setup, so now the {agent}.md templates should contain </a:t>
            </a:r>
            <a:r>
              <a:rPr lang="en-US" dirty="0" err="1"/>
              <a:t>MCp</a:t>
            </a:r>
            <a:r>
              <a:rPr lang="en-US" dirty="0"/>
              <a:t> instructions for the agent </a:t>
            </a:r>
          </a:p>
        </p:txBody>
      </p:sp>
      <p:sp>
        <p:nvSpPr>
          <p:cNvPr id="17" name="Rectangle: Rounded Corners 16">
            <a:extLst>
              <a:ext uri="{FF2B5EF4-FFF2-40B4-BE49-F238E27FC236}">
                <a16:creationId xmlns:a16="http://schemas.microsoft.com/office/drawing/2014/main" id="{C07A67B8-636C-EFB5-D44A-9BD573F0666D}"/>
              </a:ext>
            </a:extLst>
          </p:cNvPr>
          <p:cNvSpPr/>
          <p:nvPr/>
        </p:nvSpPr>
        <p:spPr>
          <a:xfrm>
            <a:off x="465627" y="2780544"/>
            <a:ext cx="3114904" cy="1236239"/>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The agents aware if its ID’ all relevant ID’s and the job ID fetches its instructions. Executes job</a:t>
            </a:r>
          </a:p>
        </p:txBody>
      </p:sp>
      <p:sp>
        <p:nvSpPr>
          <p:cNvPr id="23" name="Rectangle: Rounded Corners 22">
            <a:extLst>
              <a:ext uri="{FF2B5EF4-FFF2-40B4-BE49-F238E27FC236}">
                <a16:creationId xmlns:a16="http://schemas.microsoft.com/office/drawing/2014/main" id="{099B75D9-D436-137D-AED9-E370D66195E7}"/>
              </a:ext>
            </a:extLst>
          </p:cNvPr>
          <p:cNvSpPr/>
          <p:nvPr/>
        </p:nvSpPr>
        <p:spPr>
          <a:xfrm>
            <a:off x="4004560" y="1791776"/>
            <a:ext cx="3976976" cy="1236239"/>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Orchestrator reads its role definition, gets all ID’s needed and fetches job on MCP server. It reads the mission first. Then its instructions.</a:t>
            </a:r>
          </a:p>
        </p:txBody>
      </p:sp>
      <p:cxnSp>
        <p:nvCxnSpPr>
          <p:cNvPr id="39" name="Straight Arrow Connector 38">
            <a:extLst>
              <a:ext uri="{FF2B5EF4-FFF2-40B4-BE49-F238E27FC236}">
                <a16:creationId xmlns:a16="http://schemas.microsoft.com/office/drawing/2014/main" id="{A752A62D-5D9D-A338-694C-9185050F4AC4}"/>
              </a:ext>
            </a:extLst>
          </p:cNvPr>
          <p:cNvCxnSpPr>
            <a:cxnSpLocks/>
            <a:stCxn id="3" idx="3"/>
            <a:endCxn id="23" idx="1"/>
          </p:cNvCxnSpPr>
          <p:nvPr/>
        </p:nvCxnSpPr>
        <p:spPr>
          <a:xfrm>
            <a:off x="3517998" y="2022068"/>
            <a:ext cx="486562" cy="38782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6" name="Rectangle: Rounded Corners 45">
            <a:extLst>
              <a:ext uri="{FF2B5EF4-FFF2-40B4-BE49-F238E27FC236}">
                <a16:creationId xmlns:a16="http://schemas.microsoft.com/office/drawing/2014/main" id="{AED8A782-0830-A9DD-678F-1B52063D8AC2}"/>
              </a:ext>
            </a:extLst>
          </p:cNvPr>
          <p:cNvSpPr/>
          <p:nvPr/>
        </p:nvSpPr>
        <p:spPr>
          <a:xfrm>
            <a:off x="465626" y="4196447"/>
            <a:ext cx="3464915" cy="1381967"/>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When all agents are complete user can after reviews , tests, validation close out the project by copy pasting ‘close out prompt’</a:t>
            </a:r>
          </a:p>
        </p:txBody>
      </p:sp>
      <p:sp>
        <p:nvSpPr>
          <p:cNvPr id="47" name="Rectangle: Rounded Corners 46">
            <a:extLst>
              <a:ext uri="{FF2B5EF4-FFF2-40B4-BE49-F238E27FC236}">
                <a16:creationId xmlns:a16="http://schemas.microsoft.com/office/drawing/2014/main" id="{919BE6F5-B495-E5CC-FD40-CA866C048D5D}"/>
              </a:ext>
            </a:extLst>
          </p:cNvPr>
          <p:cNvSpPr/>
          <p:nvPr/>
        </p:nvSpPr>
        <p:spPr>
          <a:xfrm>
            <a:off x="5505875" y="4905995"/>
            <a:ext cx="2784807" cy="1726552"/>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sz="1600" dirty="0"/>
              <a:t>Project gets tagged as completed and agents are decommissioned.  Cannot be MCP interacted with, nor can the project be modified from outside during other projects</a:t>
            </a:r>
          </a:p>
        </p:txBody>
      </p:sp>
      <p:sp>
        <p:nvSpPr>
          <p:cNvPr id="49" name="Rectangle: Rounded Corners 48">
            <a:extLst>
              <a:ext uri="{FF2B5EF4-FFF2-40B4-BE49-F238E27FC236}">
                <a16:creationId xmlns:a16="http://schemas.microsoft.com/office/drawing/2014/main" id="{509A2470-52A9-3258-C19D-92831B9CC0D4}"/>
              </a:ext>
            </a:extLst>
          </p:cNvPr>
          <p:cNvSpPr/>
          <p:nvPr/>
        </p:nvSpPr>
        <p:spPr>
          <a:xfrm>
            <a:off x="8857737" y="4512307"/>
            <a:ext cx="3114904" cy="1350787"/>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Project is readable, shows in history of dashboard, can be reactivated if needed, reactivating agents</a:t>
            </a:r>
          </a:p>
        </p:txBody>
      </p:sp>
      <p:sp>
        <p:nvSpPr>
          <p:cNvPr id="51" name="Rectangle: Rounded Corners 50">
            <a:extLst>
              <a:ext uri="{FF2B5EF4-FFF2-40B4-BE49-F238E27FC236}">
                <a16:creationId xmlns:a16="http://schemas.microsoft.com/office/drawing/2014/main" id="{70CB9701-4743-126B-4E7F-CCC23CFB6D41}"/>
              </a:ext>
            </a:extLst>
          </p:cNvPr>
          <p:cNvSpPr/>
          <p:nvPr/>
        </p:nvSpPr>
        <p:spPr>
          <a:xfrm>
            <a:off x="1256306" y="5769271"/>
            <a:ext cx="3819144" cy="958736"/>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User can keep instruction orchestrator either in terminal or via message center in application</a:t>
            </a:r>
          </a:p>
        </p:txBody>
      </p:sp>
      <p:cxnSp>
        <p:nvCxnSpPr>
          <p:cNvPr id="53" name="Straight Arrow Connector 52">
            <a:extLst>
              <a:ext uri="{FF2B5EF4-FFF2-40B4-BE49-F238E27FC236}">
                <a16:creationId xmlns:a16="http://schemas.microsoft.com/office/drawing/2014/main" id="{265C7CA7-9737-4C08-F69E-984D3B8DFF8A}"/>
              </a:ext>
            </a:extLst>
          </p:cNvPr>
          <p:cNvCxnSpPr>
            <a:cxnSpLocks/>
            <a:stCxn id="9" idx="2"/>
            <a:endCxn id="25" idx="0"/>
          </p:cNvCxnSpPr>
          <p:nvPr/>
        </p:nvCxnSpPr>
        <p:spPr>
          <a:xfrm flipH="1">
            <a:off x="10082917" y="2192761"/>
            <a:ext cx="377347" cy="26136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9" name="Straight Arrow Connector 58">
            <a:extLst>
              <a:ext uri="{FF2B5EF4-FFF2-40B4-BE49-F238E27FC236}">
                <a16:creationId xmlns:a16="http://schemas.microsoft.com/office/drawing/2014/main" id="{81532850-53E1-12C0-F18D-EE27FE04049A}"/>
              </a:ext>
            </a:extLst>
          </p:cNvPr>
          <p:cNvCxnSpPr>
            <a:cxnSpLocks/>
            <a:stCxn id="25" idx="1"/>
            <a:endCxn id="41" idx="3"/>
          </p:cNvCxnSpPr>
          <p:nvPr/>
        </p:nvCxnSpPr>
        <p:spPr>
          <a:xfrm flipH="1">
            <a:off x="7616073" y="3226841"/>
            <a:ext cx="478355" cy="66445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3" name="Straight Arrow Connector 62">
            <a:extLst>
              <a:ext uri="{FF2B5EF4-FFF2-40B4-BE49-F238E27FC236}">
                <a16:creationId xmlns:a16="http://schemas.microsoft.com/office/drawing/2014/main" id="{624E55F1-A486-E6EC-E93D-977907005BEE}"/>
              </a:ext>
            </a:extLst>
          </p:cNvPr>
          <p:cNvCxnSpPr>
            <a:cxnSpLocks/>
            <a:stCxn id="41" idx="1"/>
            <a:endCxn id="17" idx="3"/>
          </p:cNvCxnSpPr>
          <p:nvPr/>
        </p:nvCxnSpPr>
        <p:spPr>
          <a:xfrm flipH="1" flipV="1">
            <a:off x="3580531" y="3398664"/>
            <a:ext cx="570627" cy="49262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9" name="Connector: Elbow 68">
            <a:extLst>
              <a:ext uri="{FF2B5EF4-FFF2-40B4-BE49-F238E27FC236}">
                <a16:creationId xmlns:a16="http://schemas.microsoft.com/office/drawing/2014/main" id="{36F34F3F-364B-5304-52B1-92FE03A04EE0}"/>
              </a:ext>
            </a:extLst>
          </p:cNvPr>
          <p:cNvCxnSpPr>
            <a:cxnSpLocks/>
            <a:stCxn id="17" idx="1"/>
            <a:endCxn id="46" idx="1"/>
          </p:cNvCxnSpPr>
          <p:nvPr/>
        </p:nvCxnSpPr>
        <p:spPr>
          <a:xfrm rot="10800000" flipV="1">
            <a:off x="465627" y="3398663"/>
            <a:ext cx="1" cy="1488767"/>
          </a:xfrm>
          <a:prstGeom prst="bentConnector3">
            <a:avLst>
              <a:gd name="adj1" fmla="val 2286010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3" name="Straight Arrow Connector 72">
            <a:extLst>
              <a:ext uri="{FF2B5EF4-FFF2-40B4-BE49-F238E27FC236}">
                <a16:creationId xmlns:a16="http://schemas.microsoft.com/office/drawing/2014/main" id="{E7225A3C-7B68-6AD2-03A2-EAD4DC5B5D5B}"/>
              </a:ext>
            </a:extLst>
          </p:cNvPr>
          <p:cNvCxnSpPr>
            <a:cxnSpLocks/>
            <a:stCxn id="46" idx="2"/>
            <a:endCxn id="51" idx="0"/>
          </p:cNvCxnSpPr>
          <p:nvPr/>
        </p:nvCxnSpPr>
        <p:spPr>
          <a:xfrm>
            <a:off x="2198084" y="5578414"/>
            <a:ext cx="967794" cy="19085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8" name="Straight Arrow Connector 77">
            <a:extLst>
              <a:ext uri="{FF2B5EF4-FFF2-40B4-BE49-F238E27FC236}">
                <a16:creationId xmlns:a16="http://schemas.microsoft.com/office/drawing/2014/main" id="{13423874-3B9A-A867-B570-830FAD25F9D0}"/>
              </a:ext>
            </a:extLst>
          </p:cNvPr>
          <p:cNvCxnSpPr>
            <a:cxnSpLocks/>
            <a:stCxn id="51" idx="3"/>
            <a:endCxn id="47" idx="1"/>
          </p:cNvCxnSpPr>
          <p:nvPr/>
        </p:nvCxnSpPr>
        <p:spPr>
          <a:xfrm flipV="1">
            <a:off x="5075450" y="5769271"/>
            <a:ext cx="430425" cy="47936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83" name="Straight Arrow Connector 82">
            <a:extLst>
              <a:ext uri="{FF2B5EF4-FFF2-40B4-BE49-F238E27FC236}">
                <a16:creationId xmlns:a16="http://schemas.microsoft.com/office/drawing/2014/main" id="{85A6BC2B-50D2-9DD9-D04E-03CE941E8EAF}"/>
              </a:ext>
            </a:extLst>
          </p:cNvPr>
          <p:cNvCxnSpPr>
            <a:cxnSpLocks/>
            <a:stCxn id="47" idx="3"/>
            <a:endCxn id="49" idx="1"/>
          </p:cNvCxnSpPr>
          <p:nvPr/>
        </p:nvCxnSpPr>
        <p:spPr>
          <a:xfrm flipV="1">
            <a:off x="8290682" y="5187701"/>
            <a:ext cx="567055" cy="58157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95" name="Slide Number Placeholder 94">
            <a:extLst>
              <a:ext uri="{FF2B5EF4-FFF2-40B4-BE49-F238E27FC236}">
                <a16:creationId xmlns:a16="http://schemas.microsoft.com/office/drawing/2014/main" id="{0D2C9402-9B77-1C2C-7ED3-C7928D0A32F7}"/>
              </a:ext>
            </a:extLst>
          </p:cNvPr>
          <p:cNvSpPr>
            <a:spLocks noGrp="1"/>
          </p:cNvSpPr>
          <p:nvPr>
            <p:ph type="sldNum" sz="quarter" idx="12"/>
          </p:nvPr>
        </p:nvSpPr>
        <p:spPr/>
        <p:txBody>
          <a:bodyPr/>
          <a:lstStyle/>
          <a:p>
            <a:fld id="{BC45C7BB-1724-4FC6-81FD-F79A3AB07237}" type="slidenum">
              <a:rPr lang="en-US" smtClean="0"/>
              <a:t>34</a:t>
            </a:fld>
            <a:endParaRPr lang="en-US"/>
          </a:p>
        </p:txBody>
      </p:sp>
      <p:sp>
        <p:nvSpPr>
          <p:cNvPr id="9" name="Rectangle: Rounded Corners 8">
            <a:extLst>
              <a:ext uri="{FF2B5EF4-FFF2-40B4-BE49-F238E27FC236}">
                <a16:creationId xmlns:a16="http://schemas.microsoft.com/office/drawing/2014/main" id="{BDA645E7-1D22-15F4-FBDF-B437F9AD5B21}"/>
              </a:ext>
            </a:extLst>
          </p:cNvPr>
          <p:cNvSpPr/>
          <p:nvPr/>
        </p:nvSpPr>
        <p:spPr>
          <a:xfrm>
            <a:off x="8857737" y="745727"/>
            <a:ext cx="3205054" cy="1447034"/>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Orchestrator activates agents based on mission using Claude code CLI native {</a:t>
            </a:r>
            <a:r>
              <a:rPr lang="en-US" dirty="0" err="1"/>
              <a:t>agent_role</a:t>
            </a:r>
            <a:r>
              <a:rPr lang="en-US" dirty="0"/>
              <a:t>}.md which should match mission</a:t>
            </a:r>
          </a:p>
        </p:txBody>
      </p:sp>
    </p:spTree>
    <p:extLst>
      <p:ext uri="{BB962C8B-B14F-4D97-AF65-F5344CB8AC3E}">
        <p14:creationId xmlns:p14="http://schemas.microsoft.com/office/powerpoint/2010/main" val="19678123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06D62-E15F-F6B8-4FB4-7E44E8F72F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BE7F9-5463-544C-BC73-675B78F27539}"/>
              </a:ext>
            </a:extLst>
          </p:cNvPr>
          <p:cNvSpPr>
            <a:spLocks noGrp="1"/>
          </p:cNvSpPr>
          <p:nvPr>
            <p:ph type="title"/>
          </p:nvPr>
        </p:nvSpPr>
        <p:spPr>
          <a:xfrm>
            <a:off x="838200" y="365125"/>
            <a:ext cx="10515600" cy="619077"/>
          </a:xfrm>
        </p:spPr>
        <p:txBody>
          <a:bodyPr>
            <a:noAutofit/>
          </a:bodyPr>
          <a:lstStyle/>
          <a:p>
            <a:r>
              <a:rPr lang="en-US" sz="2800" dirty="0"/>
              <a:t>Job Implementation Workflow START IN Multi Terminal mode</a:t>
            </a:r>
          </a:p>
        </p:txBody>
      </p:sp>
      <p:sp>
        <p:nvSpPr>
          <p:cNvPr id="3" name="Rectangle: Rounded Corners 2">
            <a:extLst>
              <a:ext uri="{FF2B5EF4-FFF2-40B4-BE49-F238E27FC236}">
                <a16:creationId xmlns:a16="http://schemas.microsoft.com/office/drawing/2014/main" id="{D070A187-A052-C9F0-8F7A-CA1233E4309E}"/>
              </a:ext>
            </a:extLst>
          </p:cNvPr>
          <p:cNvSpPr/>
          <p:nvPr/>
        </p:nvSpPr>
        <p:spPr>
          <a:xfrm>
            <a:off x="319924" y="1828800"/>
            <a:ext cx="3205054" cy="1190118"/>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User clicks dynamic button [Launch Jobs] after orchestrator finishes mission and agent assignments</a:t>
            </a:r>
          </a:p>
        </p:txBody>
      </p:sp>
      <p:sp>
        <p:nvSpPr>
          <p:cNvPr id="25" name="Rectangle: Rounded Corners 24">
            <a:extLst>
              <a:ext uri="{FF2B5EF4-FFF2-40B4-BE49-F238E27FC236}">
                <a16:creationId xmlns:a16="http://schemas.microsoft.com/office/drawing/2014/main" id="{7AD3A72D-7948-ABEB-5E55-6B05CD8555FB}"/>
              </a:ext>
            </a:extLst>
          </p:cNvPr>
          <p:cNvSpPr/>
          <p:nvPr/>
        </p:nvSpPr>
        <p:spPr>
          <a:xfrm>
            <a:off x="3880940" y="1781486"/>
            <a:ext cx="1843999" cy="882555"/>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Moves to implementation window</a:t>
            </a:r>
          </a:p>
        </p:txBody>
      </p:sp>
      <p:sp>
        <p:nvSpPr>
          <p:cNvPr id="26" name="Rectangle: Rounded Corners 25">
            <a:extLst>
              <a:ext uri="{FF2B5EF4-FFF2-40B4-BE49-F238E27FC236}">
                <a16:creationId xmlns:a16="http://schemas.microsoft.com/office/drawing/2014/main" id="{B248724E-C599-3219-2D45-7EDED1C169D0}"/>
              </a:ext>
            </a:extLst>
          </p:cNvPr>
          <p:cNvSpPr/>
          <p:nvPr/>
        </p:nvSpPr>
        <p:spPr>
          <a:xfrm>
            <a:off x="6486432" y="1722120"/>
            <a:ext cx="1843998" cy="8825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Claude Code CLI mode toggled OFF</a:t>
            </a:r>
          </a:p>
        </p:txBody>
      </p:sp>
      <p:cxnSp>
        <p:nvCxnSpPr>
          <p:cNvPr id="34" name="Straight Arrow Connector 33">
            <a:extLst>
              <a:ext uri="{FF2B5EF4-FFF2-40B4-BE49-F238E27FC236}">
                <a16:creationId xmlns:a16="http://schemas.microsoft.com/office/drawing/2014/main" id="{D9595081-057E-299F-5265-66B42ADFFACE}"/>
              </a:ext>
            </a:extLst>
          </p:cNvPr>
          <p:cNvCxnSpPr>
            <a:cxnSpLocks/>
            <a:stCxn id="3" idx="3"/>
            <a:endCxn id="25" idx="1"/>
          </p:cNvCxnSpPr>
          <p:nvPr/>
        </p:nvCxnSpPr>
        <p:spPr>
          <a:xfrm flipV="1">
            <a:off x="3524978" y="2222764"/>
            <a:ext cx="355962" cy="20109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Rectangle: Rounded Corners 3">
            <a:extLst>
              <a:ext uri="{FF2B5EF4-FFF2-40B4-BE49-F238E27FC236}">
                <a16:creationId xmlns:a16="http://schemas.microsoft.com/office/drawing/2014/main" id="{851115DE-ACD1-E688-AD03-B310E6515EBE}"/>
              </a:ext>
            </a:extLst>
          </p:cNvPr>
          <p:cNvSpPr/>
          <p:nvPr/>
        </p:nvSpPr>
        <p:spPr>
          <a:xfrm>
            <a:off x="781188" y="901031"/>
            <a:ext cx="6994702" cy="664268"/>
          </a:xfrm>
          <a:prstGeom prst="round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400" dirty="0"/>
              <a:t>http://{host or IP}:port/projects/{</a:t>
            </a:r>
            <a:r>
              <a:rPr lang="en-US" sz="1400" dirty="0" err="1"/>
              <a:t>project_ID</a:t>
            </a:r>
            <a:r>
              <a:rPr lang="en-US" sz="1400" dirty="0"/>
              <a:t>}?via=jobs </a:t>
            </a:r>
            <a:r>
              <a:rPr lang="en-US" sz="1400" dirty="0" err="1"/>
              <a:t>vue</a:t>
            </a:r>
            <a:r>
              <a:rPr lang="en-US" sz="1400" dirty="0"/>
              <a:t> TAB called ‘Implementation’</a:t>
            </a:r>
          </a:p>
        </p:txBody>
      </p:sp>
      <p:sp>
        <p:nvSpPr>
          <p:cNvPr id="31" name="Rectangle: Rounded Corners 30">
            <a:extLst>
              <a:ext uri="{FF2B5EF4-FFF2-40B4-BE49-F238E27FC236}">
                <a16:creationId xmlns:a16="http://schemas.microsoft.com/office/drawing/2014/main" id="{4E7CBA46-228D-3262-5D40-39CC21B34E5A}"/>
              </a:ext>
            </a:extLst>
          </p:cNvPr>
          <p:cNvSpPr/>
          <p:nvPr/>
        </p:nvSpPr>
        <p:spPr>
          <a:xfrm>
            <a:off x="7662402" y="2951094"/>
            <a:ext cx="3896735" cy="1867396"/>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All agent </a:t>
            </a:r>
            <a:r>
              <a:rPr lang="en-US" dirty="0" err="1"/>
              <a:t>promptsare</a:t>
            </a:r>
            <a:r>
              <a:rPr lang="en-US" dirty="0"/>
              <a:t> created on backend. It is standard: role based on MCP server’s agent type definition, Agent ID, project ID, product ID (all required identifiers) and say to fetch instructions on MCP server.</a:t>
            </a:r>
          </a:p>
        </p:txBody>
      </p:sp>
      <p:sp>
        <p:nvSpPr>
          <p:cNvPr id="33" name="Rectangle: Rounded Corners 32">
            <a:extLst>
              <a:ext uri="{FF2B5EF4-FFF2-40B4-BE49-F238E27FC236}">
                <a16:creationId xmlns:a16="http://schemas.microsoft.com/office/drawing/2014/main" id="{EABF94CF-1A3C-104B-49BB-47EC2F3613AB}"/>
              </a:ext>
            </a:extLst>
          </p:cNvPr>
          <p:cNvSpPr/>
          <p:nvPr/>
        </p:nvSpPr>
        <p:spPr>
          <a:xfrm>
            <a:off x="4367647" y="3019687"/>
            <a:ext cx="2951595" cy="949558"/>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The MCP instructions are unique for orchestrator in Multi Terminal mode</a:t>
            </a:r>
          </a:p>
        </p:txBody>
      </p:sp>
      <p:sp>
        <p:nvSpPr>
          <p:cNvPr id="37" name="Rectangle: Rounded Corners 36">
            <a:extLst>
              <a:ext uri="{FF2B5EF4-FFF2-40B4-BE49-F238E27FC236}">
                <a16:creationId xmlns:a16="http://schemas.microsoft.com/office/drawing/2014/main" id="{62A7CD9A-EE14-E03B-5F8A-C1EB08748B9E}"/>
              </a:ext>
            </a:extLst>
          </p:cNvPr>
          <p:cNvSpPr/>
          <p:nvPr/>
        </p:nvSpPr>
        <p:spPr>
          <a:xfrm>
            <a:off x="210994" y="3228513"/>
            <a:ext cx="3813493" cy="3492962"/>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sz="1600" dirty="0"/>
              <a:t>Tells orchestrator to read the mission created in staging process and inform it of all the other agents that will be spawned in unique terminal windows.  Tells orchestrator to send a coordinating message to all agents and remind them to read their missions that they can send messages to other agents but note that those agents will only read those messages when active, user must manually ask them to read messages if they  between instructions.</a:t>
            </a:r>
          </a:p>
        </p:txBody>
      </p:sp>
      <p:sp>
        <p:nvSpPr>
          <p:cNvPr id="45" name="Rectangle: Rounded Corners 44">
            <a:extLst>
              <a:ext uri="{FF2B5EF4-FFF2-40B4-BE49-F238E27FC236}">
                <a16:creationId xmlns:a16="http://schemas.microsoft.com/office/drawing/2014/main" id="{50389A6F-A120-32CB-2830-C466F13A9391}"/>
              </a:ext>
            </a:extLst>
          </p:cNvPr>
          <p:cNvSpPr/>
          <p:nvPr/>
        </p:nvSpPr>
        <p:spPr>
          <a:xfrm>
            <a:off x="8110061" y="5063946"/>
            <a:ext cx="3783247" cy="619077"/>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All prompts are copied and pasted in unique terminal windows </a:t>
            </a:r>
          </a:p>
        </p:txBody>
      </p:sp>
      <p:cxnSp>
        <p:nvCxnSpPr>
          <p:cNvPr id="50" name="Connector: Elbow 49">
            <a:extLst>
              <a:ext uri="{FF2B5EF4-FFF2-40B4-BE49-F238E27FC236}">
                <a16:creationId xmlns:a16="http://schemas.microsoft.com/office/drawing/2014/main" id="{17148359-5B8A-D676-0D51-29193608675A}"/>
              </a:ext>
            </a:extLst>
          </p:cNvPr>
          <p:cNvCxnSpPr>
            <a:cxnSpLocks/>
            <a:stCxn id="25" idx="3"/>
            <a:endCxn id="26" idx="1"/>
          </p:cNvCxnSpPr>
          <p:nvPr/>
        </p:nvCxnSpPr>
        <p:spPr>
          <a:xfrm flipV="1">
            <a:off x="5724939" y="2163398"/>
            <a:ext cx="761493" cy="59366"/>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1" name="Straight Arrow Connector 60">
            <a:extLst>
              <a:ext uri="{FF2B5EF4-FFF2-40B4-BE49-F238E27FC236}">
                <a16:creationId xmlns:a16="http://schemas.microsoft.com/office/drawing/2014/main" id="{B6680F24-09D7-BCC6-90DE-3EDC7013A0B2}"/>
              </a:ext>
            </a:extLst>
          </p:cNvPr>
          <p:cNvCxnSpPr>
            <a:cxnSpLocks/>
            <a:stCxn id="31" idx="1"/>
            <a:endCxn id="33" idx="3"/>
          </p:cNvCxnSpPr>
          <p:nvPr/>
        </p:nvCxnSpPr>
        <p:spPr>
          <a:xfrm flipH="1" flipV="1">
            <a:off x="7319242" y="3494466"/>
            <a:ext cx="343160" cy="39032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4" name="Straight Arrow Connector 73">
            <a:extLst>
              <a:ext uri="{FF2B5EF4-FFF2-40B4-BE49-F238E27FC236}">
                <a16:creationId xmlns:a16="http://schemas.microsoft.com/office/drawing/2014/main" id="{135F05FE-54A1-4469-64E0-D51CB94ACDA4}"/>
              </a:ext>
            </a:extLst>
          </p:cNvPr>
          <p:cNvCxnSpPr>
            <a:cxnSpLocks/>
            <a:stCxn id="33" idx="1"/>
          </p:cNvCxnSpPr>
          <p:nvPr/>
        </p:nvCxnSpPr>
        <p:spPr>
          <a:xfrm flipH="1">
            <a:off x="4024487" y="3494466"/>
            <a:ext cx="343160" cy="14879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93" name="Slide Number Placeholder 92">
            <a:extLst>
              <a:ext uri="{FF2B5EF4-FFF2-40B4-BE49-F238E27FC236}">
                <a16:creationId xmlns:a16="http://schemas.microsoft.com/office/drawing/2014/main" id="{B63E1481-EA3D-B36C-5CF2-45B155548FA0}"/>
              </a:ext>
            </a:extLst>
          </p:cNvPr>
          <p:cNvSpPr>
            <a:spLocks noGrp="1"/>
          </p:cNvSpPr>
          <p:nvPr>
            <p:ph type="sldNum" sz="quarter" idx="12"/>
          </p:nvPr>
        </p:nvSpPr>
        <p:spPr/>
        <p:txBody>
          <a:bodyPr/>
          <a:lstStyle/>
          <a:p>
            <a:fld id="{BC45C7BB-1724-4FC6-81FD-F79A3AB07237}" type="slidenum">
              <a:rPr lang="en-US" smtClean="0"/>
              <a:t>35</a:t>
            </a:fld>
            <a:endParaRPr lang="en-US"/>
          </a:p>
        </p:txBody>
      </p:sp>
      <p:sp>
        <p:nvSpPr>
          <p:cNvPr id="5" name="Rectangle: Rounded Corners 4">
            <a:extLst>
              <a:ext uri="{FF2B5EF4-FFF2-40B4-BE49-F238E27FC236}">
                <a16:creationId xmlns:a16="http://schemas.microsoft.com/office/drawing/2014/main" id="{2CFA562A-885F-189C-406B-A24107EC1FEB}"/>
              </a:ext>
            </a:extLst>
          </p:cNvPr>
          <p:cNvSpPr/>
          <p:nvPr/>
        </p:nvSpPr>
        <p:spPr>
          <a:xfrm>
            <a:off x="8935176" y="1665184"/>
            <a:ext cx="2133018" cy="1003163"/>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All agents cards have active copy prompt button</a:t>
            </a:r>
          </a:p>
        </p:txBody>
      </p:sp>
      <p:cxnSp>
        <p:nvCxnSpPr>
          <p:cNvPr id="10" name="Straight Arrow Connector 9">
            <a:extLst>
              <a:ext uri="{FF2B5EF4-FFF2-40B4-BE49-F238E27FC236}">
                <a16:creationId xmlns:a16="http://schemas.microsoft.com/office/drawing/2014/main" id="{39F7F9B9-7619-2096-7C0D-510466CFE4FC}"/>
              </a:ext>
            </a:extLst>
          </p:cNvPr>
          <p:cNvCxnSpPr>
            <a:cxnSpLocks/>
            <a:stCxn id="5" idx="2"/>
            <a:endCxn id="31" idx="0"/>
          </p:cNvCxnSpPr>
          <p:nvPr/>
        </p:nvCxnSpPr>
        <p:spPr>
          <a:xfrm flipH="1">
            <a:off x="9610770" y="2668347"/>
            <a:ext cx="390915" cy="28274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6" name="Straight Arrow Connector 55">
            <a:extLst>
              <a:ext uri="{FF2B5EF4-FFF2-40B4-BE49-F238E27FC236}">
                <a16:creationId xmlns:a16="http://schemas.microsoft.com/office/drawing/2014/main" id="{1419B884-DA6E-D698-7A2A-9F85E278B0F5}"/>
              </a:ext>
            </a:extLst>
          </p:cNvPr>
          <p:cNvCxnSpPr>
            <a:cxnSpLocks/>
            <a:stCxn id="26" idx="3"/>
            <a:endCxn id="5" idx="1"/>
          </p:cNvCxnSpPr>
          <p:nvPr/>
        </p:nvCxnSpPr>
        <p:spPr>
          <a:xfrm>
            <a:off x="8330430" y="2163398"/>
            <a:ext cx="604746" cy="336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73" name="Title 1">
            <a:extLst>
              <a:ext uri="{FF2B5EF4-FFF2-40B4-BE49-F238E27FC236}">
                <a16:creationId xmlns:a16="http://schemas.microsoft.com/office/drawing/2014/main" id="{995201F8-71BC-E4CE-CF7A-C53741E0CDCF}"/>
              </a:ext>
            </a:extLst>
          </p:cNvPr>
          <p:cNvSpPr txBox="1">
            <a:spLocks/>
          </p:cNvSpPr>
          <p:nvPr/>
        </p:nvSpPr>
        <p:spPr>
          <a:xfrm>
            <a:off x="7775890" y="5801355"/>
            <a:ext cx="4098235" cy="619077"/>
          </a:xfrm>
          <a:prstGeom prst="rect">
            <a:avLst/>
          </a:prstGeom>
          <a:ln>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dirty="0"/>
              <a:t>Goto slide : Job Implementation Workflow ACTION in multi terminal mode</a:t>
            </a:r>
          </a:p>
        </p:txBody>
      </p:sp>
      <p:sp>
        <p:nvSpPr>
          <p:cNvPr id="11" name="Rectangle: Rounded Corners 10">
            <a:extLst>
              <a:ext uri="{FF2B5EF4-FFF2-40B4-BE49-F238E27FC236}">
                <a16:creationId xmlns:a16="http://schemas.microsoft.com/office/drawing/2014/main" id="{F6040EA5-7074-9133-2491-BFE2AE5C3630}"/>
              </a:ext>
            </a:extLst>
          </p:cNvPr>
          <p:cNvSpPr/>
          <p:nvPr/>
        </p:nvSpPr>
        <p:spPr>
          <a:xfrm>
            <a:off x="4228360" y="4229794"/>
            <a:ext cx="3321303" cy="2491681"/>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sz="1400" dirty="0"/>
              <a:t>All other agents prompts say to read the agents unique job created in staging process &amp; informs it of all the other agents that will be spawned in unique terminal windows.  Tells to read any messages &amp; that they can send messages to other agents but note that those agents will only read those messages when active, user must manually ask them to read messages if they  between instructions.</a:t>
            </a:r>
          </a:p>
        </p:txBody>
      </p:sp>
      <p:cxnSp>
        <p:nvCxnSpPr>
          <p:cNvPr id="19" name="Straight Arrow Connector 18">
            <a:extLst>
              <a:ext uri="{FF2B5EF4-FFF2-40B4-BE49-F238E27FC236}">
                <a16:creationId xmlns:a16="http://schemas.microsoft.com/office/drawing/2014/main" id="{8C776E73-51E7-0E19-C7FC-858C6264E5C5}"/>
              </a:ext>
            </a:extLst>
          </p:cNvPr>
          <p:cNvCxnSpPr>
            <a:cxnSpLocks/>
            <a:stCxn id="37" idx="3"/>
            <a:endCxn id="11" idx="1"/>
          </p:cNvCxnSpPr>
          <p:nvPr/>
        </p:nvCxnSpPr>
        <p:spPr>
          <a:xfrm>
            <a:off x="4024487" y="4974994"/>
            <a:ext cx="203873" cy="50064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2" name="Straight Arrow Connector 21">
            <a:extLst>
              <a:ext uri="{FF2B5EF4-FFF2-40B4-BE49-F238E27FC236}">
                <a16:creationId xmlns:a16="http://schemas.microsoft.com/office/drawing/2014/main" id="{32B39654-39AD-4BC8-C5DB-6C267AA70885}"/>
              </a:ext>
            </a:extLst>
          </p:cNvPr>
          <p:cNvCxnSpPr>
            <a:cxnSpLocks/>
            <a:stCxn id="11" idx="3"/>
            <a:endCxn id="45" idx="1"/>
          </p:cNvCxnSpPr>
          <p:nvPr/>
        </p:nvCxnSpPr>
        <p:spPr>
          <a:xfrm flipV="1">
            <a:off x="7549663" y="5373485"/>
            <a:ext cx="560398" cy="10215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5550008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6A3C1-C6F4-C532-F608-E81CD4DAF1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2A55B-3531-7E90-C182-E354FC1D4728}"/>
              </a:ext>
            </a:extLst>
          </p:cNvPr>
          <p:cNvSpPr>
            <a:spLocks noGrp="1"/>
          </p:cNvSpPr>
          <p:nvPr>
            <p:ph type="title"/>
          </p:nvPr>
        </p:nvSpPr>
        <p:spPr>
          <a:xfrm>
            <a:off x="478327" y="213963"/>
            <a:ext cx="10515600" cy="619077"/>
          </a:xfrm>
        </p:spPr>
        <p:txBody>
          <a:bodyPr>
            <a:noAutofit/>
          </a:bodyPr>
          <a:lstStyle/>
          <a:p>
            <a:r>
              <a:rPr lang="en-US" sz="3200" dirty="0"/>
              <a:t>Job Implementation Workflow ACTION in Multi terminal mode</a:t>
            </a:r>
          </a:p>
        </p:txBody>
      </p:sp>
      <p:sp>
        <p:nvSpPr>
          <p:cNvPr id="3" name="Rectangle: Rounded Corners 2">
            <a:extLst>
              <a:ext uri="{FF2B5EF4-FFF2-40B4-BE49-F238E27FC236}">
                <a16:creationId xmlns:a16="http://schemas.microsoft.com/office/drawing/2014/main" id="{6329C630-621C-A28A-A2DC-5F3C4F87DD84}"/>
              </a:ext>
            </a:extLst>
          </p:cNvPr>
          <p:cNvSpPr/>
          <p:nvPr/>
        </p:nvSpPr>
        <p:spPr>
          <a:xfrm>
            <a:off x="312944" y="1720603"/>
            <a:ext cx="3205054" cy="60293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User has started orchestrator in its own terminal </a:t>
            </a:r>
          </a:p>
        </p:txBody>
      </p:sp>
      <p:sp>
        <p:nvSpPr>
          <p:cNvPr id="25" name="Rectangle: Rounded Corners 24">
            <a:extLst>
              <a:ext uri="{FF2B5EF4-FFF2-40B4-BE49-F238E27FC236}">
                <a16:creationId xmlns:a16="http://schemas.microsoft.com/office/drawing/2014/main" id="{F195892E-94AC-B6D2-851A-8A1712BF8353}"/>
              </a:ext>
            </a:extLst>
          </p:cNvPr>
          <p:cNvSpPr/>
          <p:nvPr/>
        </p:nvSpPr>
        <p:spPr>
          <a:xfrm>
            <a:off x="8186700" y="2920407"/>
            <a:ext cx="3976977" cy="944538"/>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All other agents are started by user via copy paste in their own terminal widows</a:t>
            </a:r>
          </a:p>
        </p:txBody>
      </p:sp>
      <p:cxnSp>
        <p:nvCxnSpPr>
          <p:cNvPr id="34" name="Straight Arrow Connector 33">
            <a:extLst>
              <a:ext uri="{FF2B5EF4-FFF2-40B4-BE49-F238E27FC236}">
                <a16:creationId xmlns:a16="http://schemas.microsoft.com/office/drawing/2014/main" id="{D4BF071C-FA92-1922-9BA5-035717736991}"/>
              </a:ext>
            </a:extLst>
          </p:cNvPr>
          <p:cNvCxnSpPr>
            <a:cxnSpLocks/>
            <a:stCxn id="23" idx="3"/>
            <a:endCxn id="9" idx="1"/>
          </p:cNvCxnSpPr>
          <p:nvPr/>
        </p:nvCxnSpPr>
        <p:spPr>
          <a:xfrm flipV="1">
            <a:off x="7981536" y="1629169"/>
            <a:ext cx="876201" cy="78072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Rectangle: Rounded Corners 3">
            <a:extLst>
              <a:ext uri="{FF2B5EF4-FFF2-40B4-BE49-F238E27FC236}">
                <a16:creationId xmlns:a16="http://schemas.microsoft.com/office/drawing/2014/main" id="{82F9341D-D03A-4577-0F09-6A6DE850D28E}"/>
              </a:ext>
            </a:extLst>
          </p:cNvPr>
          <p:cNvSpPr/>
          <p:nvPr/>
        </p:nvSpPr>
        <p:spPr>
          <a:xfrm>
            <a:off x="781188" y="901031"/>
            <a:ext cx="6994702" cy="664268"/>
          </a:xfrm>
          <a:prstGeom prst="round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400" dirty="0"/>
              <a:t>http://{host or IP}:port/projects/{</a:t>
            </a:r>
            <a:r>
              <a:rPr lang="en-US" sz="1400" dirty="0" err="1"/>
              <a:t>project_ID</a:t>
            </a:r>
            <a:r>
              <a:rPr lang="en-US" sz="1400" dirty="0"/>
              <a:t>}?via=jobs </a:t>
            </a:r>
            <a:r>
              <a:rPr lang="en-US" sz="1400" dirty="0" err="1"/>
              <a:t>vue</a:t>
            </a:r>
            <a:r>
              <a:rPr lang="en-US" sz="1400" dirty="0"/>
              <a:t> TAB called ‘Implementation’</a:t>
            </a:r>
          </a:p>
        </p:txBody>
      </p:sp>
      <p:sp>
        <p:nvSpPr>
          <p:cNvPr id="41" name="Rectangle: Rounded Corners 40">
            <a:extLst>
              <a:ext uri="{FF2B5EF4-FFF2-40B4-BE49-F238E27FC236}">
                <a16:creationId xmlns:a16="http://schemas.microsoft.com/office/drawing/2014/main" id="{7CF6D6D6-D088-86D6-96A7-E04DE341A4D8}"/>
              </a:ext>
            </a:extLst>
          </p:cNvPr>
          <p:cNvSpPr/>
          <p:nvPr/>
        </p:nvSpPr>
        <p:spPr>
          <a:xfrm>
            <a:off x="4151158" y="3147206"/>
            <a:ext cx="3464915" cy="1488169"/>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Agent reads its role definition, gets all ID’s needed and fetches job on MCP server. Checks messages, gains awareness of all other agents working as a team</a:t>
            </a:r>
          </a:p>
        </p:txBody>
      </p:sp>
      <p:sp>
        <p:nvSpPr>
          <p:cNvPr id="17" name="Rectangle: Rounded Corners 16">
            <a:extLst>
              <a:ext uri="{FF2B5EF4-FFF2-40B4-BE49-F238E27FC236}">
                <a16:creationId xmlns:a16="http://schemas.microsoft.com/office/drawing/2014/main" id="{7D186EA1-3B4D-55DD-AE48-B0684DCA02C6}"/>
              </a:ext>
            </a:extLst>
          </p:cNvPr>
          <p:cNvSpPr/>
          <p:nvPr/>
        </p:nvSpPr>
        <p:spPr>
          <a:xfrm>
            <a:off x="465627" y="2780544"/>
            <a:ext cx="3114904" cy="1236239"/>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The agents aware if its ID’ all relevant ID’s and the job ID fetches its instructions. Executes job</a:t>
            </a:r>
          </a:p>
        </p:txBody>
      </p:sp>
      <p:sp>
        <p:nvSpPr>
          <p:cNvPr id="23" name="Rectangle: Rounded Corners 22">
            <a:extLst>
              <a:ext uri="{FF2B5EF4-FFF2-40B4-BE49-F238E27FC236}">
                <a16:creationId xmlns:a16="http://schemas.microsoft.com/office/drawing/2014/main" id="{4BBD029D-E381-15EC-D0A5-2B01AD8CB820}"/>
              </a:ext>
            </a:extLst>
          </p:cNvPr>
          <p:cNvSpPr/>
          <p:nvPr/>
        </p:nvSpPr>
        <p:spPr>
          <a:xfrm>
            <a:off x="4004560" y="1791776"/>
            <a:ext cx="3976976" cy="1236239"/>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Orchestrator reads its role definition, gets all ID’s needed and fetches job on MCP server. It reads the mission first. Then its instructions.</a:t>
            </a:r>
          </a:p>
        </p:txBody>
      </p:sp>
      <p:cxnSp>
        <p:nvCxnSpPr>
          <p:cNvPr id="39" name="Straight Arrow Connector 38">
            <a:extLst>
              <a:ext uri="{FF2B5EF4-FFF2-40B4-BE49-F238E27FC236}">
                <a16:creationId xmlns:a16="http://schemas.microsoft.com/office/drawing/2014/main" id="{03773F1B-134D-BDFC-56B3-43D9CEE404F9}"/>
              </a:ext>
            </a:extLst>
          </p:cNvPr>
          <p:cNvCxnSpPr>
            <a:cxnSpLocks/>
            <a:stCxn id="3" idx="3"/>
            <a:endCxn id="23" idx="1"/>
          </p:cNvCxnSpPr>
          <p:nvPr/>
        </p:nvCxnSpPr>
        <p:spPr>
          <a:xfrm>
            <a:off x="3517998" y="2022068"/>
            <a:ext cx="486562" cy="38782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6" name="Rectangle: Rounded Corners 45">
            <a:extLst>
              <a:ext uri="{FF2B5EF4-FFF2-40B4-BE49-F238E27FC236}">
                <a16:creationId xmlns:a16="http://schemas.microsoft.com/office/drawing/2014/main" id="{D0910E22-9168-3E23-6EB8-479E666221B9}"/>
              </a:ext>
            </a:extLst>
          </p:cNvPr>
          <p:cNvSpPr/>
          <p:nvPr/>
        </p:nvSpPr>
        <p:spPr>
          <a:xfrm>
            <a:off x="465626" y="4196447"/>
            <a:ext cx="3464915" cy="1381967"/>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When all agents are complete user can after reviews , tests, validation close out the project by copy pasting ‘close out prompt’</a:t>
            </a:r>
          </a:p>
        </p:txBody>
      </p:sp>
      <p:sp>
        <p:nvSpPr>
          <p:cNvPr id="47" name="Rectangle: Rounded Corners 46">
            <a:extLst>
              <a:ext uri="{FF2B5EF4-FFF2-40B4-BE49-F238E27FC236}">
                <a16:creationId xmlns:a16="http://schemas.microsoft.com/office/drawing/2014/main" id="{90066944-BDB5-1EAD-8F38-BB2E65255701}"/>
              </a:ext>
            </a:extLst>
          </p:cNvPr>
          <p:cNvSpPr/>
          <p:nvPr/>
        </p:nvSpPr>
        <p:spPr>
          <a:xfrm>
            <a:off x="5505875" y="4905995"/>
            <a:ext cx="2784807" cy="1726552"/>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sz="1600" dirty="0"/>
              <a:t>Project gets tagged as completed and agents are decommissioned.  Cannot be MCP interacted with, nor can the project be modified from outside during other projects</a:t>
            </a:r>
          </a:p>
        </p:txBody>
      </p:sp>
      <p:sp>
        <p:nvSpPr>
          <p:cNvPr id="49" name="Rectangle: Rounded Corners 48">
            <a:extLst>
              <a:ext uri="{FF2B5EF4-FFF2-40B4-BE49-F238E27FC236}">
                <a16:creationId xmlns:a16="http://schemas.microsoft.com/office/drawing/2014/main" id="{1F17060E-E1B9-7796-B373-78884248BBB1}"/>
              </a:ext>
            </a:extLst>
          </p:cNvPr>
          <p:cNvSpPr/>
          <p:nvPr/>
        </p:nvSpPr>
        <p:spPr>
          <a:xfrm>
            <a:off x="8857737" y="4512307"/>
            <a:ext cx="3114904" cy="1350787"/>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Project is readable, shows in history of dashboard, can be reactivated if needed, reactivating agents</a:t>
            </a:r>
          </a:p>
        </p:txBody>
      </p:sp>
      <p:sp>
        <p:nvSpPr>
          <p:cNvPr id="51" name="Rectangle: Rounded Corners 50">
            <a:extLst>
              <a:ext uri="{FF2B5EF4-FFF2-40B4-BE49-F238E27FC236}">
                <a16:creationId xmlns:a16="http://schemas.microsoft.com/office/drawing/2014/main" id="{D86E62E0-5043-F97F-64AF-61B941B497A4}"/>
              </a:ext>
            </a:extLst>
          </p:cNvPr>
          <p:cNvSpPr/>
          <p:nvPr/>
        </p:nvSpPr>
        <p:spPr>
          <a:xfrm>
            <a:off x="1256306" y="5769271"/>
            <a:ext cx="3819144" cy="958736"/>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User can keep instructing orchestrator either in terminal or via message center in application</a:t>
            </a:r>
          </a:p>
        </p:txBody>
      </p:sp>
      <p:cxnSp>
        <p:nvCxnSpPr>
          <p:cNvPr id="53" name="Straight Arrow Connector 52">
            <a:extLst>
              <a:ext uri="{FF2B5EF4-FFF2-40B4-BE49-F238E27FC236}">
                <a16:creationId xmlns:a16="http://schemas.microsoft.com/office/drawing/2014/main" id="{B98AAC61-6F14-1713-8289-6BD39D9BD035}"/>
              </a:ext>
            </a:extLst>
          </p:cNvPr>
          <p:cNvCxnSpPr>
            <a:cxnSpLocks/>
            <a:stCxn id="9" idx="2"/>
            <a:endCxn id="25" idx="0"/>
          </p:cNvCxnSpPr>
          <p:nvPr/>
        </p:nvCxnSpPr>
        <p:spPr>
          <a:xfrm flipH="1">
            <a:off x="10175189" y="2512611"/>
            <a:ext cx="285075" cy="40779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9" name="Straight Arrow Connector 58">
            <a:extLst>
              <a:ext uri="{FF2B5EF4-FFF2-40B4-BE49-F238E27FC236}">
                <a16:creationId xmlns:a16="http://schemas.microsoft.com/office/drawing/2014/main" id="{ADDA9DBA-C29F-41DD-B9DA-C39581A829A2}"/>
              </a:ext>
            </a:extLst>
          </p:cNvPr>
          <p:cNvCxnSpPr>
            <a:cxnSpLocks/>
            <a:stCxn id="25" idx="1"/>
            <a:endCxn id="41" idx="3"/>
          </p:cNvCxnSpPr>
          <p:nvPr/>
        </p:nvCxnSpPr>
        <p:spPr>
          <a:xfrm flipH="1">
            <a:off x="7616073" y="3392676"/>
            <a:ext cx="570627" cy="49861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3" name="Straight Arrow Connector 62">
            <a:extLst>
              <a:ext uri="{FF2B5EF4-FFF2-40B4-BE49-F238E27FC236}">
                <a16:creationId xmlns:a16="http://schemas.microsoft.com/office/drawing/2014/main" id="{63E27C79-2E7A-0367-F1B2-6B426B34AD0A}"/>
              </a:ext>
            </a:extLst>
          </p:cNvPr>
          <p:cNvCxnSpPr>
            <a:cxnSpLocks/>
            <a:stCxn id="41" idx="1"/>
            <a:endCxn id="17" idx="3"/>
          </p:cNvCxnSpPr>
          <p:nvPr/>
        </p:nvCxnSpPr>
        <p:spPr>
          <a:xfrm flipH="1" flipV="1">
            <a:off x="3580531" y="3398664"/>
            <a:ext cx="570627" cy="49262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9" name="Connector: Elbow 68">
            <a:extLst>
              <a:ext uri="{FF2B5EF4-FFF2-40B4-BE49-F238E27FC236}">
                <a16:creationId xmlns:a16="http://schemas.microsoft.com/office/drawing/2014/main" id="{FB22A611-8344-63F7-5094-E23739280D7F}"/>
              </a:ext>
            </a:extLst>
          </p:cNvPr>
          <p:cNvCxnSpPr>
            <a:cxnSpLocks/>
            <a:stCxn id="17" idx="1"/>
            <a:endCxn id="46" idx="1"/>
          </p:cNvCxnSpPr>
          <p:nvPr/>
        </p:nvCxnSpPr>
        <p:spPr>
          <a:xfrm rot="10800000" flipV="1">
            <a:off x="465627" y="3398663"/>
            <a:ext cx="1" cy="1488767"/>
          </a:xfrm>
          <a:prstGeom prst="bentConnector3">
            <a:avLst>
              <a:gd name="adj1" fmla="val 2286010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3" name="Straight Arrow Connector 72">
            <a:extLst>
              <a:ext uri="{FF2B5EF4-FFF2-40B4-BE49-F238E27FC236}">
                <a16:creationId xmlns:a16="http://schemas.microsoft.com/office/drawing/2014/main" id="{CFFC8CB0-080D-6915-3870-1E6C507C7C30}"/>
              </a:ext>
            </a:extLst>
          </p:cNvPr>
          <p:cNvCxnSpPr>
            <a:cxnSpLocks/>
            <a:stCxn id="46" idx="2"/>
            <a:endCxn id="51" idx="0"/>
          </p:cNvCxnSpPr>
          <p:nvPr/>
        </p:nvCxnSpPr>
        <p:spPr>
          <a:xfrm>
            <a:off x="2198084" y="5578414"/>
            <a:ext cx="967794" cy="19085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8" name="Straight Arrow Connector 77">
            <a:extLst>
              <a:ext uri="{FF2B5EF4-FFF2-40B4-BE49-F238E27FC236}">
                <a16:creationId xmlns:a16="http://schemas.microsoft.com/office/drawing/2014/main" id="{C79A2D2A-E108-D3D0-3393-D84305FA5B3B}"/>
              </a:ext>
            </a:extLst>
          </p:cNvPr>
          <p:cNvCxnSpPr>
            <a:cxnSpLocks/>
            <a:stCxn id="51" idx="3"/>
            <a:endCxn id="47" idx="1"/>
          </p:cNvCxnSpPr>
          <p:nvPr/>
        </p:nvCxnSpPr>
        <p:spPr>
          <a:xfrm flipV="1">
            <a:off x="5075450" y="5769271"/>
            <a:ext cx="430425" cy="47936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83" name="Straight Arrow Connector 82">
            <a:extLst>
              <a:ext uri="{FF2B5EF4-FFF2-40B4-BE49-F238E27FC236}">
                <a16:creationId xmlns:a16="http://schemas.microsoft.com/office/drawing/2014/main" id="{91A892EF-BEB4-2640-7E8C-0D81C283B074}"/>
              </a:ext>
            </a:extLst>
          </p:cNvPr>
          <p:cNvCxnSpPr>
            <a:cxnSpLocks/>
            <a:stCxn id="47" idx="3"/>
            <a:endCxn id="49" idx="1"/>
          </p:cNvCxnSpPr>
          <p:nvPr/>
        </p:nvCxnSpPr>
        <p:spPr>
          <a:xfrm flipV="1">
            <a:off x="8290682" y="5187701"/>
            <a:ext cx="567055" cy="58157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95" name="Slide Number Placeholder 94">
            <a:extLst>
              <a:ext uri="{FF2B5EF4-FFF2-40B4-BE49-F238E27FC236}">
                <a16:creationId xmlns:a16="http://schemas.microsoft.com/office/drawing/2014/main" id="{4D4F1897-4D94-73D2-8F72-AAE82C27C791}"/>
              </a:ext>
            </a:extLst>
          </p:cNvPr>
          <p:cNvSpPr>
            <a:spLocks noGrp="1"/>
          </p:cNvSpPr>
          <p:nvPr>
            <p:ph type="sldNum" sz="quarter" idx="12"/>
          </p:nvPr>
        </p:nvSpPr>
        <p:spPr/>
        <p:txBody>
          <a:bodyPr/>
          <a:lstStyle/>
          <a:p>
            <a:fld id="{BC45C7BB-1724-4FC6-81FD-F79A3AB07237}" type="slidenum">
              <a:rPr lang="en-US" smtClean="0"/>
              <a:t>36</a:t>
            </a:fld>
            <a:endParaRPr lang="en-US"/>
          </a:p>
        </p:txBody>
      </p:sp>
      <p:sp>
        <p:nvSpPr>
          <p:cNvPr id="9" name="Rectangle: Rounded Corners 8">
            <a:extLst>
              <a:ext uri="{FF2B5EF4-FFF2-40B4-BE49-F238E27FC236}">
                <a16:creationId xmlns:a16="http://schemas.microsoft.com/office/drawing/2014/main" id="{F6DBAC80-34E6-16BF-CD28-9C5D2339909D}"/>
              </a:ext>
            </a:extLst>
          </p:cNvPr>
          <p:cNvSpPr/>
          <p:nvPr/>
        </p:nvSpPr>
        <p:spPr>
          <a:xfrm>
            <a:off x="8857737" y="745726"/>
            <a:ext cx="3205054" cy="1766885"/>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Orchestrator sends a coordinating message to all agent via </a:t>
            </a:r>
            <a:r>
              <a:rPr lang="en-US" dirty="0" err="1"/>
              <a:t>MCp</a:t>
            </a:r>
            <a:r>
              <a:rPr lang="en-US" dirty="0"/>
              <a:t> message system informing them of all other agents working and their ID’s</a:t>
            </a:r>
          </a:p>
        </p:txBody>
      </p:sp>
    </p:spTree>
    <p:extLst>
      <p:ext uri="{BB962C8B-B14F-4D97-AF65-F5344CB8AC3E}">
        <p14:creationId xmlns:p14="http://schemas.microsoft.com/office/powerpoint/2010/main" val="15413149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633DC-B880-9FDA-EB3F-7B82E4F099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349054-934E-3F86-63BB-E12541B40DA2}"/>
              </a:ext>
            </a:extLst>
          </p:cNvPr>
          <p:cNvSpPr>
            <a:spLocks noGrp="1"/>
          </p:cNvSpPr>
          <p:nvPr>
            <p:ph type="title"/>
          </p:nvPr>
        </p:nvSpPr>
        <p:spPr>
          <a:xfrm>
            <a:off x="838200" y="365125"/>
            <a:ext cx="10515600" cy="619077"/>
          </a:xfrm>
        </p:spPr>
        <p:txBody>
          <a:bodyPr>
            <a:normAutofit fontScale="90000"/>
          </a:bodyPr>
          <a:lstStyle/>
          <a:p>
            <a:r>
              <a:rPr lang="en-US" dirty="0"/>
              <a:t>Job Implementation decision tree</a:t>
            </a:r>
          </a:p>
        </p:txBody>
      </p:sp>
      <p:sp>
        <p:nvSpPr>
          <p:cNvPr id="3" name="Rectangle: Rounded Corners 2">
            <a:extLst>
              <a:ext uri="{FF2B5EF4-FFF2-40B4-BE49-F238E27FC236}">
                <a16:creationId xmlns:a16="http://schemas.microsoft.com/office/drawing/2014/main" id="{59264BDC-CA55-9DD7-BB3D-B9E1A56C73F6}"/>
              </a:ext>
            </a:extLst>
          </p:cNvPr>
          <p:cNvSpPr/>
          <p:nvPr/>
        </p:nvSpPr>
        <p:spPr>
          <a:xfrm>
            <a:off x="319924" y="1828800"/>
            <a:ext cx="3205054" cy="1190118"/>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User clicks dynamic button [Launch Jobs] after orchestrator finishes mission and agent assignments</a:t>
            </a:r>
          </a:p>
        </p:txBody>
      </p:sp>
      <p:sp>
        <p:nvSpPr>
          <p:cNvPr id="25" name="Rectangle: Rounded Corners 24">
            <a:extLst>
              <a:ext uri="{FF2B5EF4-FFF2-40B4-BE49-F238E27FC236}">
                <a16:creationId xmlns:a16="http://schemas.microsoft.com/office/drawing/2014/main" id="{C5D1D0C6-484B-32D5-A3FC-E28DD1F3069A}"/>
              </a:ext>
            </a:extLst>
          </p:cNvPr>
          <p:cNvSpPr/>
          <p:nvPr/>
        </p:nvSpPr>
        <p:spPr>
          <a:xfrm>
            <a:off x="3880940" y="1781486"/>
            <a:ext cx="3813493" cy="1162198"/>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Moves to implementation window with Toggle option for “Claude Code CLI” or “Multi Terminal coding mode” default is multi terminal</a:t>
            </a:r>
          </a:p>
        </p:txBody>
      </p:sp>
      <p:sp>
        <p:nvSpPr>
          <p:cNvPr id="26" name="Rectangle: Rounded Corners 25">
            <a:extLst>
              <a:ext uri="{FF2B5EF4-FFF2-40B4-BE49-F238E27FC236}">
                <a16:creationId xmlns:a16="http://schemas.microsoft.com/office/drawing/2014/main" id="{D2F3CAEC-31B6-5D47-B4D2-15E0114E7DA3}"/>
              </a:ext>
            </a:extLst>
          </p:cNvPr>
          <p:cNvSpPr/>
          <p:nvPr/>
        </p:nvSpPr>
        <p:spPr>
          <a:xfrm>
            <a:off x="7962024" y="2114320"/>
            <a:ext cx="1258758" cy="61907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Claude toggled</a:t>
            </a:r>
          </a:p>
        </p:txBody>
      </p:sp>
      <p:sp>
        <p:nvSpPr>
          <p:cNvPr id="27" name="Rectangle: Rounded Corners 26">
            <a:extLst>
              <a:ext uri="{FF2B5EF4-FFF2-40B4-BE49-F238E27FC236}">
                <a16:creationId xmlns:a16="http://schemas.microsoft.com/office/drawing/2014/main" id="{8E0C6E02-8053-6882-83FB-96B5B6FFB925}"/>
              </a:ext>
            </a:extLst>
          </p:cNvPr>
          <p:cNvSpPr/>
          <p:nvPr/>
        </p:nvSpPr>
        <p:spPr>
          <a:xfrm>
            <a:off x="8247630" y="1329926"/>
            <a:ext cx="687546" cy="43866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No</a:t>
            </a:r>
          </a:p>
        </p:txBody>
      </p:sp>
      <p:cxnSp>
        <p:nvCxnSpPr>
          <p:cNvPr id="34" name="Straight Arrow Connector 33">
            <a:extLst>
              <a:ext uri="{FF2B5EF4-FFF2-40B4-BE49-F238E27FC236}">
                <a16:creationId xmlns:a16="http://schemas.microsoft.com/office/drawing/2014/main" id="{408CCDE6-03DF-DB50-C649-45A523C65FEA}"/>
              </a:ext>
            </a:extLst>
          </p:cNvPr>
          <p:cNvCxnSpPr>
            <a:cxnSpLocks/>
            <a:stCxn id="3" idx="3"/>
            <a:endCxn id="25" idx="1"/>
          </p:cNvCxnSpPr>
          <p:nvPr/>
        </p:nvCxnSpPr>
        <p:spPr>
          <a:xfrm flipV="1">
            <a:off x="3524978" y="2362585"/>
            <a:ext cx="355962" cy="6127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Rectangle: Rounded Corners 3">
            <a:extLst>
              <a:ext uri="{FF2B5EF4-FFF2-40B4-BE49-F238E27FC236}">
                <a16:creationId xmlns:a16="http://schemas.microsoft.com/office/drawing/2014/main" id="{3CD0972B-A94A-3436-3080-1467906DA8A2}"/>
              </a:ext>
            </a:extLst>
          </p:cNvPr>
          <p:cNvSpPr/>
          <p:nvPr/>
        </p:nvSpPr>
        <p:spPr>
          <a:xfrm>
            <a:off x="781188" y="901031"/>
            <a:ext cx="6994702" cy="664268"/>
          </a:xfrm>
          <a:prstGeom prst="round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400" dirty="0"/>
              <a:t>http://{host or IP}:port/projects/{</a:t>
            </a:r>
            <a:r>
              <a:rPr lang="en-US" sz="1400" dirty="0" err="1"/>
              <a:t>project_ID</a:t>
            </a:r>
            <a:r>
              <a:rPr lang="en-US" sz="1400" dirty="0"/>
              <a:t>}?via=jobs </a:t>
            </a:r>
            <a:r>
              <a:rPr lang="en-US" sz="1400" dirty="0" err="1"/>
              <a:t>vue</a:t>
            </a:r>
            <a:r>
              <a:rPr lang="en-US" sz="1400" dirty="0"/>
              <a:t> TAB called ‘Implementation’</a:t>
            </a:r>
          </a:p>
        </p:txBody>
      </p:sp>
      <p:sp>
        <p:nvSpPr>
          <p:cNvPr id="24" name="Rectangle: Rounded Corners 23">
            <a:extLst>
              <a:ext uri="{FF2B5EF4-FFF2-40B4-BE49-F238E27FC236}">
                <a16:creationId xmlns:a16="http://schemas.microsoft.com/office/drawing/2014/main" id="{1B1CAA28-3201-2005-2926-4F63C25A18B6}"/>
              </a:ext>
            </a:extLst>
          </p:cNvPr>
          <p:cNvSpPr/>
          <p:nvPr/>
        </p:nvSpPr>
        <p:spPr>
          <a:xfrm>
            <a:off x="8247630" y="3018918"/>
            <a:ext cx="687546" cy="43866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yes</a:t>
            </a:r>
          </a:p>
        </p:txBody>
      </p:sp>
      <p:sp>
        <p:nvSpPr>
          <p:cNvPr id="31" name="Rectangle: Rounded Corners 30">
            <a:extLst>
              <a:ext uri="{FF2B5EF4-FFF2-40B4-BE49-F238E27FC236}">
                <a16:creationId xmlns:a16="http://schemas.microsoft.com/office/drawing/2014/main" id="{DF84A8C3-9B07-4A8D-2120-8144A75CAFA5}"/>
              </a:ext>
            </a:extLst>
          </p:cNvPr>
          <p:cNvSpPr/>
          <p:nvPr/>
        </p:nvSpPr>
        <p:spPr>
          <a:xfrm>
            <a:off x="4898311" y="3079115"/>
            <a:ext cx="3114904" cy="1765111"/>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All assigned agents have their individual prompt disabled in their agent cards, Orchestrator will instead  use Claude Code CLI’s native subagent system</a:t>
            </a:r>
          </a:p>
        </p:txBody>
      </p:sp>
      <p:sp>
        <p:nvSpPr>
          <p:cNvPr id="33" name="Rectangle: Rounded Corners 32">
            <a:extLst>
              <a:ext uri="{FF2B5EF4-FFF2-40B4-BE49-F238E27FC236}">
                <a16:creationId xmlns:a16="http://schemas.microsoft.com/office/drawing/2014/main" id="{5867915A-99DC-00A5-4BFB-33EA33D7EE05}"/>
              </a:ext>
            </a:extLst>
          </p:cNvPr>
          <p:cNvSpPr/>
          <p:nvPr/>
        </p:nvSpPr>
        <p:spPr>
          <a:xfrm>
            <a:off x="908128" y="3238252"/>
            <a:ext cx="2951595" cy="96326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Claude code CLI mode uses built in Agent templates and subsystems in Claude Code</a:t>
            </a:r>
          </a:p>
        </p:txBody>
      </p:sp>
      <p:sp>
        <p:nvSpPr>
          <p:cNvPr id="37" name="Rectangle: Rounded Corners 36">
            <a:extLst>
              <a:ext uri="{FF2B5EF4-FFF2-40B4-BE49-F238E27FC236}">
                <a16:creationId xmlns:a16="http://schemas.microsoft.com/office/drawing/2014/main" id="{A11854C9-4B8D-4B9A-BE86-C6381CB3E5E0}"/>
              </a:ext>
            </a:extLst>
          </p:cNvPr>
          <p:cNvSpPr/>
          <p:nvPr/>
        </p:nvSpPr>
        <p:spPr>
          <a:xfrm>
            <a:off x="151775" y="4443302"/>
            <a:ext cx="3813493" cy="2149522"/>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Orchestrator instructions on MCP server are now different, instructions instructs Orchestrator  to spawn agents, either in parallel or sequential based on orchestrator using native subagent capability in </a:t>
            </a:r>
            <a:r>
              <a:rPr lang="en-US" dirty="0" err="1"/>
              <a:t>calude</a:t>
            </a:r>
            <a:r>
              <a:rPr lang="en-US" dirty="0"/>
              <a:t> code</a:t>
            </a:r>
          </a:p>
        </p:txBody>
      </p:sp>
      <p:sp>
        <p:nvSpPr>
          <p:cNvPr id="40" name="Rectangle: Rounded Corners 39">
            <a:extLst>
              <a:ext uri="{FF2B5EF4-FFF2-40B4-BE49-F238E27FC236}">
                <a16:creationId xmlns:a16="http://schemas.microsoft.com/office/drawing/2014/main" id="{5DF44E4C-E9EB-8C70-49EF-9BFCDA484D2F}"/>
              </a:ext>
            </a:extLst>
          </p:cNvPr>
          <p:cNvSpPr/>
          <p:nvPr/>
        </p:nvSpPr>
        <p:spPr>
          <a:xfrm>
            <a:off x="4689891" y="5060413"/>
            <a:ext cx="3547495" cy="635244"/>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User copes and pastes prompt in one terminal window </a:t>
            </a:r>
          </a:p>
        </p:txBody>
      </p:sp>
      <p:sp>
        <p:nvSpPr>
          <p:cNvPr id="41" name="Rectangle: Rounded Corners 40">
            <a:extLst>
              <a:ext uri="{FF2B5EF4-FFF2-40B4-BE49-F238E27FC236}">
                <a16:creationId xmlns:a16="http://schemas.microsoft.com/office/drawing/2014/main" id="{9C438023-60E0-D744-8ED9-B64FE88B4894}"/>
              </a:ext>
            </a:extLst>
          </p:cNvPr>
          <p:cNvSpPr/>
          <p:nvPr/>
        </p:nvSpPr>
        <p:spPr>
          <a:xfrm>
            <a:off x="9615740" y="108981"/>
            <a:ext cx="2133018" cy="1220945"/>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Orchestrator multi terminal  Cli mode activated (this is default)</a:t>
            </a:r>
          </a:p>
        </p:txBody>
      </p:sp>
      <p:sp>
        <p:nvSpPr>
          <p:cNvPr id="45" name="Rectangle: Rounded Corners 44">
            <a:extLst>
              <a:ext uri="{FF2B5EF4-FFF2-40B4-BE49-F238E27FC236}">
                <a16:creationId xmlns:a16="http://schemas.microsoft.com/office/drawing/2014/main" id="{126E0967-A3DB-E1BE-C48B-D92A2952AAFC}"/>
              </a:ext>
            </a:extLst>
          </p:cNvPr>
          <p:cNvSpPr/>
          <p:nvPr/>
        </p:nvSpPr>
        <p:spPr>
          <a:xfrm>
            <a:off x="8989263" y="5380369"/>
            <a:ext cx="2133018" cy="136865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User copies each prompt to a unique terminal window to start agents work</a:t>
            </a:r>
          </a:p>
        </p:txBody>
      </p:sp>
      <p:cxnSp>
        <p:nvCxnSpPr>
          <p:cNvPr id="50" name="Connector: Elbow 49">
            <a:extLst>
              <a:ext uri="{FF2B5EF4-FFF2-40B4-BE49-F238E27FC236}">
                <a16:creationId xmlns:a16="http://schemas.microsoft.com/office/drawing/2014/main" id="{AF62D7C2-3897-A17B-AC82-2258DD6DD69C}"/>
              </a:ext>
            </a:extLst>
          </p:cNvPr>
          <p:cNvCxnSpPr>
            <a:stCxn id="25" idx="3"/>
            <a:endCxn id="26" idx="1"/>
          </p:cNvCxnSpPr>
          <p:nvPr/>
        </p:nvCxnSpPr>
        <p:spPr>
          <a:xfrm>
            <a:off x="7694433" y="2362585"/>
            <a:ext cx="267591" cy="61274"/>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2" name="Straight Arrow Connector 51">
            <a:extLst>
              <a:ext uri="{FF2B5EF4-FFF2-40B4-BE49-F238E27FC236}">
                <a16:creationId xmlns:a16="http://schemas.microsoft.com/office/drawing/2014/main" id="{F72D52C5-6B65-6546-61E9-D7BDB53A4D6F}"/>
              </a:ext>
            </a:extLst>
          </p:cNvPr>
          <p:cNvCxnSpPr>
            <a:stCxn id="26" idx="0"/>
            <a:endCxn id="27" idx="2"/>
          </p:cNvCxnSpPr>
          <p:nvPr/>
        </p:nvCxnSpPr>
        <p:spPr>
          <a:xfrm flipV="1">
            <a:off x="8591403" y="1768595"/>
            <a:ext cx="0" cy="34572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5" name="Connector: Elbow 54">
            <a:extLst>
              <a:ext uri="{FF2B5EF4-FFF2-40B4-BE49-F238E27FC236}">
                <a16:creationId xmlns:a16="http://schemas.microsoft.com/office/drawing/2014/main" id="{88C40782-E82B-09DB-0763-1396D8E75E8D}"/>
              </a:ext>
            </a:extLst>
          </p:cNvPr>
          <p:cNvCxnSpPr>
            <a:cxnSpLocks/>
            <a:stCxn id="27" idx="0"/>
            <a:endCxn id="41" idx="1"/>
          </p:cNvCxnSpPr>
          <p:nvPr/>
        </p:nvCxnSpPr>
        <p:spPr>
          <a:xfrm rot="5400000" flipH="1" flipV="1">
            <a:off x="8798335" y="512522"/>
            <a:ext cx="610472" cy="1024337"/>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7" name="Straight Arrow Connector 56">
            <a:extLst>
              <a:ext uri="{FF2B5EF4-FFF2-40B4-BE49-F238E27FC236}">
                <a16:creationId xmlns:a16="http://schemas.microsoft.com/office/drawing/2014/main" id="{4B672E93-7C1A-123D-27C1-E42F7FB34AF7}"/>
              </a:ext>
            </a:extLst>
          </p:cNvPr>
          <p:cNvCxnSpPr>
            <a:stCxn id="26" idx="2"/>
            <a:endCxn id="24" idx="0"/>
          </p:cNvCxnSpPr>
          <p:nvPr/>
        </p:nvCxnSpPr>
        <p:spPr>
          <a:xfrm>
            <a:off x="8591403" y="2733397"/>
            <a:ext cx="0" cy="28552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8" name="Straight Arrow Connector 57">
            <a:extLst>
              <a:ext uri="{FF2B5EF4-FFF2-40B4-BE49-F238E27FC236}">
                <a16:creationId xmlns:a16="http://schemas.microsoft.com/office/drawing/2014/main" id="{69AF92AA-B09D-16A4-A0DA-5EDC90527AA8}"/>
              </a:ext>
            </a:extLst>
          </p:cNvPr>
          <p:cNvCxnSpPr>
            <a:cxnSpLocks/>
            <a:stCxn id="24" idx="1"/>
          </p:cNvCxnSpPr>
          <p:nvPr/>
        </p:nvCxnSpPr>
        <p:spPr>
          <a:xfrm flipH="1">
            <a:off x="8013215" y="3238253"/>
            <a:ext cx="234415"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1" name="Straight Arrow Connector 60">
            <a:extLst>
              <a:ext uri="{FF2B5EF4-FFF2-40B4-BE49-F238E27FC236}">
                <a16:creationId xmlns:a16="http://schemas.microsoft.com/office/drawing/2014/main" id="{4CCBD09D-09DF-D57F-FED8-C57980E830D6}"/>
              </a:ext>
            </a:extLst>
          </p:cNvPr>
          <p:cNvCxnSpPr>
            <a:cxnSpLocks/>
            <a:stCxn id="31" idx="1"/>
            <a:endCxn id="33" idx="3"/>
          </p:cNvCxnSpPr>
          <p:nvPr/>
        </p:nvCxnSpPr>
        <p:spPr>
          <a:xfrm flipH="1" flipV="1">
            <a:off x="3859723" y="3719882"/>
            <a:ext cx="1038588" cy="24178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4" name="Straight Arrow Connector 63">
            <a:extLst>
              <a:ext uri="{FF2B5EF4-FFF2-40B4-BE49-F238E27FC236}">
                <a16:creationId xmlns:a16="http://schemas.microsoft.com/office/drawing/2014/main" id="{5770AFA9-ED5C-1DB3-17C9-4E1160826765}"/>
              </a:ext>
            </a:extLst>
          </p:cNvPr>
          <p:cNvCxnSpPr>
            <a:cxnSpLocks/>
            <a:stCxn id="33" idx="2"/>
            <a:endCxn id="37" idx="0"/>
          </p:cNvCxnSpPr>
          <p:nvPr/>
        </p:nvCxnSpPr>
        <p:spPr>
          <a:xfrm flipH="1">
            <a:off x="2058522" y="4201512"/>
            <a:ext cx="325404" cy="24179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4" name="Straight Arrow Connector 73">
            <a:extLst>
              <a:ext uri="{FF2B5EF4-FFF2-40B4-BE49-F238E27FC236}">
                <a16:creationId xmlns:a16="http://schemas.microsoft.com/office/drawing/2014/main" id="{AC92C21B-30C5-BAAE-E3F9-720A41398E16}"/>
              </a:ext>
            </a:extLst>
          </p:cNvPr>
          <p:cNvCxnSpPr>
            <a:cxnSpLocks/>
            <a:stCxn id="37" idx="3"/>
            <a:endCxn id="40" idx="1"/>
          </p:cNvCxnSpPr>
          <p:nvPr/>
        </p:nvCxnSpPr>
        <p:spPr>
          <a:xfrm flipV="1">
            <a:off x="3965268" y="5378035"/>
            <a:ext cx="724623" cy="14002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6" name="Straight Arrow Connector 75">
            <a:extLst>
              <a:ext uri="{FF2B5EF4-FFF2-40B4-BE49-F238E27FC236}">
                <a16:creationId xmlns:a16="http://schemas.microsoft.com/office/drawing/2014/main" id="{7AE517C3-5F33-E7FE-54C1-F29A3AC3CC6F}"/>
              </a:ext>
            </a:extLst>
          </p:cNvPr>
          <p:cNvCxnSpPr>
            <a:cxnSpLocks/>
          </p:cNvCxnSpPr>
          <p:nvPr/>
        </p:nvCxnSpPr>
        <p:spPr>
          <a:xfrm>
            <a:off x="10691191" y="1329926"/>
            <a:ext cx="8942" cy="43161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5" name="Rectangle: Rounded Corners 84">
            <a:extLst>
              <a:ext uri="{FF2B5EF4-FFF2-40B4-BE49-F238E27FC236}">
                <a16:creationId xmlns:a16="http://schemas.microsoft.com/office/drawing/2014/main" id="{1B3A52D9-69C4-D67C-BA94-5796D95BFB82}"/>
              </a:ext>
            </a:extLst>
          </p:cNvPr>
          <p:cNvSpPr/>
          <p:nvPr/>
        </p:nvSpPr>
        <p:spPr>
          <a:xfrm>
            <a:off x="4874461" y="5895464"/>
            <a:ext cx="2743201" cy="898935"/>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sz="1400" dirty="0"/>
              <a:t>Agents get instructions to fetch  work instructions from MCP server</a:t>
            </a:r>
          </a:p>
          <a:p>
            <a:pPr algn="ctr"/>
            <a:r>
              <a:rPr lang="en-US" sz="1400" dirty="0"/>
              <a:t>See Job Implementations</a:t>
            </a:r>
          </a:p>
          <a:p>
            <a:pPr algn="ctr"/>
            <a:r>
              <a:rPr lang="en-US" sz="1400" dirty="0"/>
              <a:t>Workflows ACTION</a:t>
            </a:r>
          </a:p>
        </p:txBody>
      </p:sp>
      <p:cxnSp>
        <p:nvCxnSpPr>
          <p:cNvPr id="87" name="Straight Arrow Connector 86">
            <a:extLst>
              <a:ext uri="{FF2B5EF4-FFF2-40B4-BE49-F238E27FC236}">
                <a16:creationId xmlns:a16="http://schemas.microsoft.com/office/drawing/2014/main" id="{1FAF69B5-63C5-D0C5-8B35-BC4C14D2007C}"/>
              </a:ext>
            </a:extLst>
          </p:cNvPr>
          <p:cNvCxnSpPr>
            <a:cxnSpLocks/>
            <a:stCxn id="45" idx="1"/>
            <a:endCxn id="85" idx="3"/>
          </p:cNvCxnSpPr>
          <p:nvPr/>
        </p:nvCxnSpPr>
        <p:spPr>
          <a:xfrm flipH="1">
            <a:off x="7617662" y="6064694"/>
            <a:ext cx="1371601" cy="28023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90" name="Straight Arrow Connector 89">
            <a:extLst>
              <a:ext uri="{FF2B5EF4-FFF2-40B4-BE49-F238E27FC236}">
                <a16:creationId xmlns:a16="http://schemas.microsoft.com/office/drawing/2014/main" id="{F61087B2-FA70-4790-E317-2462438069D6}"/>
              </a:ext>
            </a:extLst>
          </p:cNvPr>
          <p:cNvCxnSpPr>
            <a:cxnSpLocks/>
            <a:stCxn id="40" idx="2"/>
            <a:endCxn id="85" idx="0"/>
          </p:cNvCxnSpPr>
          <p:nvPr/>
        </p:nvCxnSpPr>
        <p:spPr>
          <a:xfrm flipH="1">
            <a:off x="6246062" y="5695657"/>
            <a:ext cx="217577" cy="19980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93" name="Slide Number Placeholder 92">
            <a:extLst>
              <a:ext uri="{FF2B5EF4-FFF2-40B4-BE49-F238E27FC236}">
                <a16:creationId xmlns:a16="http://schemas.microsoft.com/office/drawing/2014/main" id="{0BED4BCA-C861-6650-2DEE-73C35FE08A0A}"/>
              </a:ext>
            </a:extLst>
          </p:cNvPr>
          <p:cNvSpPr>
            <a:spLocks noGrp="1"/>
          </p:cNvSpPr>
          <p:nvPr>
            <p:ph type="sldNum" sz="quarter" idx="12"/>
          </p:nvPr>
        </p:nvSpPr>
        <p:spPr/>
        <p:txBody>
          <a:bodyPr/>
          <a:lstStyle/>
          <a:p>
            <a:fld id="{BC45C7BB-1724-4FC6-81FD-F79A3AB07237}" type="slidenum">
              <a:rPr lang="en-US" smtClean="0"/>
              <a:t>37</a:t>
            </a:fld>
            <a:endParaRPr lang="en-US"/>
          </a:p>
        </p:txBody>
      </p:sp>
      <p:sp>
        <p:nvSpPr>
          <p:cNvPr id="5" name="Rectangle: Rounded Corners 4">
            <a:extLst>
              <a:ext uri="{FF2B5EF4-FFF2-40B4-BE49-F238E27FC236}">
                <a16:creationId xmlns:a16="http://schemas.microsoft.com/office/drawing/2014/main" id="{8CE39694-2CCC-5FDB-67E9-8C60CDFD7F3C}"/>
              </a:ext>
            </a:extLst>
          </p:cNvPr>
          <p:cNvSpPr/>
          <p:nvPr/>
        </p:nvSpPr>
        <p:spPr>
          <a:xfrm>
            <a:off x="9624682" y="1761544"/>
            <a:ext cx="2133018" cy="1003163"/>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All copy prompt icons remain active on webpage</a:t>
            </a:r>
          </a:p>
        </p:txBody>
      </p:sp>
      <p:sp>
        <p:nvSpPr>
          <p:cNvPr id="8" name="Rectangle: Rounded Corners 7">
            <a:extLst>
              <a:ext uri="{FF2B5EF4-FFF2-40B4-BE49-F238E27FC236}">
                <a16:creationId xmlns:a16="http://schemas.microsoft.com/office/drawing/2014/main" id="{A1A6B07C-AC80-08F4-D0E4-4C42D3D8BD74}"/>
              </a:ext>
            </a:extLst>
          </p:cNvPr>
          <p:cNvSpPr/>
          <p:nvPr/>
        </p:nvSpPr>
        <p:spPr>
          <a:xfrm>
            <a:off x="9624682" y="3052023"/>
            <a:ext cx="2133018" cy="1517859"/>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The standard set if instructions are created on MCP specific to multi terminal operation</a:t>
            </a:r>
          </a:p>
        </p:txBody>
      </p:sp>
      <p:cxnSp>
        <p:nvCxnSpPr>
          <p:cNvPr id="10" name="Straight Arrow Connector 9">
            <a:extLst>
              <a:ext uri="{FF2B5EF4-FFF2-40B4-BE49-F238E27FC236}">
                <a16:creationId xmlns:a16="http://schemas.microsoft.com/office/drawing/2014/main" id="{D711EA4B-3C4E-52E8-DA93-274A57F6713C}"/>
              </a:ext>
            </a:extLst>
          </p:cNvPr>
          <p:cNvCxnSpPr>
            <a:cxnSpLocks/>
            <a:stCxn id="5" idx="2"/>
            <a:endCxn id="8" idx="0"/>
          </p:cNvCxnSpPr>
          <p:nvPr/>
        </p:nvCxnSpPr>
        <p:spPr>
          <a:xfrm>
            <a:off x="10691191" y="2764707"/>
            <a:ext cx="0" cy="28731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3" name="Straight Arrow Connector 12">
            <a:extLst>
              <a:ext uri="{FF2B5EF4-FFF2-40B4-BE49-F238E27FC236}">
                <a16:creationId xmlns:a16="http://schemas.microsoft.com/office/drawing/2014/main" id="{4C1859BC-207E-2074-FBD6-8F96C21B4C3E}"/>
              </a:ext>
            </a:extLst>
          </p:cNvPr>
          <p:cNvCxnSpPr>
            <a:cxnSpLocks/>
            <a:stCxn id="8" idx="2"/>
            <a:endCxn id="45" idx="0"/>
          </p:cNvCxnSpPr>
          <p:nvPr/>
        </p:nvCxnSpPr>
        <p:spPr>
          <a:xfrm flipH="1">
            <a:off x="10055772" y="4569882"/>
            <a:ext cx="635419" cy="81048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8503523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1973A-CC98-7687-E83B-F24310934D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31345A-D409-7554-BF11-4673610137C2}"/>
              </a:ext>
            </a:extLst>
          </p:cNvPr>
          <p:cNvSpPr>
            <a:spLocks noGrp="1"/>
          </p:cNvSpPr>
          <p:nvPr>
            <p:ph type="title"/>
          </p:nvPr>
        </p:nvSpPr>
        <p:spPr>
          <a:xfrm>
            <a:off x="838200" y="365125"/>
            <a:ext cx="10515600" cy="619077"/>
          </a:xfrm>
        </p:spPr>
        <p:txBody>
          <a:bodyPr>
            <a:normAutofit fontScale="90000"/>
          </a:bodyPr>
          <a:lstStyle/>
          <a:p>
            <a:r>
              <a:rPr lang="en-US" dirty="0"/>
              <a:t>Job Implementation Workflow ACTION</a:t>
            </a:r>
          </a:p>
        </p:txBody>
      </p:sp>
      <p:sp>
        <p:nvSpPr>
          <p:cNvPr id="3" name="Rectangle: Rounded Corners 2">
            <a:extLst>
              <a:ext uri="{FF2B5EF4-FFF2-40B4-BE49-F238E27FC236}">
                <a16:creationId xmlns:a16="http://schemas.microsoft.com/office/drawing/2014/main" id="{35C7DB7C-EA03-F138-F819-F10C45E849FC}"/>
              </a:ext>
            </a:extLst>
          </p:cNvPr>
          <p:cNvSpPr/>
          <p:nvPr/>
        </p:nvSpPr>
        <p:spPr>
          <a:xfrm>
            <a:off x="312944" y="1878877"/>
            <a:ext cx="3205054" cy="444655"/>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Agents are working</a:t>
            </a:r>
          </a:p>
        </p:txBody>
      </p:sp>
      <p:sp>
        <p:nvSpPr>
          <p:cNvPr id="25" name="Rectangle: Rounded Corners 24">
            <a:extLst>
              <a:ext uri="{FF2B5EF4-FFF2-40B4-BE49-F238E27FC236}">
                <a16:creationId xmlns:a16="http://schemas.microsoft.com/office/drawing/2014/main" id="{55FA9C0E-E8D0-2402-39FB-15C672F2F81D}"/>
              </a:ext>
            </a:extLst>
          </p:cNvPr>
          <p:cNvSpPr/>
          <p:nvPr/>
        </p:nvSpPr>
        <p:spPr>
          <a:xfrm>
            <a:off x="8787642" y="2087678"/>
            <a:ext cx="3205054" cy="974875"/>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Agents communicate via MCP to update status , visible in a message pane</a:t>
            </a:r>
          </a:p>
        </p:txBody>
      </p:sp>
      <p:cxnSp>
        <p:nvCxnSpPr>
          <p:cNvPr id="34" name="Straight Arrow Connector 33">
            <a:extLst>
              <a:ext uri="{FF2B5EF4-FFF2-40B4-BE49-F238E27FC236}">
                <a16:creationId xmlns:a16="http://schemas.microsoft.com/office/drawing/2014/main" id="{D9D0175B-696E-0842-D64B-81D77169D124}"/>
              </a:ext>
            </a:extLst>
          </p:cNvPr>
          <p:cNvCxnSpPr>
            <a:cxnSpLocks/>
            <a:stCxn id="23" idx="3"/>
            <a:endCxn id="25" idx="1"/>
          </p:cNvCxnSpPr>
          <p:nvPr/>
        </p:nvCxnSpPr>
        <p:spPr>
          <a:xfrm>
            <a:off x="7209614" y="2409896"/>
            <a:ext cx="1578028" cy="16522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Rectangle: Rounded Corners 3">
            <a:extLst>
              <a:ext uri="{FF2B5EF4-FFF2-40B4-BE49-F238E27FC236}">
                <a16:creationId xmlns:a16="http://schemas.microsoft.com/office/drawing/2014/main" id="{D516B7F2-9CED-6780-C25D-A54310F98028}"/>
              </a:ext>
            </a:extLst>
          </p:cNvPr>
          <p:cNvSpPr/>
          <p:nvPr/>
        </p:nvSpPr>
        <p:spPr>
          <a:xfrm>
            <a:off x="781188" y="901031"/>
            <a:ext cx="6994702" cy="664268"/>
          </a:xfrm>
          <a:prstGeom prst="roundRect">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en-US" sz="1400" dirty="0"/>
              <a:t>http://{host or IP}:port/projects/{</a:t>
            </a:r>
            <a:r>
              <a:rPr lang="en-US" sz="1400" dirty="0" err="1"/>
              <a:t>project_ID</a:t>
            </a:r>
            <a:r>
              <a:rPr lang="en-US" sz="1400" dirty="0"/>
              <a:t>}?via=jobs </a:t>
            </a:r>
            <a:r>
              <a:rPr lang="en-US" sz="1400" dirty="0" err="1"/>
              <a:t>vue</a:t>
            </a:r>
            <a:r>
              <a:rPr lang="en-US" sz="1400" dirty="0"/>
              <a:t> TAB called ‘Implementation’</a:t>
            </a:r>
          </a:p>
        </p:txBody>
      </p:sp>
      <p:sp>
        <p:nvSpPr>
          <p:cNvPr id="31" name="Rectangle: Rounded Corners 30">
            <a:extLst>
              <a:ext uri="{FF2B5EF4-FFF2-40B4-BE49-F238E27FC236}">
                <a16:creationId xmlns:a16="http://schemas.microsoft.com/office/drawing/2014/main" id="{F26FCF91-01DD-0DAE-2BAB-396EDFC42B3E}"/>
              </a:ext>
            </a:extLst>
          </p:cNvPr>
          <p:cNvSpPr/>
          <p:nvPr/>
        </p:nvSpPr>
        <p:spPr>
          <a:xfrm>
            <a:off x="7830853" y="3381436"/>
            <a:ext cx="3114904" cy="1236239"/>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User can send messages to agent via message pane.  Orchestrator direct or Broadcast to all agents.</a:t>
            </a:r>
          </a:p>
        </p:txBody>
      </p:sp>
      <p:sp>
        <p:nvSpPr>
          <p:cNvPr id="41" name="Rectangle: Rounded Corners 40">
            <a:extLst>
              <a:ext uri="{FF2B5EF4-FFF2-40B4-BE49-F238E27FC236}">
                <a16:creationId xmlns:a16="http://schemas.microsoft.com/office/drawing/2014/main" id="{BC0F026B-9CA9-35A3-DBB2-72FAFC868B7A}"/>
              </a:ext>
            </a:extLst>
          </p:cNvPr>
          <p:cNvSpPr/>
          <p:nvPr/>
        </p:nvSpPr>
        <p:spPr>
          <a:xfrm>
            <a:off x="4639183" y="3219000"/>
            <a:ext cx="2133018" cy="1561113"/>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Messages become part of auditable functions (future), currently the user is just informed</a:t>
            </a:r>
          </a:p>
        </p:txBody>
      </p:sp>
      <p:sp>
        <p:nvSpPr>
          <p:cNvPr id="17" name="Rectangle: Rounded Corners 16">
            <a:extLst>
              <a:ext uri="{FF2B5EF4-FFF2-40B4-BE49-F238E27FC236}">
                <a16:creationId xmlns:a16="http://schemas.microsoft.com/office/drawing/2014/main" id="{008846E6-F4F4-9E45-1B8C-0B6C738ACB29}"/>
              </a:ext>
            </a:extLst>
          </p:cNvPr>
          <p:cNvSpPr/>
          <p:nvPr/>
        </p:nvSpPr>
        <p:spPr>
          <a:xfrm>
            <a:off x="465627" y="2989932"/>
            <a:ext cx="3114904" cy="1236239"/>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User can at any time interact via CLI tool terminal windows and often will, as it bypasses check ins and queues</a:t>
            </a:r>
          </a:p>
        </p:txBody>
      </p:sp>
      <p:sp>
        <p:nvSpPr>
          <p:cNvPr id="23" name="Rectangle: Rounded Corners 22">
            <a:extLst>
              <a:ext uri="{FF2B5EF4-FFF2-40B4-BE49-F238E27FC236}">
                <a16:creationId xmlns:a16="http://schemas.microsoft.com/office/drawing/2014/main" id="{95346520-AA54-03DD-07A9-466B8E22F81D}"/>
              </a:ext>
            </a:extLst>
          </p:cNvPr>
          <p:cNvSpPr/>
          <p:nvPr/>
        </p:nvSpPr>
        <p:spPr>
          <a:xfrm>
            <a:off x="4004560" y="1791776"/>
            <a:ext cx="3205054" cy="1236239"/>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Agent templates and job instructions enforce the need for MCP communications as they work</a:t>
            </a:r>
          </a:p>
        </p:txBody>
      </p:sp>
      <p:cxnSp>
        <p:nvCxnSpPr>
          <p:cNvPr id="39" name="Straight Arrow Connector 38">
            <a:extLst>
              <a:ext uri="{FF2B5EF4-FFF2-40B4-BE49-F238E27FC236}">
                <a16:creationId xmlns:a16="http://schemas.microsoft.com/office/drawing/2014/main" id="{5DFAA55C-C165-47EE-2DAF-70862D412DB0}"/>
              </a:ext>
            </a:extLst>
          </p:cNvPr>
          <p:cNvCxnSpPr>
            <a:cxnSpLocks/>
            <a:stCxn id="3" idx="3"/>
            <a:endCxn id="23" idx="1"/>
          </p:cNvCxnSpPr>
          <p:nvPr/>
        </p:nvCxnSpPr>
        <p:spPr>
          <a:xfrm>
            <a:off x="3517998" y="2101205"/>
            <a:ext cx="486562" cy="30869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6" name="Rectangle: Rounded Corners 45">
            <a:extLst>
              <a:ext uri="{FF2B5EF4-FFF2-40B4-BE49-F238E27FC236}">
                <a16:creationId xmlns:a16="http://schemas.microsoft.com/office/drawing/2014/main" id="{68F8173F-9A4D-AFE2-4B9A-D633F81E6323}"/>
              </a:ext>
            </a:extLst>
          </p:cNvPr>
          <p:cNvSpPr/>
          <p:nvPr/>
        </p:nvSpPr>
        <p:spPr>
          <a:xfrm>
            <a:off x="465627" y="4342175"/>
            <a:ext cx="3114904" cy="1236239"/>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When all agents are complete user can after reviews , tests, validation close out the project</a:t>
            </a:r>
          </a:p>
        </p:txBody>
      </p:sp>
      <p:sp>
        <p:nvSpPr>
          <p:cNvPr id="47" name="Rectangle: Rounded Corners 46">
            <a:extLst>
              <a:ext uri="{FF2B5EF4-FFF2-40B4-BE49-F238E27FC236}">
                <a16:creationId xmlns:a16="http://schemas.microsoft.com/office/drawing/2014/main" id="{8C78389F-1300-A08C-B98E-C91EB15735C3}"/>
              </a:ext>
            </a:extLst>
          </p:cNvPr>
          <p:cNvSpPr/>
          <p:nvPr/>
        </p:nvSpPr>
        <p:spPr>
          <a:xfrm>
            <a:off x="4639183" y="4926601"/>
            <a:ext cx="2784807" cy="1726552"/>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sz="1600" dirty="0"/>
              <a:t>Project gets tagged as completed and agents are decommissioned.  Cannot be MCP interacted with, nor can the project be modified from outside during other projects</a:t>
            </a:r>
          </a:p>
        </p:txBody>
      </p:sp>
      <p:sp>
        <p:nvSpPr>
          <p:cNvPr id="49" name="Rectangle: Rounded Corners 48">
            <a:extLst>
              <a:ext uri="{FF2B5EF4-FFF2-40B4-BE49-F238E27FC236}">
                <a16:creationId xmlns:a16="http://schemas.microsoft.com/office/drawing/2014/main" id="{0980E7BA-02C5-AEC7-A9E5-F702FA235642}"/>
              </a:ext>
            </a:extLst>
          </p:cNvPr>
          <p:cNvSpPr/>
          <p:nvPr/>
        </p:nvSpPr>
        <p:spPr>
          <a:xfrm>
            <a:off x="8238896" y="5114484"/>
            <a:ext cx="3114904" cy="1350787"/>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Project is readable, shows in history of dashboard, can be reactivated if needed, reactivating agents</a:t>
            </a:r>
          </a:p>
        </p:txBody>
      </p:sp>
      <p:sp>
        <p:nvSpPr>
          <p:cNvPr id="51" name="Rectangle: Rounded Corners 50">
            <a:extLst>
              <a:ext uri="{FF2B5EF4-FFF2-40B4-BE49-F238E27FC236}">
                <a16:creationId xmlns:a16="http://schemas.microsoft.com/office/drawing/2014/main" id="{D5405FD4-F127-269F-E434-A65A9A7F4D56}"/>
              </a:ext>
            </a:extLst>
          </p:cNvPr>
          <p:cNvSpPr/>
          <p:nvPr/>
        </p:nvSpPr>
        <p:spPr>
          <a:xfrm>
            <a:off x="460296" y="5789878"/>
            <a:ext cx="3114904" cy="958736"/>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User can keep instruction agents and change their status to keep going if needed</a:t>
            </a:r>
          </a:p>
        </p:txBody>
      </p:sp>
      <p:cxnSp>
        <p:nvCxnSpPr>
          <p:cNvPr id="53" name="Straight Arrow Connector 52">
            <a:extLst>
              <a:ext uri="{FF2B5EF4-FFF2-40B4-BE49-F238E27FC236}">
                <a16:creationId xmlns:a16="http://schemas.microsoft.com/office/drawing/2014/main" id="{60BA9B70-31D3-AEDE-6437-9707786C17CC}"/>
              </a:ext>
            </a:extLst>
          </p:cNvPr>
          <p:cNvCxnSpPr>
            <a:cxnSpLocks/>
            <a:stCxn id="25" idx="2"/>
            <a:endCxn id="31" idx="0"/>
          </p:cNvCxnSpPr>
          <p:nvPr/>
        </p:nvCxnSpPr>
        <p:spPr>
          <a:xfrm flipH="1">
            <a:off x="9388305" y="3062553"/>
            <a:ext cx="1001864" cy="31888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9" name="Straight Arrow Connector 58">
            <a:extLst>
              <a:ext uri="{FF2B5EF4-FFF2-40B4-BE49-F238E27FC236}">
                <a16:creationId xmlns:a16="http://schemas.microsoft.com/office/drawing/2014/main" id="{619680CD-93D3-63AC-BFBF-AC3886065981}"/>
              </a:ext>
            </a:extLst>
          </p:cNvPr>
          <p:cNvCxnSpPr>
            <a:cxnSpLocks/>
            <a:stCxn id="31" idx="1"/>
            <a:endCxn id="41" idx="3"/>
          </p:cNvCxnSpPr>
          <p:nvPr/>
        </p:nvCxnSpPr>
        <p:spPr>
          <a:xfrm flipH="1">
            <a:off x="6772201" y="3999556"/>
            <a:ext cx="1058652"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3" name="Straight Arrow Connector 62">
            <a:extLst>
              <a:ext uri="{FF2B5EF4-FFF2-40B4-BE49-F238E27FC236}">
                <a16:creationId xmlns:a16="http://schemas.microsoft.com/office/drawing/2014/main" id="{B1D940A6-ACD2-C52A-D8BF-4C7FE6609691}"/>
              </a:ext>
            </a:extLst>
          </p:cNvPr>
          <p:cNvCxnSpPr>
            <a:cxnSpLocks/>
            <a:stCxn id="41" idx="1"/>
            <a:endCxn id="17" idx="3"/>
          </p:cNvCxnSpPr>
          <p:nvPr/>
        </p:nvCxnSpPr>
        <p:spPr>
          <a:xfrm flipH="1" flipV="1">
            <a:off x="3580531" y="3608052"/>
            <a:ext cx="1058652" cy="39150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9" name="Connector: Elbow 68">
            <a:extLst>
              <a:ext uri="{FF2B5EF4-FFF2-40B4-BE49-F238E27FC236}">
                <a16:creationId xmlns:a16="http://schemas.microsoft.com/office/drawing/2014/main" id="{93F51364-D9C4-4C6A-DE8C-7622FE9D48F1}"/>
              </a:ext>
            </a:extLst>
          </p:cNvPr>
          <p:cNvCxnSpPr>
            <a:stCxn id="17" idx="1"/>
            <a:endCxn id="46" idx="1"/>
          </p:cNvCxnSpPr>
          <p:nvPr/>
        </p:nvCxnSpPr>
        <p:spPr>
          <a:xfrm rot="10800000" flipV="1">
            <a:off x="465627" y="3608051"/>
            <a:ext cx="12700" cy="1352243"/>
          </a:xfrm>
          <a:prstGeom prst="bentConnector3">
            <a:avLst>
              <a:gd name="adj1" fmla="val 180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3" name="Straight Arrow Connector 72">
            <a:extLst>
              <a:ext uri="{FF2B5EF4-FFF2-40B4-BE49-F238E27FC236}">
                <a16:creationId xmlns:a16="http://schemas.microsoft.com/office/drawing/2014/main" id="{F776AE17-D65F-4D0C-6C18-CC2D304B5A41}"/>
              </a:ext>
            </a:extLst>
          </p:cNvPr>
          <p:cNvCxnSpPr>
            <a:cxnSpLocks/>
            <a:stCxn id="46" idx="2"/>
            <a:endCxn id="51" idx="0"/>
          </p:cNvCxnSpPr>
          <p:nvPr/>
        </p:nvCxnSpPr>
        <p:spPr>
          <a:xfrm flipH="1">
            <a:off x="2017748" y="5578414"/>
            <a:ext cx="5331" cy="21146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8" name="Straight Arrow Connector 77">
            <a:extLst>
              <a:ext uri="{FF2B5EF4-FFF2-40B4-BE49-F238E27FC236}">
                <a16:creationId xmlns:a16="http://schemas.microsoft.com/office/drawing/2014/main" id="{F092AB74-A950-85FA-9E6B-BC544DF97B86}"/>
              </a:ext>
            </a:extLst>
          </p:cNvPr>
          <p:cNvCxnSpPr>
            <a:cxnSpLocks/>
            <a:stCxn id="51" idx="3"/>
            <a:endCxn id="47" idx="1"/>
          </p:cNvCxnSpPr>
          <p:nvPr/>
        </p:nvCxnSpPr>
        <p:spPr>
          <a:xfrm flipV="1">
            <a:off x="3575200" y="5789877"/>
            <a:ext cx="1063983" cy="47936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83" name="Straight Arrow Connector 82">
            <a:extLst>
              <a:ext uri="{FF2B5EF4-FFF2-40B4-BE49-F238E27FC236}">
                <a16:creationId xmlns:a16="http://schemas.microsoft.com/office/drawing/2014/main" id="{BAC95139-7FED-EB7D-A9CB-7BDD79632AC6}"/>
              </a:ext>
            </a:extLst>
          </p:cNvPr>
          <p:cNvCxnSpPr>
            <a:cxnSpLocks/>
            <a:stCxn id="47" idx="3"/>
            <a:endCxn id="49" idx="1"/>
          </p:cNvCxnSpPr>
          <p:nvPr/>
        </p:nvCxnSpPr>
        <p:spPr>
          <a:xfrm>
            <a:off x="7423990" y="5789877"/>
            <a:ext cx="814906"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95" name="Slide Number Placeholder 94">
            <a:extLst>
              <a:ext uri="{FF2B5EF4-FFF2-40B4-BE49-F238E27FC236}">
                <a16:creationId xmlns:a16="http://schemas.microsoft.com/office/drawing/2014/main" id="{49F60ED9-B6C9-A6F4-9217-8F99645C40A6}"/>
              </a:ext>
            </a:extLst>
          </p:cNvPr>
          <p:cNvSpPr>
            <a:spLocks noGrp="1"/>
          </p:cNvSpPr>
          <p:nvPr>
            <p:ph type="sldNum" sz="quarter" idx="12"/>
          </p:nvPr>
        </p:nvSpPr>
        <p:spPr/>
        <p:txBody>
          <a:bodyPr/>
          <a:lstStyle/>
          <a:p>
            <a:fld id="{BC45C7BB-1724-4FC6-81FD-F79A3AB07237}" type="slidenum">
              <a:rPr lang="en-US" smtClean="0"/>
              <a:t>38</a:t>
            </a:fld>
            <a:endParaRPr lang="en-US"/>
          </a:p>
        </p:txBody>
      </p:sp>
      <p:sp>
        <p:nvSpPr>
          <p:cNvPr id="9" name="Rectangle: Rounded Corners 8">
            <a:extLst>
              <a:ext uri="{FF2B5EF4-FFF2-40B4-BE49-F238E27FC236}">
                <a16:creationId xmlns:a16="http://schemas.microsoft.com/office/drawing/2014/main" id="{F5F3B384-AA37-D65D-4D40-402277699989}"/>
              </a:ext>
            </a:extLst>
          </p:cNvPr>
          <p:cNvSpPr/>
          <p:nvPr/>
        </p:nvSpPr>
        <p:spPr>
          <a:xfrm>
            <a:off x="8857737" y="745727"/>
            <a:ext cx="3205054" cy="974875"/>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t"/>
          <a:lstStyle/>
          <a:p>
            <a:pPr algn="ctr"/>
            <a:r>
              <a:rPr lang="en-US" dirty="0"/>
              <a:t>In </a:t>
            </a:r>
            <a:r>
              <a:rPr lang="en-US" dirty="0" err="1"/>
              <a:t>claude</a:t>
            </a:r>
            <a:r>
              <a:rPr lang="en-US" dirty="0"/>
              <a:t> code mode this is native using {</a:t>
            </a:r>
            <a:r>
              <a:rPr lang="en-US" dirty="0" err="1"/>
              <a:t>agent_role</a:t>
            </a:r>
            <a:r>
              <a:rPr lang="en-US" dirty="0"/>
              <a:t>}.md</a:t>
            </a:r>
          </a:p>
        </p:txBody>
      </p:sp>
    </p:spTree>
    <p:extLst>
      <p:ext uri="{BB962C8B-B14F-4D97-AF65-F5344CB8AC3E}">
        <p14:creationId xmlns:p14="http://schemas.microsoft.com/office/powerpoint/2010/main" val="30540859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8393C-18F8-0A0B-009D-9494D383C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14D95-395A-687B-4BBF-489392847120}"/>
              </a:ext>
            </a:extLst>
          </p:cNvPr>
          <p:cNvSpPr>
            <a:spLocks noGrp="1"/>
          </p:cNvSpPr>
          <p:nvPr>
            <p:ph type="title"/>
          </p:nvPr>
        </p:nvSpPr>
        <p:spPr>
          <a:xfrm>
            <a:off x="337019" y="362731"/>
            <a:ext cx="8511546" cy="619077"/>
          </a:xfrm>
        </p:spPr>
        <p:txBody>
          <a:bodyPr>
            <a:noAutofit/>
          </a:bodyPr>
          <a:lstStyle/>
          <a:p>
            <a:r>
              <a:rPr lang="en-US" sz="3200" dirty="0"/>
              <a:t>Decommissioning</a:t>
            </a:r>
          </a:p>
        </p:txBody>
      </p:sp>
      <p:sp>
        <p:nvSpPr>
          <p:cNvPr id="11" name="Rectangle: Rounded Corners 10">
            <a:extLst>
              <a:ext uri="{FF2B5EF4-FFF2-40B4-BE49-F238E27FC236}">
                <a16:creationId xmlns:a16="http://schemas.microsoft.com/office/drawing/2014/main" id="{D85FD4A7-8B9A-426E-249B-86E6D6D4D759}"/>
              </a:ext>
            </a:extLst>
          </p:cNvPr>
          <p:cNvSpPr/>
          <p:nvPr/>
        </p:nvSpPr>
        <p:spPr>
          <a:xfrm>
            <a:off x="724733" y="1091259"/>
            <a:ext cx="2148839" cy="2145447"/>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r>
              <a:rPr lang="en-US" dirty="0"/>
              <a:t>TO BE DETERMINED</a:t>
            </a:r>
          </a:p>
          <a:p>
            <a:endParaRPr lang="en-US" dirty="0"/>
          </a:p>
          <a:p>
            <a:r>
              <a:rPr lang="en-US" dirty="0"/>
              <a:t>Code exists, needs to be documented</a:t>
            </a:r>
          </a:p>
        </p:txBody>
      </p:sp>
      <p:sp>
        <p:nvSpPr>
          <p:cNvPr id="12" name="Rectangle: Rounded Corners 11">
            <a:extLst>
              <a:ext uri="{FF2B5EF4-FFF2-40B4-BE49-F238E27FC236}">
                <a16:creationId xmlns:a16="http://schemas.microsoft.com/office/drawing/2014/main" id="{94169678-415C-DB87-FA86-E4477896F99F}"/>
              </a:ext>
            </a:extLst>
          </p:cNvPr>
          <p:cNvSpPr/>
          <p:nvPr/>
        </p:nvSpPr>
        <p:spPr>
          <a:xfrm>
            <a:off x="3707759" y="1498194"/>
            <a:ext cx="1352081" cy="150327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7" name="Slide Number Placeholder 66">
            <a:extLst>
              <a:ext uri="{FF2B5EF4-FFF2-40B4-BE49-F238E27FC236}">
                <a16:creationId xmlns:a16="http://schemas.microsoft.com/office/drawing/2014/main" id="{DE7285BC-C3CF-052D-9C4D-E965083C9EEF}"/>
              </a:ext>
            </a:extLst>
          </p:cNvPr>
          <p:cNvSpPr>
            <a:spLocks noGrp="1"/>
          </p:cNvSpPr>
          <p:nvPr>
            <p:ph type="sldNum" sz="quarter" idx="12"/>
          </p:nvPr>
        </p:nvSpPr>
        <p:spPr/>
        <p:txBody>
          <a:bodyPr/>
          <a:lstStyle/>
          <a:p>
            <a:fld id="{BC45C7BB-1724-4FC6-81FD-F79A3AB07237}" type="slidenum">
              <a:rPr lang="en-US" smtClean="0"/>
              <a:t>39</a:t>
            </a:fld>
            <a:endParaRPr lang="en-US"/>
          </a:p>
        </p:txBody>
      </p:sp>
      <p:cxnSp>
        <p:nvCxnSpPr>
          <p:cNvPr id="39" name="Connector: Elbow 38">
            <a:extLst>
              <a:ext uri="{FF2B5EF4-FFF2-40B4-BE49-F238E27FC236}">
                <a16:creationId xmlns:a16="http://schemas.microsoft.com/office/drawing/2014/main" id="{200C426A-3BF9-5332-F6D0-839605FF7F6F}"/>
              </a:ext>
            </a:extLst>
          </p:cNvPr>
          <p:cNvCxnSpPr>
            <a:stCxn id="11" idx="3"/>
            <a:endCxn id="12" idx="1"/>
          </p:cNvCxnSpPr>
          <p:nvPr/>
        </p:nvCxnSpPr>
        <p:spPr>
          <a:xfrm>
            <a:off x="2873572" y="2163983"/>
            <a:ext cx="834187" cy="85847"/>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7867968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8703d3c-b907-432f-b066-88f7af9ca3af}" enabled="0" method="" siteId="{78703d3c-b907-432f-b066-88f7af9ca3af}" removed="1"/>
</clbl:labelList>
</file>

<file path=docProps/app.xml><?xml version="1.0" encoding="utf-8"?>
<Properties xmlns="http://schemas.openxmlformats.org/officeDocument/2006/extended-properties" xmlns:vt="http://schemas.openxmlformats.org/officeDocument/2006/docPropsVTypes">
  <TotalTime>1566</TotalTime>
  <Words>5048</Words>
  <Application>Microsoft Office PowerPoint</Application>
  <PresentationFormat>Widescreen</PresentationFormat>
  <Paragraphs>584</Paragraphs>
  <Slides>39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Aptos</vt:lpstr>
      <vt:lpstr>Aptos Display</vt:lpstr>
      <vt:lpstr>Arial</vt:lpstr>
      <vt:lpstr>Office Theme</vt:lpstr>
      <vt:lpstr>GiljoAI MCP Server </vt:lpstr>
      <vt:lpstr>Overall operational architecture</vt:lpstr>
      <vt:lpstr>Multiuser architecture</vt:lpstr>
      <vt:lpstr>Server application layers</vt:lpstr>
      <vt:lpstr>Installation and Setup</vt:lpstr>
      <vt:lpstr>First run workflow</vt:lpstr>
      <vt:lpstr>Application Setup overview</vt:lpstr>
      <vt:lpstr>Application Workflow overview</vt:lpstr>
      <vt:lpstr>Product Workflow overview</vt:lpstr>
      <vt:lpstr>Product activation Workflow</vt:lpstr>
      <vt:lpstr>Project Creation Workflow </vt:lpstr>
      <vt:lpstr>Project Modification overview</vt:lpstr>
      <vt:lpstr>Task Workflow overview</vt:lpstr>
      <vt:lpstr>Agents Workflow overview</vt:lpstr>
      <vt:lpstr>MCP to  CLI conding tool setup Workflow</vt:lpstr>
      <vt:lpstr>Slash command setup Workflow</vt:lpstr>
      <vt:lpstr>Serena MCP integration setup Workflow</vt:lpstr>
      <vt:lpstr>Gitub integration setup Workflow</vt:lpstr>
      <vt:lpstr>Context configuration integration setup Workflow</vt:lpstr>
      <vt:lpstr>Admin Settings</vt:lpstr>
      <vt:lpstr>User Settings</vt:lpstr>
      <vt:lpstr>Agent Manager </vt:lpstr>
      <vt:lpstr>Orchestrator mission and  job creation details</vt:lpstr>
      <vt:lpstr>Orchestrator use during jobs in claude code CLI mode</vt:lpstr>
      <vt:lpstr>Agent use during jobs in claude code CLI mode</vt:lpstr>
      <vt:lpstr>Orchestrator  use during jobs in multi terminal CLI mode</vt:lpstr>
      <vt:lpstr>Agent use during jobs in multi terminal CLI mode</vt:lpstr>
      <vt:lpstr>360 memory Manager for orchestrator </vt:lpstr>
      <vt:lpstr>360 memory Manager for subagents multi terminal CLI </vt:lpstr>
      <vt:lpstr>360 memory Manager for subagents Claude Code</vt:lpstr>
      <vt:lpstr>Job Staging Workflow Part 1</vt:lpstr>
      <vt:lpstr>Job Staging Workflow Part 2</vt:lpstr>
      <vt:lpstr>Job Implementation Workflow START IN CLAUDE Code CLI Mode</vt:lpstr>
      <vt:lpstr>Job Implementation Workflow ACTION in Claude Code</vt:lpstr>
      <vt:lpstr>Job Implementation Workflow START IN Multi Terminal mode</vt:lpstr>
      <vt:lpstr>Job Implementation Workflow ACTION in Multi terminal mode</vt:lpstr>
      <vt:lpstr>Job Implementation decision tree</vt:lpstr>
      <vt:lpstr>Job Implementation Workflow ACTION</vt:lpstr>
      <vt:lpstr>Decommissioning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Patrik Pettersson</dc:creator>
  <cp:lastModifiedBy>Patrik Pettersson</cp:lastModifiedBy>
  <cp:revision>11</cp:revision>
  <dcterms:created xsi:type="dcterms:W3CDTF">2025-11-14T15:50:25Z</dcterms:created>
  <dcterms:modified xsi:type="dcterms:W3CDTF">2025-11-29T18:16:17Z</dcterms:modified>
</cp:coreProperties>
</file>