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8" r:id="rId3"/>
    <p:sldId id="260" r:id="rId4"/>
    <p:sldId id="257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D95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>
        <p:scale>
          <a:sx n="75" d="100"/>
          <a:sy n="75" d="100"/>
        </p:scale>
        <p:origin x="684" y="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232E19-9CA5-45D2-99DB-F209076A050C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BDB4F2-3CFB-442C-85E6-DC5589B477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7368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DB4F2-3CFB-442C-85E6-DC5589B477A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8681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8E36F-7256-E0FB-4860-CF35572A3D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C83724-A5BC-384D-A728-8C136C8754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DA0393-C5C8-B702-4E7E-2A369F0F4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89609-94CE-4D9D-8DD4-0681F2C9F09E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7BAAC6-5043-6A80-0891-796D8A7A0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1CA11C-E417-0E04-2892-6CC468944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F16A4-95E8-4A6B-8180-52B901FE97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580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C7B0C-C498-86CA-E5BF-B749C2AF8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05602-BF76-2D76-5C92-AE08457A80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22A605-E679-9088-0216-0C208AC23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89609-94CE-4D9D-8DD4-0681F2C9F09E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84B987-3665-51E9-7CCF-5B73A1F6D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C7AE6-B9F6-82E3-CF45-E8646AECD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F16A4-95E8-4A6B-8180-52B901FE97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840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A6001-9DF3-1BE9-5F61-24A4C76E7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7684E0-3B85-0EB2-D978-B69EC8090F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991915-37B5-1CE6-1F3A-961284531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89609-94CE-4D9D-8DD4-0681F2C9F09E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7E31DA-E8B1-E77E-4374-5F8ACC87F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EE7D98-4081-0C3D-7380-487930EAF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F16A4-95E8-4A6B-8180-52B901FE97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561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27BC1-CE57-549D-3FFA-78526140D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E37CA5-A721-D1E1-DC0B-CB8D2B5A60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6BBF53-FDF9-4324-1520-E028B3E918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4C4D82-7808-7D09-C7F4-610254D9B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89609-94CE-4D9D-8DD4-0681F2C9F09E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0E8E97-97AD-7DDE-55BE-91BC159E6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25C5B1-2567-3BB0-4A82-3563D110D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F16A4-95E8-4A6B-8180-52B901FE97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189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5B377-7005-3F2F-8E11-69B55D2EF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C40ADD-897D-C24A-B483-829F202E8D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3FDCA0-44E7-61E7-FDE1-CEFD541692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28C1D7-2B84-4104-E543-5B4B65E397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4D3142-33F6-0238-CEBF-07A06BC2A2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33736B-638A-B760-7EC9-8A398CB79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89609-94CE-4D9D-8DD4-0681F2C9F09E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D336A3-24E4-1C1A-34CD-1B6B53F3D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88D711-19C9-B884-5D85-53C905EC7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F16A4-95E8-4A6B-8180-52B901FE97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197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74741-46A0-6779-CE87-A7EA50CEE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FF3B5E-BCA4-3E49-CE70-AC5B0FF84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89609-94CE-4D9D-8DD4-0681F2C9F09E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A8439A-476D-F6B3-2E95-D30329408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5643C3-B459-6747-D9F1-EE491B72F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F16A4-95E8-4A6B-8180-52B901FE97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579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BF55F2-6835-1A52-0038-45462F799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89609-94CE-4D9D-8DD4-0681F2C9F09E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BB99C6-C712-FCFB-CE89-631543681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4C54A1-B8FF-C8DE-CF26-8101D2D37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F16A4-95E8-4A6B-8180-52B901FE97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185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B1364-D00F-4FB2-04C9-21A34410F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F05BE7-29A0-5B0A-BECB-7B0FFCCBE9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917D4C-FD84-87E6-4D8D-20D8CB7971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A00386-64A6-53EE-0538-5646B798B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89609-94CE-4D9D-8DD4-0681F2C9F09E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2E9970-D5BD-414E-F3B1-C0DAA8A9B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4F5A17-8391-BF90-001A-CBC2287E7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F16A4-95E8-4A6B-8180-52B901FE97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343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DB006-7091-00B6-F525-BFA59A1BE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B73E3A-0A67-4561-AE06-64374AB872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06F447-E94D-F238-861C-54A0049B8B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7AD5FA-94E3-F4EC-001B-ECD817836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89609-94CE-4D9D-8DD4-0681F2C9F09E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EE6F7-6633-7EE1-2F71-CC5C291A3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262A0A-4B37-838E-FF79-EE1820665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F16A4-95E8-4A6B-8180-52B901FE97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199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AFB0F-0D81-BABD-9440-F915EA6A9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8CDB20-2DBF-78C5-9D68-7C1BE5CE9B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586F19-9F03-19F7-33E9-270E9D585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89609-94CE-4D9D-8DD4-0681F2C9F09E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63D280-33C4-CF8D-C56B-27FED2C1C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24BB7B-38DD-902E-6268-57770DF96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F16A4-95E8-4A6B-8180-52B901FE97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936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5CCC64-CC1A-4CA2-F488-D39A2B00B9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580BF7-500B-0706-6563-73CEB2C707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6D524C-160F-B9E2-6754-613392FC0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89609-94CE-4D9D-8DD4-0681F2C9F09E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22EE42-CF34-35D6-6A1F-D24BF19B3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F2AA8-02E5-C844-2C0D-391EE7A61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F16A4-95E8-4A6B-8180-52B901FE97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760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C163B5-9B97-F8F7-77EE-D3CA9E5CF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475556-AC03-036C-4EA8-5E52835FB1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B98B2E-EC46-3409-D1DA-CF0AE24522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E89609-94CE-4D9D-8DD4-0681F2C9F09E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0AD399-75A7-CD6A-6089-8930846FC3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6CE714-E049-D3CA-4E76-466297FF47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CF16A4-95E8-4A6B-8180-52B901FE97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544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AF7F1E1-61B8-72A3-683E-F9E229534DF8}"/>
              </a:ext>
            </a:extLst>
          </p:cNvPr>
          <p:cNvSpPr/>
          <p:nvPr/>
        </p:nvSpPr>
        <p:spPr>
          <a:xfrm>
            <a:off x="-50092" y="0"/>
            <a:ext cx="1098816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B08C5E-386E-EBCB-6B9B-5B7C9A6B76F4}"/>
              </a:ext>
            </a:extLst>
          </p:cNvPr>
          <p:cNvSpPr/>
          <p:nvPr/>
        </p:nvSpPr>
        <p:spPr>
          <a:xfrm>
            <a:off x="0" y="0"/>
            <a:ext cx="12192000" cy="8027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001A58A-EFD1-40AA-0AB7-19A001577237}"/>
              </a:ext>
            </a:extLst>
          </p:cNvPr>
          <p:cNvSpPr/>
          <p:nvPr/>
        </p:nvSpPr>
        <p:spPr>
          <a:xfrm>
            <a:off x="1571022" y="849700"/>
            <a:ext cx="1930400" cy="2426938"/>
          </a:xfrm>
          <a:prstGeom prst="roundRect">
            <a:avLst/>
          </a:prstGeom>
          <a:solidFill>
            <a:srgbClr val="BD955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CE6E819-9E6F-5AC7-2828-AE99CBE84D22}"/>
              </a:ext>
            </a:extLst>
          </p:cNvPr>
          <p:cNvSpPr/>
          <p:nvPr/>
        </p:nvSpPr>
        <p:spPr>
          <a:xfrm>
            <a:off x="1571022" y="1198042"/>
            <a:ext cx="1930400" cy="2078596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53E81B-4B9B-74BE-308F-6FBECAC04C17}"/>
              </a:ext>
            </a:extLst>
          </p:cNvPr>
          <p:cNvSpPr txBox="1"/>
          <p:nvPr/>
        </p:nvSpPr>
        <p:spPr>
          <a:xfrm>
            <a:off x="1865397" y="849700"/>
            <a:ext cx="1381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Orchestator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5BCE48BA-79D7-C810-28F4-FA0902E7A73E}"/>
              </a:ext>
            </a:extLst>
          </p:cNvPr>
          <p:cNvSpPr/>
          <p:nvPr/>
        </p:nvSpPr>
        <p:spPr>
          <a:xfrm>
            <a:off x="1585536" y="1179905"/>
            <a:ext cx="1913167" cy="12128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D3D7A4B-4907-08E0-7786-F79ED53565F2}"/>
              </a:ext>
            </a:extLst>
          </p:cNvPr>
          <p:cNvSpPr txBox="1"/>
          <p:nvPr/>
        </p:nvSpPr>
        <p:spPr>
          <a:xfrm>
            <a:off x="1742025" y="1198042"/>
            <a:ext cx="1621510" cy="1308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Agent ID:</a:t>
            </a:r>
          </a:p>
          <a:p>
            <a:r>
              <a:rPr lang="en-US" sz="1100" dirty="0" err="1">
                <a:solidFill>
                  <a:schemeClr val="bg1"/>
                </a:solidFill>
              </a:rPr>
              <a:t>Xxxxxxxxxxxx</a:t>
            </a:r>
            <a:endParaRPr lang="en-US" sz="1100" dirty="0">
              <a:solidFill>
                <a:schemeClr val="bg1"/>
              </a:solidFill>
            </a:endParaRPr>
          </a:p>
          <a:p>
            <a:endParaRPr lang="en-US" sz="800" dirty="0">
              <a:solidFill>
                <a:schemeClr val="bg1"/>
              </a:solidFill>
            </a:endParaRPr>
          </a:p>
          <a:p>
            <a:r>
              <a:rPr lang="en-US" sz="1100" dirty="0">
                <a:solidFill>
                  <a:schemeClr val="bg1"/>
                </a:solidFill>
              </a:rPr>
              <a:t>Project {</a:t>
            </a:r>
            <a:r>
              <a:rPr lang="en-US" sz="900" dirty="0">
                <a:solidFill>
                  <a:schemeClr val="bg1"/>
                </a:solidFill>
              </a:rPr>
              <a:t>Title</a:t>
            </a:r>
            <a:r>
              <a:rPr lang="en-US" sz="1100" dirty="0">
                <a:solidFill>
                  <a:schemeClr val="bg1"/>
                </a:solidFill>
              </a:rPr>
              <a:t>}</a:t>
            </a:r>
          </a:p>
          <a:p>
            <a:r>
              <a:rPr lang="en-US" sz="600" dirty="0">
                <a:solidFill>
                  <a:schemeClr val="bg1"/>
                </a:solidFill>
              </a:rPr>
              <a:t>Project ID: </a:t>
            </a:r>
            <a:r>
              <a:rPr lang="en-US" sz="600" dirty="0" err="1">
                <a:solidFill>
                  <a:schemeClr val="bg1"/>
                </a:solidFill>
              </a:rPr>
              <a:t>xxxxxx</a:t>
            </a:r>
            <a:endParaRPr lang="en-US" sz="600" dirty="0">
              <a:solidFill>
                <a:schemeClr val="bg1"/>
              </a:solidFill>
            </a:endParaRPr>
          </a:p>
          <a:p>
            <a:endParaRPr lang="en-US" sz="800" dirty="0">
              <a:solidFill>
                <a:schemeClr val="bg1"/>
              </a:solidFill>
            </a:endParaRPr>
          </a:p>
          <a:p>
            <a:r>
              <a:rPr lang="en-US" sz="800" dirty="0">
                <a:solidFill>
                  <a:schemeClr val="bg1"/>
                </a:solidFill>
              </a:rPr>
              <a:t>Other project card information</a:t>
            </a:r>
          </a:p>
          <a:p>
            <a:endParaRPr lang="en-US" sz="800" dirty="0">
              <a:solidFill>
                <a:schemeClr val="bg1"/>
              </a:solidFill>
            </a:endParaRPr>
          </a:p>
          <a:p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A60850F-C1EB-7518-FF13-49F39EC50CAD}"/>
              </a:ext>
            </a:extLst>
          </p:cNvPr>
          <p:cNvSpPr/>
          <p:nvPr/>
        </p:nvSpPr>
        <p:spPr>
          <a:xfrm>
            <a:off x="3660628" y="840707"/>
            <a:ext cx="4067168" cy="2426938"/>
          </a:xfrm>
          <a:prstGeom prst="roundRect">
            <a:avLst>
              <a:gd name="adj" fmla="val 366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3347D8C-47AC-E3A2-5445-EF5CDE34E598}"/>
              </a:ext>
            </a:extLst>
          </p:cNvPr>
          <p:cNvSpPr/>
          <p:nvPr/>
        </p:nvSpPr>
        <p:spPr>
          <a:xfrm>
            <a:off x="3660628" y="1134061"/>
            <a:ext cx="4067168" cy="2122644"/>
          </a:xfrm>
          <a:prstGeom prst="roundRect">
            <a:avLst>
              <a:gd name="adj" fmla="val 366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FDC8943-2358-8B55-9BCB-EC8063917BE0}"/>
              </a:ext>
            </a:extLst>
          </p:cNvPr>
          <p:cNvSpPr txBox="1"/>
          <p:nvPr/>
        </p:nvSpPr>
        <p:spPr>
          <a:xfrm>
            <a:off x="4469339" y="802718"/>
            <a:ext cx="2094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Project Description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5682192-F67A-FE99-CB3F-430CF04D8442}"/>
              </a:ext>
            </a:extLst>
          </p:cNvPr>
          <p:cNvSpPr txBox="1"/>
          <p:nvPr/>
        </p:nvSpPr>
        <p:spPr>
          <a:xfrm>
            <a:off x="3798052" y="1280491"/>
            <a:ext cx="367937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Project description as written by the developer (Human written content from the project entry in the database)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F867525-93B5-D605-BDDC-91790F7A74BE}"/>
              </a:ext>
            </a:extLst>
          </p:cNvPr>
          <p:cNvSpPr txBox="1"/>
          <p:nvPr/>
        </p:nvSpPr>
        <p:spPr>
          <a:xfrm>
            <a:off x="6821965" y="2862679"/>
            <a:ext cx="5725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Edit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74882BA4-EE8F-7AD1-7FC8-38080A14E524}"/>
              </a:ext>
            </a:extLst>
          </p:cNvPr>
          <p:cNvSpPr/>
          <p:nvPr/>
        </p:nvSpPr>
        <p:spPr>
          <a:xfrm>
            <a:off x="6828362" y="2896693"/>
            <a:ext cx="572593" cy="324426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758423D7-3E56-CF1B-8798-9395B13BA7E4}"/>
              </a:ext>
            </a:extLst>
          </p:cNvPr>
          <p:cNvSpPr/>
          <p:nvPr/>
        </p:nvSpPr>
        <p:spPr>
          <a:xfrm>
            <a:off x="7795001" y="856656"/>
            <a:ext cx="4067168" cy="2375355"/>
          </a:xfrm>
          <a:prstGeom prst="roundRect">
            <a:avLst>
              <a:gd name="adj" fmla="val 366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2150EFC3-8E2D-D9A3-2D8C-CCB91FB38AE6}"/>
              </a:ext>
            </a:extLst>
          </p:cNvPr>
          <p:cNvSpPr/>
          <p:nvPr/>
        </p:nvSpPr>
        <p:spPr>
          <a:xfrm>
            <a:off x="7795001" y="1150010"/>
            <a:ext cx="4067168" cy="2082001"/>
          </a:xfrm>
          <a:prstGeom prst="roundRect">
            <a:avLst>
              <a:gd name="adj" fmla="val 366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341D777-9C5B-D7D3-60C0-6FB452606F04}"/>
              </a:ext>
            </a:extLst>
          </p:cNvPr>
          <p:cNvSpPr txBox="1"/>
          <p:nvPr/>
        </p:nvSpPr>
        <p:spPr>
          <a:xfrm>
            <a:off x="8603712" y="818667"/>
            <a:ext cx="2157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Orchetrator</a:t>
            </a:r>
            <a:r>
              <a:rPr lang="en-US" dirty="0">
                <a:solidFill>
                  <a:schemeClr val="bg1"/>
                </a:solidFill>
              </a:rPr>
              <a:t> Mission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857307C-8FB0-F3A1-BA00-6E5687902310}"/>
              </a:ext>
            </a:extLst>
          </p:cNvPr>
          <p:cNvSpPr txBox="1"/>
          <p:nvPr/>
        </p:nvSpPr>
        <p:spPr>
          <a:xfrm>
            <a:off x="7932425" y="1296440"/>
            <a:ext cx="367937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Mission appears here as </a:t>
            </a:r>
            <a:r>
              <a:rPr lang="en-US" dirty="0" err="1">
                <a:solidFill>
                  <a:schemeClr val="bg1"/>
                </a:solidFill>
              </a:rPr>
              <a:t>Orhestrator</a:t>
            </a:r>
            <a:r>
              <a:rPr lang="en-US" dirty="0">
                <a:solidFill>
                  <a:schemeClr val="bg1"/>
                </a:solidFill>
              </a:rPr>
              <a:t> builds the project mission after the Lunch Prompt is triggered.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8FA872E-BAB7-402A-B0D3-3D8564C4C444}"/>
              </a:ext>
            </a:extLst>
          </p:cNvPr>
          <p:cNvSpPr txBox="1"/>
          <p:nvPr/>
        </p:nvSpPr>
        <p:spPr>
          <a:xfrm>
            <a:off x="11121940" y="2755634"/>
            <a:ext cx="5725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Edit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54BD90BE-01D0-7041-0FDE-36ECC86FFA35}"/>
              </a:ext>
            </a:extLst>
          </p:cNvPr>
          <p:cNvSpPr/>
          <p:nvPr/>
        </p:nvSpPr>
        <p:spPr>
          <a:xfrm>
            <a:off x="11121940" y="2787357"/>
            <a:ext cx="572593" cy="324426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51C184DD-E2B1-544F-E2BF-7C79BE0B0A95}"/>
              </a:ext>
            </a:extLst>
          </p:cNvPr>
          <p:cNvSpPr/>
          <p:nvPr/>
        </p:nvSpPr>
        <p:spPr>
          <a:xfrm>
            <a:off x="3396059" y="1766925"/>
            <a:ext cx="45719" cy="61513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1941CBD7-B52F-B636-2438-3CC605006F0B}"/>
              </a:ext>
            </a:extLst>
          </p:cNvPr>
          <p:cNvSpPr/>
          <p:nvPr/>
        </p:nvSpPr>
        <p:spPr>
          <a:xfrm flipH="1">
            <a:off x="3400623" y="1784646"/>
            <a:ext cx="45719" cy="131994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B9655AAA-DFB3-01EF-794D-648862ECFF73}"/>
              </a:ext>
            </a:extLst>
          </p:cNvPr>
          <p:cNvCxnSpPr>
            <a:cxnSpLocks/>
          </p:cNvCxnSpPr>
          <p:nvPr/>
        </p:nvCxnSpPr>
        <p:spPr>
          <a:xfrm flipH="1">
            <a:off x="3448758" y="566057"/>
            <a:ext cx="651528" cy="110180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4E042019-34C3-B61B-3887-F09D5FC00CD2}"/>
              </a:ext>
            </a:extLst>
          </p:cNvPr>
          <p:cNvSpPr/>
          <p:nvPr/>
        </p:nvSpPr>
        <p:spPr>
          <a:xfrm>
            <a:off x="4221688" y="180573"/>
            <a:ext cx="1290897" cy="55971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Scroll bar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2D1758F3-097C-4210-7A18-F7606FEE3C45}"/>
              </a:ext>
            </a:extLst>
          </p:cNvPr>
          <p:cNvSpPr/>
          <p:nvPr/>
        </p:nvSpPr>
        <p:spPr>
          <a:xfrm>
            <a:off x="7564566" y="1367446"/>
            <a:ext cx="72065" cy="1495233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A9ACABCD-037B-5F4F-CE17-005FFDE31095}"/>
              </a:ext>
            </a:extLst>
          </p:cNvPr>
          <p:cNvSpPr/>
          <p:nvPr/>
        </p:nvSpPr>
        <p:spPr>
          <a:xfrm flipH="1">
            <a:off x="7569129" y="1385167"/>
            <a:ext cx="69347" cy="376299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96AA3CA2-E067-C309-7000-1F54DBD76469}"/>
              </a:ext>
            </a:extLst>
          </p:cNvPr>
          <p:cNvSpPr/>
          <p:nvPr/>
        </p:nvSpPr>
        <p:spPr>
          <a:xfrm>
            <a:off x="11694534" y="1307222"/>
            <a:ext cx="73910" cy="1341367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C47CCB14-34C5-3D4B-0825-B738CB24826E}"/>
              </a:ext>
            </a:extLst>
          </p:cNvPr>
          <p:cNvSpPr/>
          <p:nvPr/>
        </p:nvSpPr>
        <p:spPr>
          <a:xfrm flipH="1">
            <a:off x="11699097" y="1324943"/>
            <a:ext cx="69347" cy="376299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5C551EC2-C3CB-4DE1-C038-3C5FB82A5684}"/>
              </a:ext>
            </a:extLst>
          </p:cNvPr>
          <p:cNvCxnSpPr>
            <a:cxnSpLocks/>
            <a:stCxn id="55" idx="3"/>
          </p:cNvCxnSpPr>
          <p:nvPr/>
        </p:nvCxnSpPr>
        <p:spPr>
          <a:xfrm>
            <a:off x="5512585" y="460429"/>
            <a:ext cx="2349914" cy="966885"/>
          </a:xfrm>
          <a:prstGeom prst="bentConnector3">
            <a:avLst>
              <a:gd name="adj1" fmla="val 99721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3958B9B7-1023-B9E2-0018-2E247D3141BC}"/>
              </a:ext>
            </a:extLst>
          </p:cNvPr>
          <p:cNvCxnSpPr>
            <a:cxnSpLocks/>
          </p:cNvCxnSpPr>
          <p:nvPr/>
        </p:nvCxnSpPr>
        <p:spPr>
          <a:xfrm>
            <a:off x="5546188" y="465705"/>
            <a:ext cx="6430669" cy="918505"/>
          </a:xfrm>
          <a:prstGeom prst="bentConnector3">
            <a:avLst>
              <a:gd name="adj1" fmla="val 99867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CBC22731-B02A-095C-28D5-E588C15C76C6}"/>
              </a:ext>
            </a:extLst>
          </p:cNvPr>
          <p:cNvSpPr/>
          <p:nvPr/>
        </p:nvSpPr>
        <p:spPr>
          <a:xfrm>
            <a:off x="1599850" y="3569365"/>
            <a:ext cx="1930400" cy="2426938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EB4DDD5E-6936-AEAA-ED53-AF851C2E3372}"/>
              </a:ext>
            </a:extLst>
          </p:cNvPr>
          <p:cNvSpPr/>
          <p:nvPr/>
        </p:nvSpPr>
        <p:spPr>
          <a:xfrm>
            <a:off x="1599850" y="3917707"/>
            <a:ext cx="1930400" cy="2078596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B5432D7-7CC8-4EDA-046E-9CBAE656563B}"/>
              </a:ext>
            </a:extLst>
          </p:cNvPr>
          <p:cNvSpPr txBox="1"/>
          <p:nvPr/>
        </p:nvSpPr>
        <p:spPr>
          <a:xfrm>
            <a:off x="2005153" y="3548375"/>
            <a:ext cx="10307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Analyzer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3229FDC3-F2C6-D015-6DED-933E76F7CD61}"/>
              </a:ext>
            </a:extLst>
          </p:cNvPr>
          <p:cNvSpPr/>
          <p:nvPr/>
        </p:nvSpPr>
        <p:spPr>
          <a:xfrm>
            <a:off x="1608014" y="3899570"/>
            <a:ext cx="1913167" cy="12128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C4E5CF0C-9C11-1F7B-6802-A37B46B9E50D}"/>
              </a:ext>
            </a:extLst>
          </p:cNvPr>
          <p:cNvSpPr txBox="1"/>
          <p:nvPr/>
        </p:nvSpPr>
        <p:spPr>
          <a:xfrm>
            <a:off x="1770853" y="3917707"/>
            <a:ext cx="1621510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Agent ID:</a:t>
            </a:r>
          </a:p>
          <a:p>
            <a:r>
              <a:rPr lang="en-US" sz="1100" dirty="0" err="1">
                <a:solidFill>
                  <a:schemeClr val="bg1"/>
                </a:solidFill>
              </a:rPr>
              <a:t>Xxxxxxxxxxxx</a:t>
            </a:r>
            <a:endParaRPr lang="en-US" sz="1100" dirty="0">
              <a:solidFill>
                <a:schemeClr val="bg1"/>
              </a:solidFill>
            </a:endParaRPr>
          </a:p>
          <a:p>
            <a:endParaRPr lang="en-US" sz="800" dirty="0">
              <a:solidFill>
                <a:schemeClr val="bg1"/>
              </a:solidFill>
            </a:endParaRPr>
          </a:p>
          <a:p>
            <a:r>
              <a:rPr lang="en-US" sz="1100" dirty="0">
                <a:solidFill>
                  <a:schemeClr val="bg1"/>
                </a:solidFill>
              </a:rPr>
              <a:t>Role:</a:t>
            </a:r>
            <a:endParaRPr lang="en-US" sz="800" dirty="0">
              <a:solidFill>
                <a:schemeClr val="bg1"/>
              </a:solidFill>
            </a:endParaRPr>
          </a:p>
          <a:p>
            <a:endParaRPr lang="en-US" sz="800" dirty="0">
              <a:solidFill>
                <a:schemeClr val="bg1"/>
              </a:solidFill>
            </a:endParaRPr>
          </a:p>
          <a:p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C4ED7F17-D92C-23A3-DC44-3C6ABA5CC017}"/>
              </a:ext>
            </a:extLst>
          </p:cNvPr>
          <p:cNvSpPr/>
          <p:nvPr/>
        </p:nvSpPr>
        <p:spPr>
          <a:xfrm>
            <a:off x="3424887" y="4486590"/>
            <a:ext cx="45719" cy="61513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BEB56005-E6D1-5F2F-2AD1-DEAC3528DEF1}"/>
              </a:ext>
            </a:extLst>
          </p:cNvPr>
          <p:cNvSpPr/>
          <p:nvPr/>
        </p:nvSpPr>
        <p:spPr>
          <a:xfrm flipH="1">
            <a:off x="3429451" y="4504311"/>
            <a:ext cx="45719" cy="131994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2A3E63F-8D4E-4C26-03F1-0C69BF08B13B}"/>
              </a:ext>
            </a:extLst>
          </p:cNvPr>
          <p:cNvSpPr txBox="1"/>
          <p:nvPr/>
        </p:nvSpPr>
        <p:spPr>
          <a:xfrm>
            <a:off x="2527282" y="3257900"/>
            <a:ext cx="84671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Agents appear here as the orchestrator creates them (max 8 types, unlimited agents)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0830DE97-9B13-237D-E21C-9EF8440961F4}"/>
              </a:ext>
            </a:extLst>
          </p:cNvPr>
          <p:cNvSpPr txBox="1"/>
          <p:nvPr/>
        </p:nvSpPr>
        <p:spPr>
          <a:xfrm>
            <a:off x="2020396" y="5582717"/>
            <a:ext cx="11224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Edit Mission</a:t>
            </a:r>
          </a:p>
        </p:txBody>
      </p:sp>
      <p:sp>
        <p:nvSpPr>
          <p:cNvPr id="99" name="Rectangle: Rounded Corners 98">
            <a:extLst>
              <a:ext uri="{FF2B5EF4-FFF2-40B4-BE49-F238E27FC236}">
                <a16:creationId xmlns:a16="http://schemas.microsoft.com/office/drawing/2014/main" id="{C1870FD3-9CB4-17E5-EC30-A525E23A6273}"/>
              </a:ext>
            </a:extLst>
          </p:cNvPr>
          <p:cNvSpPr/>
          <p:nvPr/>
        </p:nvSpPr>
        <p:spPr>
          <a:xfrm>
            <a:off x="1921011" y="5598198"/>
            <a:ext cx="1376433" cy="276816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7C03C077-9096-6ABF-2BED-9CC86816FB71}"/>
              </a:ext>
            </a:extLst>
          </p:cNvPr>
          <p:cNvSpPr txBox="1"/>
          <p:nvPr/>
        </p:nvSpPr>
        <p:spPr>
          <a:xfrm>
            <a:off x="1978147" y="2831718"/>
            <a:ext cx="12043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Stage Project</a:t>
            </a:r>
          </a:p>
        </p:txBody>
      </p:sp>
      <p:sp>
        <p:nvSpPr>
          <p:cNvPr id="101" name="Rectangle: Rounded Corners 100">
            <a:extLst>
              <a:ext uri="{FF2B5EF4-FFF2-40B4-BE49-F238E27FC236}">
                <a16:creationId xmlns:a16="http://schemas.microsoft.com/office/drawing/2014/main" id="{96E62B56-E9EF-53DF-927A-F72A51CE3663}"/>
              </a:ext>
            </a:extLst>
          </p:cNvPr>
          <p:cNvSpPr/>
          <p:nvPr/>
        </p:nvSpPr>
        <p:spPr>
          <a:xfrm>
            <a:off x="1851715" y="2862679"/>
            <a:ext cx="1376433" cy="276816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87F80EC8-21FB-7832-2EED-49EB1826FF68}"/>
              </a:ext>
            </a:extLst>
          </p:cNvPr>
          <p:cNvSpPr/>
          <p:nvPr/>
        </p:nvSpPr>
        <p:spPr>
          <a:xfrm>
            <a:off x="3589010" y="3569365"/>
            <a:ext cx="1930400" cy="2426938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881CA169-63E5-9C53-9BAE-904A68CF6A59}"/>
              </a:ext>
            </a:extLst>
          </p:cNvPr>
          <p:cNvSpPr/>
          <p:nvPr/>
        </p:nvSpPr>
        <p:spPr>
          <a:xfrm>
            <a:off x="3589010" y="3917707"/>
            <a:ext cx="1930400" cy="2078596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94FDD4DA-03B3-9187-FE91-E1DBAC0437B1}"/>
              </a:ext>
            </a:extLst>
          </p:cNvPr>
          <p:cNvSpPr txBox="1"/>
          <p:nvPr/>
        </p:nvSpPr>
        <p:spPr>
          <a:xfrm>
            <a:off x="3835405" y="3548375"/>
            <a:ext cx="1470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Implementer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39252D36-FA05-14A8-653F-E1776E3EAD79}"/>
              </a:ext>
            </a:extLst>
          </p:cNvPr>
          <p:cNvSpPr/>
          <p:nvPr/>
        </p:nvSpPr>
        <p:spPr>
          <a:xfrm>
            <a:off x="3597174" y="3899570"/>
            <a:ext cx="1913167" cy="12128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F1383D20-0353-7E3B-2BCE-6D157F0E79FD}"/>
              </a:ext>
            </a:extLst>
          </p:cNvPr>
          <p:cNvSpPr txBox="1"/>
          <p:nvPr/>
        </p:nvSpPr>
        <p:spPr>
          <a:xfrm>
            <a:off x="3760013" y="3917707"/>
            <a:ext cx="1621510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Agent ID: </a:t>
            </a:r>
          </a:p>
          <a:p>
            <a:r>
              <a:rPr lang="en-US" sz="1100" dirty="0" err="1">
                <a:solidFill>
                  <a:schemeClr val="bg1"/>
                </a:solidFill>
              </a:rPr>
              <a:t>Xxxxxxxxxxxx</a:t>
            </a:r>
            <a:endParaRPr lang="en-US" sz="1100" dirty="0">
              <a:solidFill>
                <a:schemeClr val="bg1"/>
              </a:solidFill>
            </a:endParaRPr>
          </a:p>
          <a:p>
            <a:endParaRPr lang="en-US" sz="800" dirty="0">
              <a:solidFill>
                <a:schemeClr val="bg1"/>
              </a:solidFill>
            </a:endParaRPr>
          </a:p>
          <a:p>
            <a:r>
              <a:rPr lang="en-US" sz="1100" dirty="0">
                <a:solidFill>
                  <a:schemeClr val="bg1"/>
                </a:solidFill>
              </a:rPr>
              <a:t>Role:</a:t>
            </a:r>
            <a:endParaRPr lang="en-US" sz="800" dirty="0">
              <a:solidFill>
                <a:schemeClr val="bg1"/>
              </a:solidFill>
            </a:endParaRPr>
          </a:p>
          <a:p>
            <a:endParaRPr lang="en-US" sz="800" dirty="0">
              <a:solidFill>
                <a:schemeClr val="bg1"/>
              </a:solidFill>
            </a:endParaRPr>
          </a:p>
          <a:p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ADD3870F-862E-7D45-2AB7-FD756AFDE662}"/>
              </a:ext>
            </a:extLst>
          </p:cNvPr>
          <p:cNvSpPr/>
          <p:nvPr/>
        </p:nvSpPr>
        <p:spPr>
          <a:xfrm>
            <a:off x="5414047" y="4486590"/>
            <a:ext cx="45719" cy="61513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9B78395F-7E99-8F56-7934-A43B057DA9CC}"/>
              </a:ext>
            </a:extLst>
          </p:cNvPr>
          <p:cNvSpPr/>
          <p:nvPr/>
        </p:nvSpPr>
        <p:spPr>
          <a:xfrm flipH="1">
            <a:off x="5418611" y="4504311"/>
            <a:ext cx="45719" cy="131994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167980C4-B8D5-61F9-FAE2-172008F4DAB3}"/>
              </a:ext>
            </a:extLst>
          </p:cNvPr>
          <p:cNvSpPr txBox="1"/>
          <p:nvPr/>
        </p:nvSpPr>
        <p:spPr>
          <a:xfrm>
            <a:off x="4009556" y="5582717"/>
            <a:ext cx="11224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Edit Mission</a:t>
            </a:r>
          </a:p>
        </p:txBody>
      </p:sp>
      <p:sp>
        <p:nvSpPr>
          <p:cNvPr id="110" name="Rectangle: Rounded Corners 109">
            <a:extLst>
              <a:ext uri="{FF2B5EF4-FFF2-40B4-BE49-F238E27FC236}">
                <a16:creationId xmlns:a16="http://schemas.microsoft.com/office/drawing/2014/main" id="{258F1137-AB82-2292-CBA9-4F8CD5E5375A}"/>
              </a:ext>
            </a:extLst>
          </p:cNvPr>
          <p:cNvSpPr/>
          <p:nvPr/>
        </p:nvSpPr>
        <p:spPr>
          <a:xfrm>
            <a:off x="3910171" y="5598198"/>
            <a:ext cx="1376433" cy="276816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8B8AC293-8594-2307-CC52-0A201AE027D9}"/>
              </a:ext>
            </a:extLst>
          </p:cNvPr>
          <p:cNvSpPr/>
          <p:nvPr/>
        </p:nvSpPr>
        <p:spPr>
          <a:xfrm flipV="1">
            <a:off x="11636746" y="4503753"/>
            <a:ext cx="357316" cy="38345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&lt;</a:t>
            </a:r>
          </a:p>
        </p:txBody>
      </p:sp>
      <p:sp>
        <p:nvSpPr>
          <p:cNvPr id="112" name="Rectangle: Rounded Corners 111">
            <a:extLst>
              <a:ext uri="{FF2B5EF4-FFF2-40B4-BE49-F238E27FC236}">
                <a16:creationId xmlns:a16="http://schemas.microsoft.com/office/drawing/2014/main" id="{051D4BC6-B7DC-0317-2C21-68A0081B94A4}"/>
              </a:ext>
            </a:extLst>
          </p:cNvPr>
          <p:cNvSpPr/>
          <p:nvPr/>
        </p:nvSpPr>
        <p:spPr>
          <a:xfrm>
            <a:off x="5582450" y="3580585"/>
            <a:ext cx="1930400" cy="2426938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angle: Rounded Corners 112">
            <a:extLst>
              <a:ext uri="{FF2B5EF4-FFF2-40B4-BE49-F238E27FC236}">
                <a16:creationId xmlns:a16="http://schemas.microsoft.com/office/drawing/2014/main" id="{211BEC2F-10A4-943A-3F22-420AE9ED9523}"/>
              </a:ext>
            </a:extLst>
          </p:cNvPr>
          <p:cNvSpPr/>
          <p:nvPr/>
        </p:nvSpPr>
        <p:spPr>
          <a:xfrm>
            <a:off x="5582450" y="3928927"/>
            <a:ext cx="1930400" cy="2078596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DDE5E223-FAEF-A388-5B1F-0DA87B8E8D00}"/>
              </a:ext>
            </a:extLst>
          </p:cNvPr>
          <p:cNvSpPr txBox="1"/>
          <p:nvPr/>
        </p:nvSpPr>
        <p:spPr>
          <a:xfrm>
            <a:off x="5953271" y="3553386"/>
            <a:ext cx="10892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Reviewer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E624B29F-36BD-8257-97E5-2468CBE72790}"/>
              </a:ext>
            </a:extLst>
          </p:cNvPr>
          <p:cNvSpPr/>
          <p:nvPr/>
        </p:nvSpPr>
        <p:spPr>
          <a:xfrm>
            <a:off x="5590614" y="3910790"/>
            <a:ext cx="1913167" cy="12128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C307CDE3-E489-ABAF-C7CD-074926D708FC}"/>
              </a:ext>
            </a:extLst>
          </p:cNvPr>
          <p:cNvSpPr txBox="1"/>
          <p:nvPr/>
        </p:nvSpPr>
        <p:spPr>
          <a:xfrm>
            <a:off x="5753453" y="3928927"/>
            <a:ext cx="1621510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Agent ID: </a:t>
            </a:r>
          </a:p>
          <a:p>
            <a:r>
              <a:rPr lang="en-US" sz="1100" dirty="0" err="1">
                <a:solidFill>
                  <a:schemeClr val="bg1"/>
                </a:solidFill>
              </a:rPr>
              <a:t>Xxxxxxxxxxxx</a:t>
            </a:r>
            <a:endParaRPr lang="en-US" sz="1100" dirty="0">
              <a:solidFill>
                <a:schemeClr val="bg1"/>
              </a:solidFill>
            </a:endParaRPr>
          </a:p>
          <a:p>
            <a:endParaRPr lang="en-US" sz="800" dirty="0">
              <a:solidFill>
                <a:schemeClr val="bg1"/>
              </a:solidFill>
            </a:endParaRPr>
          </a:p>
          <a:p>
            <a:r>
              <a:rPr lang="en-US" sz="1100" dirty="0">
                <a:solidFill>
                  <a:schemeClr val="bg1"/>
                </a:solidFill>
              </a:rPr>
              <a:t>Role:</a:t>
            </a:r>
            <a:endParaRPr lang="en-US" sz="800" dirty="0">
              <a:solidFill>
                <a:schemeClr val="bg1"/>
              </a:solidFill>
            </a:endParaRPr>
          </a:p>
          <a:p>
            <a:endParaRPr lang="en-US" sz="800" dirty="0">
              <a:solidFill>
                <a:schemeClr val="bg1"/>
              </a:solidFill>
            </a:endParaRPr>
          </a:p>
          <a:p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17" name="Rectangle: Rounded Corners 116">
            <a:extLst>
              <a:ext uri="{FF2B5EF4-FFF2-40B4-BE49-F238E27FC236}">
                <a16:creationId xmlns:a16="http://schemas.microsoft.com/office/drawing/2014/main" id="{D5F598C4-5CDF-EDAA-C593-DC9B7145EC5B}"/>
              </a:ext>
            </a:extLst>
          </p:cNvPr>
          <p:cNvSpPr/>
          <p:nvPr/>
        </p:nvSpPr>
        <p:spPr>
          <a:xfrm>
            <a:off x="7407487" y="4441186"/>
            <a:ext cx="45719" cy="61513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Rectangle: Rounded Corners 117">
            <a:extLst>
              <a:ext uri="{FF2B5EF4-FFF2-40B4-BE49-F238E27FC236}">
                <a16:creationId xmlns:a16="http://schemas.microsoft.com/office/drawing/2014/main" id="{13569D35-5426-58AF-228A-478882B07140}"/>
              </a:ext>
            </a:extLst>
          </p:cNvPr>
          <p:cNvSpPr/>
          <p:nvPr/>
        </p:nvSpPr>
        <p:spPr>
          <a:xfrm flipH="1">
            <a:off x="7412051" y="4458907"/>
            <a:ext cx="45719" cy="131994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0BD05EA5-2526-A67C-7495-CD081D9045BA}"/>
              </a:ext>
            </a:extLst>
          </p:cNvPr>
          <p:cNvSpPr txBox="1"/>
          <p:nvPr/>
        </p:nvSpPr>
        <p:spPr>
          <a:xfrm>
            <a:off x="6002996" y="5593937"/>
            <a:ext cx="11224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Edit Mission</a:t>
            </a:r>
          </a:p>
        </p:txBody>
      </p:sp>
      <p:sp>
        <p:nvSpPr>
          <p:cNvPr id="120" name="Rectangle: Rounded Corners 119">
            <a:extLst>
              <a:ext uri="{FF2B5EF4-FFF2-40B4-BE49-F238E27FC236}">
                <a16:creationId xmlns:a16="http://schemas.microsoft.com/office/drawing/2014/main" id="{0D9C549F-476C-E9E8-4C9B-902BB76D938F}"/>
              </a:ext>
            </a:extLst>
          </p:cNvPr>
          <p:cNvSpPr/>
          <p:nvPr/>
        </p:nvSpPr>
        <p:spPr>
          <a:xfrm>
            <a:off x="5903611" y="5609418"/>
            <a:ext cx="1376433" cy="276816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Rectangle: Rounded Corners 120">
            <a:extLst>
              <a:ext uri="{FF2B5EF4-FFF2-40B4-BE49-F238E27FC236}">
                <a16:creationId xmlns:a16="http://schemas.microsoft.com/office/drawing/2014/main" id="{58349F30-4C54-6A16-3C54-6F4DF4FF6FED}"/>
              </a:ext>
            </a:extLst>
          </p:cNvPr>
          <p:cNvSpPr/>
          <p:nvPr/>
        </p:nvSpPr>
        <p:spPr>
          <a:xfrm>
            <a:off x="7571610" y="3578358"/>
            <a:ext cx="1930400" cy="2426938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Rectangle: Rounded Corners 121">
            <a:extLst>
              <a:ext uri="{FF2B5EF4-FFF2-40B4-BE49-F238E27FC236}">
                <a16:creationId xmlns:a16="http://schemas.microsoft.com/office/drawing/2014/main" id="{7DD9DEDC-A987-10EB-FD5E-214322504F21}"/>
              </a:ext>
            </a:extLst>
          </p:cNvPr>
          <p:cNvSpPr/>
          <p:nvPr/>
        </p:nvSpPr>
        <p:spPr>
          <a:xfrm>
            <a:off x="7571610" y="3926700"/>
            <a:ext cx="1930400" cy="2078596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914ACF71-8B2C-E052-6729-6BA44C33ABA3}"/>
              </a:ext>
            </a:extLst>
          </p:cNvPr>
          <p:cNvSpPr txBox="1"/>
          <p:nvPr/>
        </p:nvSpPr>
        <p:spPr>
          <a:xfrm>
            <a:off x="8145128" y="3557368"/>
            <a:ext cx="782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Tester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8F2DFBF4-AD1D-F72C-7270-84FD9BAB2A8B}"/>
              </a:ext>
            </a:extLst>
          </p:cNvPr>
          <p:cNvSpPr/>
          <p:nvPr/>
        </p:nvSpPr>
        <p:spPr>
          <a:xfrm>
            <a:off x="7586124" y="3908563"/>
            <a:ext cx="1913167" cy="12128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86E3E27E-2F99-F265-EED0-9E30979B8331}"/>
              </a:ext>
            </a:extLst>
          </p:cNvPr>
          <p:cNvSpPr txBox="1"/>
          <p:nvPr/>
        </p:nvSpPr>
        <p:spPr>
          <a:xfrm>
            <a:off x="7742613" y="3926700"/>
            <a:ext cx="1621510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Agent ID: </a:t>
            </a:r>
          </a:p>
          <a:p>
            <a:r>
              <a:rPr lang="en-US" sz="1100" dirty="0" err="1">
                <a:solidFill>
                  <a:schemeClr val="bg1"/>
                </a:solidFill>
              </a:rPr>
              <a:t>Xxxxxxxxxxxx</a:t>
            </a:r>
            <a:endParaRPr lang="en-US" sz="1100" dirty="0">
              <a:solidFill>
                <a:schemeClr val="bg1"/>
              </a:solidFill>
            </a:endParaRPr>
          </a:p>
          <a:p>
            <a:endParaRPr lang="en-US" sz="800" dirty="0">
              <a:solidFill>
                <a:schemeClr val="bg1"/>
              </a:solidFill>
            </a:endParaRPr>
          </a:p>
          <a:p>
            <a:r>
              <a:rPr lang="en-US" sz="1100" dirty="0">
                <a:solidFill>
                  <a:schemeClr val="bg1"/>
                </a:solidFill>
              </a:rPr>
              <a:t>Role:</a:t>
            </a:r>
            <a:endParaRPr lang="en-US" sz="800" dirty="0">
              <a:solidFill>
                <a:schemeClr val="bg1"/>
              </a:solidFill>
            </a:endParaRPr>
          </a:p>
          <a:p>
            <a:endParaRPr lang="en-US" sz="800" dirty="0">
              <a:solidFill>
                <a:schemeClr val="bg1"/>
              </a:solidFill>
            </a:endParaRPr>
          </a:p>
          <a:p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26" name="Rectangle: Rounded Corners 125">
            <a:extLst>
              <a:ext uri="{FF2B5EF4-FFF2-40B4-BE49-F238E27FC236}">
                <a16:creationId xmlns:a16="http://schemas.microsoft.com/office/drawing/2014/main" id="{D76729F3-1BF1-E96A-FB00-C47DD22C6AE5}"/>
              </a:ext>
            </a:extLst>
          </p:cNvPr>
          <p:cNvSpPr/>
          <p:nvPr/>
        </p:nvSpPr>
        <p:spPr>
          <a:xfrm>
            <a:off x="9396647" y="4495583"/>
            <a:ext cx="45719" cy="61513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Rectangle: Rounded Corners 126">
            <a:extLst>
              <a:ext uri="{FF2B5EF4-FFF2-40B4-BE49-F238E27FC236}">
                <a16:creationId xmlns:a16="http://schemas.microsoft.com/office/drawing/2014/main" id="{EB5E1D0B-A6FB-E4F8-0802-9A416CF8BEE6}"/>
              </a:ext>
            </a:extLst>
          </p:cNvPr>
          <p:cNvSpPr/>
          <p:nvPr/>
        </p:nvSpPr>
        <p:spPr>
          <a:xfrm flipH="1">
            <a:off x="9401211" y="4513304"/>
            <a:ext cx="45719" cy="131994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797453C1-AA71-9596-C7DA-1DA67D8E66C1}"/>
              </a:ext>
            </a:extLst>
          </p:cNvPr>
          <p:cNvSpPr txBox="1"/>
          <p:nvPr/>
        </p:nvSpPr>
        <p:spPr>
          <a:xfrm>
            <a:off x="7992156" y="5591710"/>
            <a:ext cx="11224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Edit Mission</a:t>
            </a:r>
          </a:p>
        </p:txBody>
      </p:sp>
      <p:sp>
        <p:nvSpPr>
          <p:cNvPr id="129" name="Rectangle: Rounded Corners 128">
            <a:extLst>
              <a:ext uri="{FF2B5EF4-FFF2-40B4-BE49-F238E27FC236}">
                <a16:creationId xmlns:a16="http://schemas.microsoft.com/office/drawing/2014/main" id="{622E528C-FC5C-11BB-1723-168BE9F9D6D8}"/>
              </a:ext>
            </a:extLst>
          </p:cNvPr>
          <p:cNvSpPr/>
          <p:nvPr/>
        </p:nvSpPr>
        <p:spPr>
          <a:xfrm>
            <a:off x="7892771" y="5607191"/>
            <a:ext cx="1376433" cy="276816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Rectangle: Rounded Corners 129">
            <a:extLst>
              <a:ext uri="{FF2B5EF4-FFF2-40B4-BE49-F238E27FC236}">
                <a16:creationId xmlns:a16="http://schemas.microsoft.com/office/drawing/2014/main" id="{D6AA55A8-29B1-2709-95D8-2E56229A74BC}"/>
              </a:ext>
            </a:extLst>
          </p:cNvPr>
          <p:cNvSpPr/>
          <p:nvPr/>
        </p:nvSpPr>
        <p:spPr>
          <a:xfrm>
            <a:off x="9388453" y="4453183"/>
            <a:ext cx="45719" cy="61513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Rectangle: Rounded Corners 130">
            <a:extLst>
              <a:ext uri="{FF2B5EF4-FFF2-40B4-BE49-F238E27FC236}">
                <a16:creationId xmlns:a16="http://schemas.microsoft.com/office/drawing/2014/main" id="{DC42BAE5-283A-022C-912B-9E96B1D60F3E}"/>
              </a:ext>
            </a:extLst>
          </p:cNvPr>
          <p:cNvSpPr/>
          <p:nvPr/>
        </p:nvSpPr>
        <p:spPr>
          <a:xfrm flipH="1">
            <a:off x="9393017" y="4470904"/>
            <a:ext cx="45719" cy="131994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Rectangle: Rounded Corners 131">
            <a:extLst>
              <a:ext uri="{FF2B5EF4-FFF2-40B4-BE49-F238E27FC236}">
                <a16:creationId xmlns:a16="http://schemas.microsoft.com/office/drawing/2014/main" id="{7A3DE6FB-E3F5-4D70-49FB-2CED9AED7AFC}"/>
              </a:ext>
            </a:extLst>
          </p:cNvPr>
          <p:cNvSpPr/>
          <p:nvPr/>
        </p:nvSpPr>
        <p:spPr>
          <a:xfrm>
            <a:off x="9552576" y="3590355"/>
            <a:ext cx="1930400" cy="2426938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Rectangle: Rounded Corners 132">
            <a:extLst>
              <a:ext uri="{FF2B5EF4-FFF2-40B4-BE49-F238E27FC236}">
                <a16:creationId xmlns:a16="http://schemas.microsoft.com/office/drawing/2014/main" id="{42F3347F-EF5B-7514-A29E-A6061DFB4CA5}"/>
              </a:ext>
            </a:extLst>
          </p:cNvPr>
          <p:cNvSpPr/>
          <p:nvPr/>
        </p:nvSpPr>
        <p:spPr>
          <a:xfrm>
            <a:off x="9552576" y="3938697"/>
            <a:ext cx="1930400" cy="2078596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045364A0-A2C1-DBB4-A31D-53C1321319E1}"/>
              </a:ext>
            </a:extLst>
          </p:cNvPr>
          <p:cNvSpPr txBox="1"/>
          <p:nvPr/>
        </p:nvSpPr>
        <p:spPr>
          <a:xfrm>
            <a:off x="9798444" y="3564834"/>
            <a:ext cx="1438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Documenter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EC8CF098-208E-AAAA-53D2-3D5B3FFAD4DE}"/>
              </a:ext>
            </a:extLst>
          </p:cNvPr>
          <p:cNvSpPr/>
          <p:nvPr/>
        </p:nvSpPr>
        <p:spPr>
          <a:xfrm>
            <a:off x="9567090" y="3920560"/>
            <a:ext cx="1913167" cy="12128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C1F363A8-2CB8-741C-96C8-09435296E831}"/>
              </a:ext>
            </a:extLst>
          </p:cNvPr>
          <p:cNvSpPr txBox="1"/>
          <p:nvPr/>
        </p:nvSpPr>
        <p:spPr>
          <a:xfrm>
            <a:off x="9723579" y="3938697"/>
            <a:ext cx="1621510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Agent ID: </a:t>
            </a:r>
          </a:p>
          <a:p>
            <a:r>
              <a:rPr lang="en-US" sz="1100" dirty="0" err="1">
                <a:solidFill>
                  <a:schemeClr val="bg1"/>
                </a:solidFill>
              </a:rPr>
              <a:t>Xxxxxxxxxxxx</a:t>
            </a:r>
            <a:endParaRPr lang="en-US" sz="1100" dirty="0">
              <a:solidFill>
                <a:schemeClr val="bg1"/>
              </a:solidFill>
            </a:endParaRPr>
          </a:p>
          <a:p>
            <a:endParaRPr lang="en-US" sz="800" dirty="0">
              <a:solidFill>
                <a:schemeClr val="bg1"/>
              </a:solidFill>
            </a:endParaRPr>
          </a:p>
          <a:p>
            <a:r>
              <a:rPr lang="en-US" sz="1100" dirty="0">
                <a:solidFill>
                  <a:schemeClr val="bg1"/>
                </a:solidFill>
              </a:rPr>
              <a:t>Role:</a:t>
            </a:r>
            <a:endParaRPr lang="en-US" sz="800" dirty="0">
              <a:solidFill>
                <a:schemeClr val="bg1"/>
              </a:solidFill>
            </a:endParaRPr>
          </a:p>
          <a:p>
            <a:endParaRPr lang="en-US" sz="800" dirty="0">
              <a:solidFill>
                <a:schemeClr val="bg1"/>
              </a:solidFill>
            </a:endParaRPr>
          </a:p>
          <a:p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37" name="Rectangle: Rounded Corners 136">
            <a:extLst>
              <a:ext uri="{FF2B5EF4-FFF2-40B4-BE49-F238E27FC236}">
                <a16:creationId xmlns:a16="http://schemas.microsoft.com/office/drawing/2014/main" id="{0DE9DA0E-58EB-442E-1B40-AEFEC3CEBDBE}"/>
              </a:ext>
            </a:extLst>
          </p:cNvPr>
          <p:cNvSpPr/>
          <p:nvPr/>
        </p:nvSpPr>
        <p:spPr>
          <a:xfrm>
            <a:off x="11377613" y="4507580"/>
            <a:ext cx="45719" cy="61513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Rectangle: Rounded Corners 137">
            <a:extLst>
              <a:ext uri="{FF2B5EF4-FFF2-40B4-BE49-F238E27FC236}">
                <a16:creationId xmlns:a16="http://schemas.microsoft.com/office/drawing/2014/main" id="{93A3E136-6A8C-D9F1-B35D-D363B3933A01}"/>
              </a:ext>
            </a:extLst>
          </p:cNvPr>
          <p:cNvSpPr/>
          <p:nvPr/>
        </p:nvSpPr>
        <p:spPr>
          <a:xfrm flipH="1">
            <a:off x="11382177" y="4525301"/>
            <a:ext cx="45719" cy="131994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80BF4B71-B6EF-9489-8A00-C985B20E39B0}"/>
              </a:ext>
            </a:extLst>
          </p:cNvPr>
          <p:cNvSpPr txBox="1"/>
          <p:nvPr/>
        </p:nvSpPr>
        <p:spPr>
          <a:xfrm>
            <a:off x="9973122" y="5603707"/>
            <a:ext cx="11224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Edit Mission</a:t>
            </a:r>
          </a:p>
        </p:txBody>
      </p:sp>
      <p:sp>
        <p:nvSpPr>
          <p:cNvPr id="140" name="Rectangle: Rounded Corners 139">
            <a:extLst>
              <a:ext uri="{FF2B5EF4-FFF2-40B4-BE49-F238E27FC236}">
                <a16:creationId xmlns:a16="http://schemas.microsoft.com/office/drawing/2014/main" id="{8EFA5262-40D2-0C64-1EB7-2569E3146F99}"/>
              </a:ext>
            </a:extLst>
          </p:cNvPr>
          <p:cNvSpPr/>
          <p:nvPr/>
        </p:nvSpPr>
        <p:spPr>
          <a:xfrm>
            <a:off x="9873737" y="5619188"/>
            <a:ext cx="1376433" cy="276816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Oval 140">
            <a:extLst>
              <a:ext uri="{FF2B5EF4-FFF2-40B4-BE49-F238E27FC236}">
                <a16:creationId xmlns:a16="http://schemas.microsoft.com/office/drawing/2014/main" id="{FBA75656-DE5E-EE7B-7EE7-4D66B1A02018}"/>
              </a:ext>
            </a:extLst>
          </p:cNvPr>
          <p:cNvSpPr/>
          <p:nvPr/>
        </p:nvSpPr>
        <p:spPr>
          <a:xfrm>
            <a:off x="1121880" y="4611423"/>
            <a:ext cx="357316" cy="383450"/>
          </a:xfrm>
          <a:prstGeom prst="ellipse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&lt;</a:t>
            </a:r>
          </a:p>
        </p:txBody>
      </p:sp>
      <p:sp>
        <p:nvSpPr>
          <p:cNvPr id="142" name="Rectangle: Rounded Corners 141">
            <a:extLst>
              <a:ext uri="{FF2B5EF4-FFF2-40B4-BE49-F238E27FC236}">
                <a16:creationId xmlns:a16="http://schemas.microsoft.com/office/drawing/2014/main" id="{774B18B4-1EF0-3E5F-49FB-E6413BDC8711}"/>
              </a:ext>
            </a:extLst>
          </p:cNvPr>
          <p:cNvSpPr/>
          <p:nvPr/>
        </p:nvSpPr>
        <p:spPr>
          <a:xfrm>
            <a:off x="5306129" y="6268641"/>
            <a:ext cx="3621457" cy="390927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Launch jobs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6DA26251-C112-1FE0-8423-78A23F7B1F53}"/>
              </a:ext>
            </a:extLst>
          </p:cNvPr>
          <p:cNvSpPr txBox="1"/>
          <p:nvPr/>
        </p:nvSpPr>
        <p:spPr>
          <a:xfrm>
            <a:off x="1198963" y="6206902"/>
            <a:ext cx="3514873" cy="52322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When orchestrator is done, launch appears</a:t>
            </a:r>
          </a:p>
          <a:p>
            <a:r>
              <a:rPr lang="en-US" sz="1400" dirty="0">
                <a:solidFill>
                  <a:srgbClr val="FF0000"/>
                </a:solidFill>
              </a:rPr>
              <a:t>And staging button goes away</a:t>
            </a:r>
          </a:p>
        </p:txBody>
      </p: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5CA1B1B0-FBCF-47A9-EB95-87A71DBE9D97}"/>
              </a:ext>
            </a:extLst>
          </p:cNvPr>
          <p:cNvCxnSpPr>
            <a:stCxn id="143" idx="3"/>
          </p:cNvCxnSpPr>
          <p:nvPr/>
        </p:nvCxnSpPr>
        <p:spPr>
          <a:xfrm>
            <a:off x="4713836" y="6468512"/>
            <a:ext cx="486814" cy="8488"/>
          </a:xfrm>
          <a:prstGeom prst="straightConnector1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9" name="Connector: Elbow 148">
            <a:extLst>
              <a:ext uri="{FF2B5EF4-FFF2-40B4-BE49-F238E27FC236}">
                <a16:creationId xmlns:a16="http://schemas.microsoft.com/office/drawing/2014/main" id="{ED045BC5-9301-6F84-EE5B-40DD55CB5853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85213" y="4406412"/>
            <a:ext cx="3219207" cy="286970"/>
          </a:xfrm>
          <a:prstGeom prst="bentConnector3">
            <a:avLst>
              <a:gd name="adj1" fmla="val 100102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Rectangle: Rounded Corners 154">
            <a:extLst>
              <a:ext uri="{FF2B5EF4-FFF2-40B4-BE49-F238E27FC236}">
                <a16:creationId xmlns:a16="http://schemas.microsoft.com/office/drawing/2014/main" id="{3147A3B2-1B07-5FB9-18ED-5EA55EB08EC2}"/>
              </a:ext>
            </a:extLst>
          </p:cNvPr>
          <p:cNvSpPr/>
          <p:nvPr/>
        </p:nvSpPr>
        <p:spPr>
          <a:xfrm>
            <a:off x="9114579" y="6282267"/>
            <a:ext cx="926888" cy="3693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Cancel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C944A394-046F-5890-2560-9B226F0EB39C}"/>
              </a:ext>
            </a:extLst>
          </p:cNvPr>
          <p:cNvSpPr txBox="1"/>
          <p:nvPr/>
        </p:nvSpPr>
        <p:spPr>
          <a:xfrm>
            <a:off x="10104954" y="6166847"/>
            <a:ext cx="19131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FF0000"/>
                </a:solidFill>
              </a:rPr>
              <a:t>Cancel will delete all agents, delete mission, and reset staging completely</a:t>
            </a:r>
          </a:p>
          <a:p>
            <a:endParaRPr lang="en-US" sz="900" dirty="0">
              <a:solidFill>
                <a:srgbClr val="FF0000"/>
              </a:solidFill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A2D706C0-C0CE-F80A-AD33-C459408FC9B8}"/>
              </a:ext>
            </a:extLst>
          </p:cNvPr>
          <p:cNvSpPr txBox="1"/>
          <p:nvPr/>
        </p:nvSpPr>
        <p:spPr>
          <a:xfrm>
            <a:off x="51785" y="104464"/>
            <a:ext cx="2739468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PROJECT LAUNCH PANEL</a:t>
            </a:r>
          </a:p>
        </p:txBody>
      </p:sp>
    </p:spTree>
    <p:extLst>
      <p:ext uri="{BB962C8B-B14F-4D97-AF65-F5344CB8AC3E}">
        <p14:creationId xmlns:p14="http://schemas.microsoft.com/office/powerpoint/2010/main" val="3890713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607FA9-6225-0B18-A2B1-72B8B40DA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FD94842-6EA2-F3B7-E91D-AFDE50A1C8C6}"/>
              </a:ext>
            </a:extLst>
          </p:cNvPr>
          <p:cNvSpPr/>
          <p:nvPr/>
        </p:nvSpPr>
        <p:spPr>
          <a:xfrm>
            <a:off x="-50092" y="0"/>
            <a:ext cx="1741714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8F81A1-9FA7-54A7-D2AE-004831D7C243}"/>
              </a:ext>
            </a:extLst>
          </p:cNvPr>
          <p:cNvSpPr/>
          <p:nvPr/>
        </p:nvSpPr>
        <p:spPr>
          <a:xfrm>
            <a:off x="0" y="0"/>
            <a:ext cx="12192000" cy="8027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5757293-20CC-9E94-7643-A3BE5199E422}"/>
              </a:ext>
            </a:extLst>
          </p:cNvPr>
          <p:cNvSpPr/>
          <p:nvPr/>
        </p:nvSpPr>
        <p:spPr>
          <a:xfrm>
            <a:off x="1827139" y="1528121"/>
            <a:ext cx="1930400" cy="2426938"/>
          </a:xfrm>
          <a:prstGeom prst="roundRect">
            <a:avLst/>
          </a:prstGeom>
          <a:solidFill>
            <a:srgbClr val="BD955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FE64643-AEF1-79E9-98B6-7ED37665D48F}"/>
              </a:ext>
            </a:extLst>
          </p:cNvPr>
          <p:cNvSpPr/>
          <p:nvPr/>
        </p:nvSpPr>
        <p:spPr>
          <a:xfrm>
            <a:off x="1827139" y="1876463"/>
            <a:ext cx="1930400" cy="2378906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6B2BC0-77A3-7B42-F9C8-B64B8FE01D6E}"/>
              </a:ext>
            </a:extLst>
          </p:cNvPr>
          <p:cNvSpPr txBox="1"/>
          <p:nvPr/>
        </p:nvSpPr>
        <p:spPr>
          <a:xfrm>
            <a:off x="2121514" y="1528121"/>
            <a:ext cx="1381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Orchestator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E6D5E68-2ACC-1AB6-B6F9-67EC86340EF3}"/>
              </a:ext>
            </a:extLst>
          </p:cNvPr>
          <p:cNvSpPr/>
          <p:nvPr/>
        </p:nvSpPr>
        <p:spPr>
          <a:xfrm>
            <a:off x="117035" y="5793014"/>
            <a:ext cx="246743" cy="21045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A2E03C1-0309-3B94-F92C-53F676C3BE7E}"/>
              </a:ext>
            </a:extLst>
          </p:cNvPr>
          <p:cNvSpPr/>
          <p:nvPr/>
        </p:nvSpPr>
        <p:spPr>
          <a:xfrm>
            <a:off x="178720" y="6160306"/>
            <a:ext cx="123372" cy="140709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64F1A59-04C8-3105-C96F-DB396D57AA27}"/>
              </a:ext>
            </a:extLst>
          </p:cNvPr>
          <p:cNvSpPr/>
          <p:nvPr/>
        </p:nvSpPr>
        <p:spPr>
          <a:xfrm>
            <a:off x="162161" y="6387495"/>
            <a:ext cx="123372" cy="14070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AB830AA-38B8-CEA0-F96C-C0FDB4FFBE5A}"/>
              </a:ext>
            </a:extLst>
          </p:cNvPr>
          <p:cNvSpPr txBox="1"/>
          <p:nvPr/>
        </p:nvSpPr>
        <p:spPr>
          <a:xfrm>
            <a:off x="363778" y="5934629"/>
            <a:ext cx="1219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These are the icons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8B95A61-253C-1CC3-9B09-84A3C3D58D52}"/>
              </a:ext>
            </a:extLst>
          </p:cNvPr>
          <p:cNvSpPr/>
          <p:nvPr/>
        </p:nvSpPr>
        <p:spPr>
          <a:xfrm>
            <a:off x="15222" y="5608410"/>
            <a:ext cx="1567756" cy="117565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11B6524E-4E18-3335-41C6-FA7D5788D5DA}"/>
              </a:ext>
            </a:extLst>
          </p:cNvPr>
          <p:cNvSpPr/>
          <p:nvPr/>
        </p:nvSpPr>
        <p:spPr>
          <a:xfrm>
            <a:off x="1841653" y="1858326"/>
            <a:ext cx="1913167" cy="12128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4D99832-10D1-F355-86BC-F633A5F8D367}"/>
              </a:ext>
            </a:extLst>
          </p:cNvPr>
          <p:cNvGrpSpPr/>
          <p:nvPr/>
        </p:nvGrpSpPr>
        <p:grpSpPr>
          <a:xfrm>
            <a:off x="1965023" y="3288898"/>
            <a:ext cx="1654630" cy="817767"/>
            <a:chOff x="2155370" y="2863857"/>
            <a:chExt cx="1654630" cy="817767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C5AB6774-90D0-3AEA-4317-5683F32FA583}"/>
                </a:ext>
              </a:extLst>
            </p:cNvPr>
            <p:cNvSpPr/>
            <p:nvPr/>
          </p:nvSpPr>
          <p:spPr>
            <a:xfrm>
              <a:off x="2155370" y="2891972"/>
              <a:ext cx="1654629" cy="351971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E8C3ACB1-58B3-B30B-DD7A-AA67D81E8112}"/>
                </a:ext>
              </a:extLst>
            </p:cNvPr>
            <p:cNvSpPr/>
            <p:nvPr/>
          </p:nvSpPr>
          <p:spPr>
            <a:xfrm>
              <a:off x="2155371" y="3294744"/>
              <a:ext cx="1654629" cy="351971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92043611-126B-6EF2-11AC-9856683145D9}"/>
                </a:ext>
              </a:extLst>
            </p:cNvPr>
            <p:cNvSpPr/>
            <p:nvPr/>
          </p:nvSpPr>
          <p:spPr>
            <a:xfrm>
              <a:off x="2188489" y="2962728"/>
              <a:ext cx="246743" cy="210457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20CA03B-CF51-059F-CD3A-360683B2500F}"/>
                </a:ext>
              </a:extLst>
            </p:cNvPr>
            <p:cNvSpPr txBox="1"/>
            <p:nvPr/>
          </p:nvSpPr>
          <p:spPr>
            <a:xfrm>
              <a:off x="2435232" y="2863857"/>
              <a:ext cx="1240973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solidFill>
                    <a:schemeClr val="bg1"/>
                  </a:solidFill>
                </a:rPr>
                <a:t>Claude Code Launch Prompt</a:t>
              </a:r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7BF3C257-E682-0307-9045-0446A42E7CBA}"/>
                </a:ext>
              </a:extLst>
            </p:cNvPr>
            <p:cNvSpPr/>
            <p:nvPr/>
          </p:nvSpPr>
          <p:spPr>
            <a:xfrm>
              <a:off x="2250174" y="3330020"/>
              <a:ext cx="123372" cy="140709"/>
            </a:xfrm>
            <a:prstGeom prst="roundRect">
              <a:avLst/>
            </a:prstGeom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B28AC86A-E664-7A5F-0BF2-BBD6FA2F0D36}"/>
                </a:ext>
              </a:extLst>
            </p:cNvPr>
            <p:cNvSpPr/>
            <p:nvPr/>
          </p:nvSpPr>
          <p:spPr>
            <a:xfrm>
              <a:off x="2250174" y="3491490"/>
              <a:ext cx="123372" cy="140709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C77DE1E-80B9-1E5B-197A-7CA6A25F8AEC}"/>
                </a:ext>
              </a:extLst>
            </p:cNvPr>
            <p:cNvSpPr txBox="1"/>
            <p:nvPr/>
          </p:nvSpPr>
          <p:spPr>
            <a:xfrm>
              <a:off x="2373546" y="3266126"/>
              <a:ext cx="1240973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solidFill>
                    <a:schemeClr val="bg1"/>
                  </a:solidFill>
                </a:rPr>
                <a:t>Codex/Gemini Launch Prompt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42FEBBED-6520-1446-D3BE-AB3661ACABAB}"/>
              </a:ext>
            </a:extLst>
          </p:cNvPr>
          <p:cNvSpPr txBox="1"/>
          <p:nvPr/>
        </p:nvSpPr>
        <p:spPr>
          <a:xfrm>
            <a:off x="1998142" y="1876463"/>
            <a:ext cx="1621510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Agent ID:</a:t>
            </a:r>
          </a:p>
          <a:p>
            <a:r>
              <a:rPr lang="en-US" sz="1100" dirty="0" err="1">
                <a:solidFill>
                  <a:schemeClr val="bg1"/>
                </a:solidFill>
              </a:rPr>
              <a:t>Xxxxxxxxxxxx</a:t>
            </a:r>
            <a:endParaRPr lang="en-US" sz="1100" dirty="0">
              <a:solidFill>
                <a:schemeClr val="bg1"/>
              </a:solidFill>
            </a:endParaRPr>
          </a:p>
          <a:p>
            <a:endParaRPr lang="en-US" sz="800" dirty="0">
              <a:solidFill>
                <a:schemeClr val="bg1"/>
              </a:solidFill>
            </a:endParaRPr>
          </a:p>
          <a:p>
            <a:r>
              <a:rPr lang="en-US" sz="1100" dirty="0">
                <a:solidFill>
                  <a:schemeClr val="bg1"/>
                </a:solidFill>
              </a:rPr>
              <a:t>Status: {Waiting}</a:t>
            </a:r>
            <a:endParaRPr lang="en-US" sz="600" dirty="0">
              <a:solidFill>
                <a:schemeClr val="bg1"/>
              </a:solidFill>
            </a:endParaRPr>
          </a:p>
          <a:p>
            <a:endParaRPr lang="en-US" sz="800" dirty="0">
              <a:solidFill>
                <a:schemeClr val="bg1"/>
              </a:solidFill>
            </a:endParaRPr>
          </a:p>
          <a:p>
            <a:r>
              <a:rPr lang="en-US" sz="800" dirty="0">
                <a:solidFill>
                  <a:schemeClr val="bg1"/>
                </a:solidFill>
              </a:rPr>
              <a:t>Message badges and other info</a:t>
            </a:r>
          </a:p>
          <a:p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B92FBF22-1419-75DA-6E28-D1688AD58ED1}"/>
              </a:ext>
            </a:extLst>
          </p:cNvPr>
          <p:cNvSpPr/>
          <p:nvPr/>
        </p:nvSpPr>
        <p:spPr>
          <a:xfrm>
            <a:off x="9651999" y="1052867"/>
            <a:ext cx="2457820" cy="5107439"/>
          </a:xfrm>
          <a:prstGeom prst="roundRect">
            <a:avLst>
              <a:gd name="adj" fmla="val 366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F904833-A009-C05B-A66F-2590D6645FCA}"/>
              </a:ext>
            </a:extLst>
          </p:cNvPr>
          <p:cNvSpPr txBox="1"/>
          <p:nvPr/>
        </p:nvSpPr>
        <p:spPr>
          <a:xfrm>
            <a:off x="10270833" y="1061777"/>
            <a:ext cx="1181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Messages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8A4A671-54AA-37EA-1DFD-D7073CEDD1C7}"/>
              </a:ext>
            </a:extLst>
          </p:cNvPr>
          <p:cNvSpPr/>
          <p:nvPr/>
        </p:nvSpPr>
        <p:spPr>
          <a:xfrm>
            <a:off x="7788817" y="181962"/>
            <a:ext cx="1290897" cy="5597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Scroll bar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553E3669-4759-2202-3F6F-11F6088FDFEC}"/>
              </a:ext>
            </a:extLst>
          </p:cNvPr>
          <p:cNvSpPr/>
          <p:nvPr/>
        </p:nvSpPr>
        <p:spPr>
          <a:xfrm>
            <a:off x="11942184" y="1503433"/>
            <a:ext cx="69347" cy="450003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3056DFFA-0347-F8B3-B5E0-D10B70129E19}"/>
              </a:ext>
            </a:extLst>
          </p:cNvPr>
          <p:cNvSpPr/>
          <p:nvPr/>
        </p:nvSpPr>
        <p:spPr>
          <a:xfrm>
            <a:off x="4348369" y="1585967"/>
            <a:ext cx="1930400" cy="2426938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BA2E30B1-44DF-C309-1939-70CABBA79571}"/>
              </a:ext>
            </a:extLst>
          </p:cNvPr>
          <p:cNvSpPr/>
          <p:nvPr/>
        </p:nvSpPr>
        <p:spPr>
          <a:xfrm>
            <a:off x="4348369" y="1934308"/>
            <a:ext cx="1930400" cy="2342051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0586837-E6D7-760F-C468-1ACF455B8839}"/>
              </a:ext>
            </a:extLst>
          </p:cNvPr>
          <p:cNvSpPr txBox="1"/>
          <p:nvPr/>
        </p:nvSpPr>
        <p:spPr>
          <a:xfrm>
            <a:off x="4753672" y="1564977"/>
            <a:ext cx="10307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Analyzer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87E3B8D0-861C-8FD9-1AA9-680A70DE043C}"/>
              </a:ext>
            </a:extLst>
          </p:cNvPr>
          <p:cNvSpPr/>
          <p:nvPr/>
        </p:nvSpPr>
        <p:spPr>
          <a:xfrm>
            <a:off x="4362883" y="1916172"/>
            <a:ext cx="1913167" cy="12128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D4C906A-D63F-BDBD-65D3-80E186693B81}"/>
              </a:ext>
            </a:extLst>
          </p:cNvPr>
          <p:cNvSpPr txBox="1"/>
          <p:nvPr/>
        </p:nvSpPr>
        <p:spPr>
          <a:xfrm>
            <a:off x="4519372" y="1934309"/>
            <a:ext cx="1621510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Agent ID:</a:t>
            </a:r>
          </a:p>
          <a:p>
            <a:r>
              <a:rPr lang="en-US" sz="1100" dirty="0" err="1">
                <a:solidFill>
                  <a:schemeClr val="bg1"/>
                </a:solidFill>
              </a:rPr>
              <a:t>Xxxxxxxxxxxx</a:t>
            </a:r>
            <a:endParaRPr lang="en-US" sz="1100" dirty="0">
              <a:solidFill>
                <a:schemeClr val="bg1"/>
              </a:solidFill>
            </a:endParaRPr>
          </a:p>
          <a:p>
            <a:endParaRPr lang="en-US" sz="800" dirty="0">
              <a:solidFill>
                <a:schemeClr val="bg1"/>
              </a:solidFill>
            </a:endParaRPr>
          </a:p>
          <a:p>
            <a:r>
              <a:rPr lang="en-US" sz="1100" dirty="0">
                <a:solidFill>
                  <a:schemeClr val="bg1"/>
                </a:solidFill>
              </a:rPr>
              <a:t>Status: </a:t>
            </a:r>
            <a:r>
              <a:rPr lang="en-US" sz="900" dirty="0">
                <a:solidFill>
                  <a:schemeClr val="bg1"/>
                </a:solidFill>
              </a:rPr>
              <a:t>{Waiting}</a:t>
            </a:r>
          </a:p>
          <a:p>
            <a:endParaRPr lang="en-US" sz="800" dirty="0">
              <a:solidFill>
                <a:schemeClr val="bg1"/>
              </a:solidFill>
            </a:endParaRPr>
          </a:p>
          <a:p>
            <a:r>
              <a:rPr lang="en-US" sz="800" dirty="0">
                <a:solidFill>
                  <a:schemeClr val="bg1"/>
                </a:solidFill>
              </a:rPr>
              <a:t>Message badges and other info</a:t>
            </a:r>
          </a:p>
          <a:p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8A19C992-F1E0-6A4E-AD4A-38F4BBBC01F1}"/>
              </a:ext>
            </a:extLst>
          </p:cNvPr>
          <p:cNvSpPr/>
          <p:nvPr/>
        </p:nvSpPr>
        <p:spPr>
          <a:xfrm>
            <a:off x="6173406" y="2503192"/>
            <a:ext cx="45719" cy="61513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C134350F-2C77-6796-4DE6-B1E1227853E9}"/>
              </a:ext>
            </a:extLst>
          </p:cNvPr>
          <p:cNvSpPr/>
          <p:nvPr/>
        </p:nvSpPr>
        <p:spPr>
          <a:xfrm flipH="1">
            <a:off x="6177970" y="2520913"/>
            <a:ext cx="45719" cy="131994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1699A797-B895-0FB6-41BF-D5A4CDD0900C}"/>
              </a:ext>
            </a:extLst>
          </p:cNvPr>
          <p:cNvSpPr txBox="1"/>
          <p:nvPr/>
        </p:nvSpPr>
        <p:spPr>
          <a:xfrm>
            <a:off x="4480845" y="3516169"/>
            <a:ext cx="1741714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chemeClr val="bg1"/>
                </a:solidFill>
              </a:rPr>
              <a:t>Each agent requires its own Terminal window and agentic AI tool started.</a:t>
            </a:r>
          </a:p>
          <a:p>
            <a:r>
              <a:rPr lang="en-US" sz="700" dirty="0">
                <a:solidFill>
                  <a:schemeClr val="bg1"/>
                </a:solidFill>
              </a:rPr>
              <a:t>Claude Code uses subagents, and does not require individual terminal windows per agent but can still be used this way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5C7CD9A-8036-62A3-E13D-17DBC12BADCF}"/>
              </a:ext>
            </a:extLst>
          </p:cNvPr>
          <p:cNvSpPr/>
          <p:nvPr/>
        </p:nvSpPr>
        <p:spPr>
          <a:xfrm>
            <a:off x="4578457" y="3230574"/>
            <a:ext cx="1494412" cy="262423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589758-F099-023D-0DEE-73FA1BEF06C2}"/>
              </a:ext>
            </a:extLst>
          </p:cNvPr>
          <p:cNvSpPr txBox="1"/>
          <p:nvPr/>
        </p:nvSpPr>
        <p:spPr>
          <a:xfrm>
            <a:off x="4607844" y="3199469"/>
            <a:ext cx="15511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Launch Agent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56FBEEA-135C-26AD-FD4C-FB29001B6CC0}"/>
              </a:ext>
            </a:extLst>
          </p:cNvPr>
          <p:cNvSpPr/>
          <p:nvPr/>
        </p:nvSpPr>
        <p:spPr>
          <a:xfrm>
            <a:off x="9635399" y="6196238"/>
            <a:ext cx="2474419" cy="43873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      </a:t>
            </a:r>
            <a:r>
              <a:rPr lang="en-US" dirty="0"/>
              <a:t>_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846C500-F7CE-823E-B68A-71A075415A2B}"/>
              </a:ext>
            </a:extLst>
          </p:cNvPr>
          <p:cNvSpPr txBox="1"/>
          <p:nvPr/>
        </p:nvSpPr>
        <p:spPr>
          <a:xfrm>
            <a:off x="1763717" y="889803"/>
            <a:ext cx="2158732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Project: </a:t>
            </a:r>
            <a:r>
              <a:rPr lang="en-US" sz="2400" dirty="0">
                <a:solidFill>
                  <a:srgbClr val="FFC000"/>
                </a:solidFill>
              </a:rPr>
              <a:t>{TITLE}</a:t>
            </a:r>
          </a:p>
          <a:p>
            <a:r>
              <a:rPr lang="en-US" sz="900" dirty="0">
                <a:solidFill>
                  <a:schemeClr val="bg1"/>
                </a:solidFill>
              </a:rPr>
              <a:t>Project ID: </a:t>
            </a:r>
            <a:r>
              <a:rPr lang="en-US" sz="900" dirty="0" err="1">
                <a:solidFill>
                  <a:schemeClr val="bg1"/>
                </a:solidFill>
              </a:rPr>
              <a:t>xxxxxxxx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76AB7037-5506-90EE-98AE-B65D81ED5CFE}"/>
              </a:ext>
            </a:extLst>
          </p:cNvPr>
          <p:cNvSpPr/>
          <p:nvPr/>
        </p:nvSpPr>
        <p:spPr>
          <a:xfrm>
            <a:off x="6892134" y="1564977"/>
            <a:ext cx="1930400" cy="2426938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A1AFB6AC-E638-6647-087F-CBAABA77511F}"/>
              </a:ext>
            </a:extLst>
          </p:cNvPr>
          <p:cNvSpPr/>
          <p:nvPr/>
        </p:nvSpPr>
        <p:spPr>
          <a:xfrm>
            <a:off x="6892134" y="1913318"/>
            <a:ext cx="1930400" cy="2342051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86DA5CC-7F31-813A-50D2-EC6C939E98A0}"/>
              </a:ext>
            </a:extLst>
          </p:cNvPr>
          <p:cNvSpPr txBox="1"/>
          <p:nvPr/>
        </p:nvSpPr>
        <p:spPr>
          <a:xfrm>
            <a:off x="7160105" y="1528121"/>
            <a:ext cx="1470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Implementer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16455AD-590E-387F-7FD2-D3AA81F76C1D}"/>
              </a:ext>
            </a:extLst>
          </p:cNvPr>
          <p:cNvSpPr/>
          <p:nvPr/>
        </p:nvSpPr>
        <p:spPr>
          <a:xfrm>
            <a:off x="6906648" y="1895182"/>
            <a:ext cx="1913167" cy="12128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B07E4B5-704E-C059-1BEC-0CE3007B592A}"/>
              </a:ext>
            </a:extLst>
          </p:cNvPr>
          <p:cNvSpPr txBox="1"/>
          <p:nvPr/>
        </p:nvSpPr>
        <p:spPr>
          <a:xfrm>
            <a:off x="7063137" y="1913319"/>
            <a:ext cx="1621510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Agent ID:</a:t>
            </a:r>
          </a:p>
          <a:p>
            <a:r>
              <a:rPr lang="en-US" sz="1100" dirty="0" err="1">
                <a:solidFill>
                  <a:schemeClr val="bg1"/>
                </a:solidFill>
              </a:rPr>
              <a:t>Xxxxxxxxxxxx</a:t>
            </a:r>
            <a:endParaRPr lang="en-US" sz="1100" dirty="0">
              <a:solidFill>
                <a:schemeClr val="bg1"/>
              </a:solidFill>
            </a:endParaRPr>
          </a:p>
          <a:p>
            <a:endParaRPr lang="en-US" sz="800" dirty="0">
              <a:solidFill>
                <a:schemeClr val="bg1"/>
              </a:solidFill>
            </a:endParaRPr>
          </a:p>
          <a:p>
            <a:r>
              <a:rPr lang="en-US" sz="1100" dirty="0">
                <a:solidFill>
                  <a:schemeClr val="bg1"/>
                </a:solidFill>
              </a:rPr>
              <a:t>Status: {</a:t>
            </a:r>
            <a:r>
              <a:rPr lang="en-US" sz="1000" dirty="0">
                <a:solidFill>
                  <a:schemeClr val="bg1"/>
                </a:solidFill>
              </a:rPr>
              <a:t>Working}</a:t>
            </a:r>
          </a:p>
          <a:p>
            <a:endParaRPr lang="en-US" sz="800" dirty="0">
              <a:solidFill>
                <a:schemeClr val="bg1"/>
              </a:solidFill>
            </a:endParaRPr>
          </a:p>
          <a:p>
            <a:r>
              <a:rPr lang="en-US" sz="800" dirty="0">
                <a:solidFill>
                  <a:schemeClr val="bg1"/>
                </a:solidFill>
              </a:rPr>
              <a:t>Message badges and other info, like </a:t>
            </a:r>
            <a:r>
              <a:rPr lang="en-US" sz="800" dirty="0" err="1">
                <a:solidFill>
                  <a:schemeClr val="bg1"/>
                </a:solidFill>
              </a:rPr>
              <a:t>todo</a:t>
            </a:r>
            <a:r>
              <a:rPr lang="en-US" sz="800" dirty="0">
                <a:solidFill>
                  <a:schemeClr val="bg1"/>
                </a:solidFill>
              </a:rPr>
              <a:t> list etc. (may be undefined yet)</a:t>
            </a:r>
          </a:p>
          <a:p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222CC8A9-3E9B-511E-DA39-1BC7595015AE}"/>
              </a:ext>
            </a:extLst>
          </p:cNvPr>
          <p:cNvSpPr/>
          <p:nvPr/>
        </p:nvSpPr>
        <p:spPr>
          <a:xfrm>
            <a:off x="8717171" y="2482202"/>
            <a:ext cx="45719" cy="61513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DBE3851B-96C6-993A-F90E-7CC68B148ADF}"/>
              </a:ext>
            </a:extLst>
          </p:cNvPr>
          <p:cNvSpPr/>
          <p:nvPr/>
        </p:nvSpPr>
        <p:spPr>
          <a:xfrm flipH="1">
            <a:off x="8721735" y="2499923"/>
            <a:ext cx="45719" cy="131994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F3308F0-924D-28AF-5D7B-09363F25B6DF}"/>
              </a:ext>
            </a:extLst>
          </p:cNvPr>
          <p:cNvSpPr txBox="1"/>
          <p:nvPr/>
        </p:nvSpPr>
        <p:spPr>
          <a:xfrm>
            <a:off x="7429347" y="3526438"/>
            <a:ext cx="889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Details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A38F960D-D5F5-DFC0-C3F6-FE1E4EEB0461}"/>
              </a:ext>
            </a:extLst>
          </p:cNvPr>
          <p:cNvSpPr/>
          <p:nvPr/>
        </p:nvSpPr>
        <p:spPr>
          <a:xfrm>
            <a:off x="7126686" y="3588573"/>
            <a:ext cx="1494412" cy="262423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D0F11381-811B-9C83-B5F5-2B080A3013AA}"/>
              </a:ext>
            </a:extLst>
          </p:cNvPr>
          <p:cNvSpPr/>
          <p:nvPr/>
        </p:nvSpPr>
        <p:spPr>
          <a:xfrm>
            <a:off x="1822576" y="4285860"/>
            <a:ext cx="1930400" cy="2426938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20B3AF2E-9A4D-72E1-EF3D-0B662D17D825}"/>
              </a:ext>
            </a:extLst>
          </p:cNvPr>
          <p:cNvSpPr/>
          <p:nvPr/>
        </p:nvSpPr>
        <p:spPr>
          <a:xfrm>
            <a:off x="1822576" y="4634202"/>
            <a:ext cx="1930400" cy="2109088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C8F4E33-9F87-78AD-F967-8D369BA09F5B}"/>
              </a:ext>
            </a:extLst>
          </p:cNvPr>
          <p:cNvSpPr txBox="1"/>
          <p:nvPr/>
        </p:nvSpPr>
        <p:spPr>
          <a:xfrm>
            <a:off x="1954327" y="4274596"/>
            <a:ext cx="1640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Implementer 2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A676FF7-4C5F-BF5B-1234-4AEDA7FE2D4D}"/>
              </a:ext>
            </a:extLst>
          </p:cNvPr>
          <p:cNvSpPr/>
          <p:nvPr/>
        </p:nvSpPr>
        <p:spPr>
          <a:xfrm>
            <a:off x="1837090" y="4616065"/>
            <a:ext cx="1913167" cy="12128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4815CA5-89A7-9559-05CF-D10EFCA105C6}"/>
              </a:ext>
            </a:extLst>
          </p:cNvPr>
          <p:cNvSpPr txBox="1"/>
          <p:nvPr/>
        </p:nvSpPr>
        <p:spPr>
          <a:xfrm>
            <a:off x="1993579" y="4634202"/>
            <a:ext cx="1621510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Agent ID:</a:t>
            </a:r>
          </a:p>
          <a:p>
            <a:r>
              <a:rPr lang="en-US" sz="1100" dirty="0" err="1">
                <a:solidFill>
                  <a:schemeClr val="bg1"/>
                </a:solidFill>
              </a:rPr>
              <a:t>Xxxxxxxxxxxx</a:t>
            </a:r>
            <a:endParaRPr lang="en-US" sz="1100" dirty="0">
              <a:solidFill>
                <a:schemeClr val="bg1"/>
              </a:solidFill>
            </a:endParaRPr>
          </a:p>
          <a:p>
            <a:endParaRPr lang="en-US" sz="800" dirty="0">
              <a:solidFill>
                <a:schemeClr val="bg1"/>
              </a:solidFill>
            </a:endParaRPr>
          </a:p>
          <a:p>
            <a:r>
              <a:rPr lang="en-US" sz="1100" dirty="0">
                <a:solidFill>
                  <a:schemeClr val="bg1"/>
                </a:solidFill>
              </a:rPr>
              <a:t>Status: {Complete</a:t>
            </a:r>
            <a:r>
              <a:rPr lang="en-US" sz="1000" dirty="0">
                <a:solidFill>
                  <a:schemeClr val="bg1"/>
                </a:solidFill>
              </a:rPr>
              <a:t>}</a:t>
            </a:r>
          </a:p>
          <a:p>
            <a:endParaRPr lang="en-US" sz="800" dirty="0">
              <a:solidFill>
                <a:schemeClr val="bg1"/>
              </a:solidFill>
            </a:endParaRPr>
          </a:p>
          <a:p>
            <a:r>
              <a:rPr lang="en-US" sz="800" dirty="0">
                <a:solidFill>
                  <a:schemeClr val="bg1"/>
                </a:solidFill>
              </a:rPr>
              <a:t>Message badges and other info</a:t>
            </a:r>
          </a:p>
          <a:p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32896784-46F8-0792-A8FE-18D8815B5CE2}"/>
              </a:ext>
            </a:extLst>
          </p:cNvPr>
          <p:cNvSpPr/>
          <p:nvPr/>
        </p:nvSpPr>
        <p:spPr>
          <a:xfrm>
            <a:off x="3647613" y="5203085"/>
            <a:ext cx="45719" cy="61513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66CC04E4-1830-C245-94FA-F52F77747BB5}"/>
              </a:ext>
            </a:extLst>
          </p:cNvPr>
          <p:cNvSpPr/>
          <p:nvPr/>
        </p:nvSpPr>
        <p:spPr>
          <a:xfrm flipH="1">
            <a:off x="3652177" y="5220806"/>
            <a:ext cx="45719" cy="131994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032292C-3BC0-719E-BA7D-09DA5C7113BE}"/>
              </a:ext>
            </a:extLst>
          </p:cNvPr>
          <p:cNvSpPr txBox="1"/>
          <p:nvPr/>
        </p:nvSpPr>
        <p:spPr>
          <a:xfrm>
            <a:off x="2211468" y="6256001"/>
            <a:ext cx="1175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Complete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58DD54AF-36E4-D3F4-C6F3-26E1AC330CD8}"/>
              </a:ext>
            </a:extLst>
          </p:cNvPr>
          <p:cNvSpPr/>
          <p:nvPr/>
        </p:nvSpPr>
        <p:spPr>
          <a:xfrm>
            <a:off x="2057128" y="6309456"/>
            <a:ext cx="1494412" cy="26242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C000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A994C5D-A686-8B38-63BB-D845FC60AEBC}"/>
              </a:ext>
            </a:extLst>
          </p:cNvPr>
          <p:cNvSpPr txBox="1"/>
          <p:nvPr/>
        </p:nvSpPr>
        <p:spPr>
          <a:xfrm>
            <a:off x="6060440" y="6309456"/>
            <a:ext cx="832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ETC….</a:t>
            </a: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E333F95B-3BBA-B1BA-8E24-66D9BA40C862}"/>
              </a:ext>
            </a:extLst>
          </p:cNvPr>
          <p:cNvSpPr/>
          <p:nvPr/>
        </p:nvSpPr>
        <p:spPr>
          <a:xfrm>
            <a:off x="9200312" y="1137750"/>
            <a:ext cx="101658" cy="557504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5EC26B87-95D8-8726-11A3-DE49A8D47CDE}"/>
              </a:ext>
            </a:extLst>
          </p:cNvPr>
          <p:cNvSpPr/>
          <p:nvPr/>
        </p:nvSpPr>
        <p:spPr>
          <a:xfrm flipH="1">
            <a:off x="9204874" y="1155471"/>
            <a:ext cx="101658" cy="466193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FE29301C-2441-36C9-A678-F307D82FA916}"/>
              </a:ext>
            </a:extLst>
          </p:cNvPr>
          <p:cNvCxnSpPr/>
          <p:nvPr/>
        </p:nvCxnSpPr>
        <p:spPr>
          <a:xfrm>
            <a:off x="9448800" y="889803"/>
            <a:ext cx="0" cy="608673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22B79F64-CFC5-5778-565D-F3CEE1A6F252}"/>
              </a:ext>
            </a:extLst>
          </p:cNvPr>
          <p:cNvSpPr txBox="1"/>
          <p:nvPr/>
        </p:nvSpPr>
        <p:spPr>
          <a:xfrm>
            <a:off x="4020947" y="4486663"/>
            <a:ext cx="429749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</a:rPr>
              <a:t>Finished agents move to bottom</a:t>
            </a:r>
          </a:p>
          <a:p>
            <a:r>
              <a:rPr lang="en-US" sz="1000" dirty="0">
                <a:solidFill>
                  <a:srgbClr val="FF0000"/>
                </a:solidFill>
              </a:rPr>
              <a:t>Agent ready to launch are first, then working agents, agents that have failure or are blocked to top</a:t>
            </a:r>
          </a:p>
        </p:txBody>
      </p: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4332255F-E323-A498-0FCB-AEA421C68BCC}"/>
              </a:ext>
            </a:extLst>
          </p:cNvPr>
          <p:cNvSpPr/>
          <p:nvPr/>
        </p:nvSpPr>
        <p:spPr>
          <a:xfrm>
            <a:off x="4207933" y="5220806"/>
            <a:ext cx="1092200" cy="422681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Failure</a:t>
            </a:r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6D3E1C9E-BD1E-7D40-250A-43355C0C4C2E}"/>
              </a:ext>
            </a:extLst>
          </p:cNvPr>
          <p:cNvSpPr/>
          <p:nvPr/>
        </p:nvSpPr>
        <p:spPr>
          <a:xfrm>
            <a:off x="5425613" y="5211319"/>
            <a:ext cx="1366036" cy="422681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Blocked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4DAFE30-19FD-873A-C969-E0568E6F7A80}"/>
              </a:ext>
            </a:extLst>
          </p:cNvPr>
          <p:cNvSpPr txBox="1"/>
          <p:nvPr/>
        </p:nvSpPr>
        <p:spPr>
          <a:xfrm>
            <a:off x="3765631" y="6202829"/>
            <a:ext cx="1257524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Not button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823FE0D4-5B47-F0CF-BADC-128C27FECAB6}"/>
              </a:ext>
            </a:extLst>
          </p:cNvPr>
          <p:cNvCxnSpPr>
            <a:endCxn id="63" idx="3"/>
          </p:cNvCxnSpPr>
          <p:nvPr/>
        </p:nvCxnSpPr>
        <p:spPr>
          <a:xfrm flipH="1">
            <a:off x="3387239" y="6415603"/>
            <a:ext cx="363018" cy="25064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Oval 97">
            <a:extLst>
              <a:ext uri="{FF2B5EF4-FFF2-40B4-BE49-F238E27FC236}">
                <a16:creationId xmlns:a16="http://schemas.microsoft.com/office/drawing/2014/main" id="{55FFCB80-72E9-D65D-2475-304E54D2228B}"/>
              </a:ext>
            </a:extLst>
          </p:cNvPr>
          <p:cNvSpPr/>
          <p:nvPr/>
        </p:nvSpPr>
        <p:spPr>
          <a:xfrm>
            <a:off x="9688666" y="6272740"/>
            <a:ext cx="263009" cy="29068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100" b="1" dirty="0"/>
              <a:t>I2</a:t>
            </a:r>
          </a:p>
        </p:txBody>
      </p:sp>
      <p:pic>
        <p:nvPicPr>
          <p:cNvPr id="99" name="Graphic 98" descr="User with solid fill">
            <a:extLst>
              <a:ext uri="{FF2B5EF4-FFF2-40B4-BE49-F238E27FC236}">
                <a16:creationId xmlns:a16="http://schemas.microsoft.com/office/drawing/2014/main" id="{A19618CB-79CC-C7FF-3E17-223188378B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16873" y="6319102"/>
            <a:ext cx="195033" cy="195033"/>
          </a:xfrm>
          <a:prstGeom prst="rect">
            <a:avLst/>
          </a:prstGeom>
        </p:spPr>
      </p:pic>
      <p:cxnSp>
        <p:nvCxnSpPr>
          <p:cNvPr id="113" name="Connector: Elbow 112">
            <a:extLst>
              <a:ext uri="{FF2B5EF4-FFF2-40B4-BE49-F238E27FC236}">
                <a16:creationId xmlns:a16="http://schemas.microsoft.com/office/drawing/2014/main" id="{A8B679FD-A502-9729-F780-9BEB2C5AB5BE}"/>
              </a:ext>
            </a:extLst>
          </p:cNvPr>
          <p:cNvCxnSpPr>
            <a:cxnSpLocks/>
            <a:stCxn id="20" idx="0"/>
          </p:cNvCxnSpPr>
          <p:nvPr/>
        </p:nvCxnSpPr>
        <p:spPr>
          <a:xfrm rot="5400000" flipH="1" flipV="1">
            <a:off x="323992" y="4186212"/>
            <a:ext cx="1897306" cy="947090"/>
          </a:xfrm>
          <a:prstGeom prst="bentConnector3">
            <a:avLst>
              <a:gd name="adj1" fmla="val 99980"/>
            </a:avLst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632BC711-D128-2480-AB38-9303476636B4}"/>
              </a:ext>
            </a:extLst>
          </p:cNvPr>
          <p:cNvCxnSpPr>
            <a:cxnSpLocks/>
          </p:cNvCxnSpPr>
          <p:nvPr/>
        </p:nvCxnSpPr>
        <p:spPr>
          <a:xfrm>
            <a:off x="8811616" y="753661"/>
            <a:ext cx="268098" cy="372063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AC4CC2A-8622-2D19-7DC0-B2880773B038}"/>
              </a:ext>
            </a:extLst>
          </p:cNvPr>
          <p:cNvSpPr txBox="1"/>
          <p:nvPr/>
        </p:nvSpPr>
        <p:spPr>
          <a:xfrm>
            <a:off x="51785" y="104464"/>
            <a:ext cx="6912470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PROJECT JOB PANEL SHOWING AGENT CARD DESIGN AND LAYOUT</a:t>
            </a:r>
          </a:p>
        </p:txBody>
      </p:sp>
    </p:spTree>
    <p:extLst>
      <p:ext uri="{BB962C8B-B14F-4D97-AF65-F5344CB8AC3E}">
        <p14:creationId xmlns:p14="http://schemas.microsoft.com/office/powerpoint/2010/main" val="30558472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AD1A97-659A-5DE7-2584-768D5B60C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D78EF91-E15B-AC05-A02D-1792EF289F92}"/>
              </a:ext>
            </a:extLst>
          </p:cNvPr>
          <p:cNvSpPr/>
          <p:nvPr/>
        </p:nvSpPr>
        <p:spPr>
          <a:xfrm>
            <a:off x="-50092" y="0"/>
            <a:ext cx="1741714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E90B67-71CE-C05A-90BF-1F4B1D49A7D5}"/>
              </a:ext>
            </a:extLst>
          </p:cNvPr>
          <p:cNvSpPr/>
          <p:nvPr/>
        </p:nvSpPr>
        <p:spPr>
          <a:xfrm>
            <a:off x="0" y="0"/>
            <a:ext cx="12192000" cy="8027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6272DA2-F9A8-11E3-3BE4-4EF495E2F524}"/>
              </a:ext>
            </a:extLst>
          </p:cNvPr>
          <p:cNvSpPr/>
          <p:nvPr/>
        </p:nvSpPr>
        <p:spPr>
          <a:xfrm>
            <a:off x="1827139" y="1528121"/>
            <a:ext cx="1930400" cy="2426938"/>
          </a:xfrm>
          <a:prstGeom prst="roundRect">
            <a:avLst/>
          </a:prstGeom>
          <a:solidFill>
            <a:srgbClr val="BD955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26F464A-B2FC-F62D-865F-C5F989CB23EF}"/>
              </a:ext>
            </a:extLst>
          </p:cNvPr>
          <p:cNvSpPr/>
          <p:nvPr/>
        </p:nvSpPr>
        <p:spPr>
          <a:xfrm>
            <a:off x="1827139" y="1876463"/>
            <a:ext cx="1930400" cy="2378906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0BA79C-8EE4-2738-F60D-1DA725ECC9A6}"/>
              </a:ext>
            </a:extLst>
          </p:cNvPr>
          <p:cNvSpPr txBox="1"/>
          <p:nvPr/>
        </p:nvSpPr>
        <p:spPr>
          <a:xfrm>
            <a:off x="2121514" y="1528121"/>
            <a:ext cx="1381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Orchestator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0D7C286-5BE8-848F-40A9-A09AA58C2A5C}"/>
              </a:ext>
            </a:extLst>
          </p:cNvPr>
          <p:cNvSpPr/>
          <p:nvPr/>
        </p:nvSpPr>
        <p:spPr>
          <a:xfrm>
            <a:off x="117035" y="5793014"/>
            <a:ext cx="246743" cy="21045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EB6B5C3-BD17-ACF9-69D3-563B640527FB}"/>
              </a:ext>
            </a:extLst>
          </p:cNvPr>
          <p:cNvSpPr/>
          <p:nvPr/>
        </p:nvSpPr>
        <p:spPr>
          <a:xfrm>
            <a:off x="178720" y="6160306"/>
            <a:ext cx="123372" cy="140709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72973B1-2B50-87F7-2A4B-0AE59C907043}"/>
              </a:ext>
            </a:extLst>
          </p:cNvPr>
          <p:cNvSpPr/>
          <p:nvPr/>
        </p:nvSpPr>
        <p:spPr>
          <a:xfrm>
            <a:off x="162161" y="6387495"/>
            <a:ext cx="123372" cy="14070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0E9DBA8-CB03-4649-6E46-44CFF65BD19A}"/>
              </a:ext>
            </a:extLst>
          </p:cNvPr>
          <p:cNvSpPr txBox="1"/>
          <p:nvPr/>
        </p:nvSpPr>
        <p:spPr>
          <a:xfrm>
            <a:off x="363778" y="5934629"/>
            <a:ext cx="1219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These are the icons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D76CF7A-B3B3-74E7-0059-23E4CC431ADC}"/>
              </a:ext>
            </a:extLst>
          </p:cNvPr>
          <p:cNvSpPr/>
          <p:nvPr/>
        </p:nvSpPr>
        <p:spPr>
          <a:xfrm>
            <a:off x="15222" y="5608410"/>
            <a:ext cx="1567756" cy="117565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BAED5B7D-B537-E353-327E-395CA6B2BC44}"/>
              </a:ext>
            </a:extLst>
          </p:cNvPr>
          <p:cNvSpPr/>
          <p:nvPr/>
        </p:nvSpPr>
        <p:spPr>
          <a:xfrm>
            <a:off x="1841653" y="1858326"/>
            <a:ext cx="1913167" cy="12128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CA29445-FC70-DDC2-A466-158DB7DF429B}"/>
              </a:ext>
            </a:extLst>
          </p:cNvPr>
          <p:cNvGrpSpPr/>
          <p:nvPr/>
        </p:nvGrpSpPr>
        <p:grpSpPr>
          <a:xfrm>
            <a:off x="1965023" y="3288898"/>
            <a:ext cx="1654630" cy="817767"/>
            <a:chOff x="2155370" y="2863857"/>
            <a:chExt cx="1654630" cy="817767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E799F6B4-02C2-2DBC-EC34-FC4A0CFEB33B}"/>
                </a:ext>
              </a:extLst>
            </p:cNvPr>
            <p:cNvSpPr/>
            <p:nvPr/>
          </p:nvSpPr>
          <p:spPr>
            <a:xfrm>
              <a:off x="2155370" y="2891972"/>
              <a:ext cx="1654629" cy="351971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FB39C2BD-81E0-6331-3339-303A871BE0A7}"/>
                </a:ext>
              </a:extLst>
            </p:cNvPr>
            <p:cNvSpPr/>
            <p:nvPr/>
          </p:nvSpPr>
          <p:spPr>
            <a:xfrm>
              <a:off x="2155371" y="3294744"/>
              <a:ext cx="1654629" cy="351971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8792891A-45F0-8838-8792-23C036FF2A98}"/>
                </a:ext>
              </a:extLst>
            </p:cNvPr>
            <p:cNvSpPr/>
            <p:nvPr/>
          </p:nvSpPr>
          <p:spPr>
            <a:xfrm>
              <a:off x="2188489" y="2962728"/>
              <a:ext cx="246743" cy="210457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CE55770-BC47-9DF2-7717-2B1B52D7C788}"/>
                </a:ext>
              </a:extLst>
            </p:cNvPr>
            <p:cNvSpPr txBox="1"/>
            <p:nvPr/>
          </p:nvSpPr>
          <p:spPr>
            <a:xfrm>
              <a:off x="2435232" y="2863857"/>
              <a:ext cx="1240973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solidFill>
                    <a:schemeClr val="bg1"/>
                  </a:solidFill>
                </a:rPr>
                <a:t>Claude Code Launch Prompt</a:t>
              </a:r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FB5BA1B2-F090-05D1-2E35-B0FF52341AE0}"/>
                </a:ext>
              </a:extLst>
            </p:cNvPr>
            <p:cNvSpPr/>
            <p:nvPr/>
          </p:nvSpPr>
          <p:spPr>
            <a:xfrm>
              <a:off x="2250174" y="3330020"/>
              <a:ext cx="123372" cy="140709"/>
            </a:xfrm>
            <a:prstGeom prst="roundRect">
              <a:avLst/>
            </a:prstGeom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25B55B56-5CA4-4A8B-DF39-291705AA6AD1}"/>
                </a:ext>
              </a:extLst>
            </p:cNvPr>
            <p:cNvSpPr/>
            <p:nvPr/>
          </p:nvSpPr>
          <p:spPr>
            <a:xfrm>
              <a:off x="2250174" y="3491490"/>
              <a:ext cx="123372" cy="140709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D3AB1A8-ED60-A87E-3E33-55B1B738E0A3}"/>
                </a:ext>
              </a:extLst>
            </p:cNvPr>
            <p:cNvSpPr txBox="1"/>
            <p:nvPr/>
          </p:nvSpPr>
          <p:spPr>
            <a:xfrm>
              <a:off x="2373546" y="3266126"/>
              <a:ext cx="1240973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solidFill>
                    <a:schemeClr val="bg1"/>
                  </a:solidFill>
                </a:rPr>
                <a:t>Codex/Gemini Launch Prompt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921BFD21-BA3A-ECCF-60F2-9DED9E46F4AF}"/>
              </a:ext>
            </a:extLst>
          </p:cNvPr>
          <p:cNvSpPr txBox="1"/>
          <p:nvPr/>
        </p:nvSpPr>
        <p:spPr>
          <a:xfrm>
            <a:off x="1998142" y="1876463"/>
            <a:ext cx="1621510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Agent ID:</a:t>
            </a:r>
          </a:p>
          <a:p>
            <a:r>
              <a:rPr lang="en-US" sz="1100" dirty="0" err="1">
                <a:solidFill>
                  <a:schemeClr val="bg1"/>
                </a:solidFill>
              </a:rPr>
              <a:t>Xxxxxxxxxxxx</a:t>
            </a:r>
            <a:endParaRPr lang="en-US" sz="1100" dirty="0">
              <a:solidFill>
                <a:schemeClr val="bg1"/>
              </a:solidFill>
            </a:endParaRPr>
          </a:p>
          <a:p>
            <a:endParaRPr lang="en-US" sz="800" dirty="0">
              <a:solidFill>
                <a:schemeClr val="bg1"/>
              </a:solidFill>
            </a:endParaRPr>
          </a:p>
          <a:p>
            <a:r>
              <a:rPr lang="en-US" sz="1100" dirty="0">
                <a:solidFill>
                  <a:schemeClr val="bg1"/>
                </a:solidFill>
              </a:rPr>
              <a:t>Status: {Waiting}</a:t>
            </a:r>
            <a:endParaRPr lang="en-US" sz="600" dirty="0">
              <a:solidFill>
                <a:schemeClr val="bg1"/>
              </a:solidFill>
            </a:endParaRPr>
          </a:p>
          <a:p>
            <a:endParaRPr lang="en-US" sz="800" dirty="0">
              <a:solidFill>
                <a:schemeClr val="bg1"/>
              </a:solidFill>
            </a:endParaRPr>
          </a:p>
          <a:p>
            <a:r>
              <a:rPr lang="en-US" sz="800" dirty="0">
                <a:solidFill>
                  <a:schemeClr val="bg1"/>
                </a:solidFill>
              </a:rPr>
              <a:t>Message badges and other info</a:t>
            </a:r>
          </a:p>
          <a:p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DD46C486-2A7B-6351-4D58-2B7C975A570F}"/>
              </a:ext>
            </a:extLst>
          </p:cNvPr>
          <p:cNvSpPr/>
          <p:nvPr/>
        </p:nvSpPr>
        <p:spPr>
          <a:xfrm>
            <a:off x="9651999" y="1052867"/>
            <a:ext cx="2457820" cy="5107439"/>
          </a:xfrm>
          <a:prstGeom prst="roundRect">
            <a:avLst>
              <a:gd name="adj" fmla="val 366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0ABF43-FF14-7A09-0F5D-059B1D0E25D8}"/>
              </a:ext>
            </a:extLst>
          </p:cNvPr>
          <p:cNvSpPr txBox="1"/>
          <p:nvPr/>
        </p:nvSpPr>
        <p:spPr>
          <a:xfrm>
            <a:off x="10270833" y="1061777"/>
            <a:ext cx="1181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Messages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E4E02EE-9FDC-6624-9C78-EE0A5E8E7BCC}"/>
              </a:ext>
            </a:extLst>
          </p:cNvPr>
          <p:cNvSpPr/>
          <p:nvPr/>
        </p:nvSpPr>
        <p:spPr>
          <a:xfrm>
            <a:off x="7788817" y="181962"/>
            <a:ext cx="1290897" cy="5597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Scroll bar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43B4F1A9-7EB1-61DD-FFB8-E9860E8286D1}"/>
              </a:ext>
            </a:extLst>
          </p:cNvPr>
          <p:cNvSpPr/>
          <p:nvPr/>
        </p:nvSpPr>
        <p:spPr>
          <a:xfrm>
            <a:off x="11942184" y="1503433"/>
            <a:ext cx="69347" cy="450003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98B5C438-FF3B-D819-372F-1A25775B6544}"/>
              </a:ext>
            </a:extLst>
          </p:cNvPr>
          <p:cNvSpPr/>
          <p:nvPr/>
        </p:nvSpPr>
        <p:spPr>
          <a:xfrm>
            <a:off x="4348369" y="1585967"/>
            <a:ext cx="1930400" cy="2426938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2D0C6A4E-2D82-9BFD-00BA-5EEF6A80CF3A}"/>
              </a:ext>
            </a:extLst>
          </p:cNvPr>
          <p:cNvSpPr/>
          <p:nvPr/>
        </p:nvSpPr>
        <p:spPr>
          <a:xfrm>
            <a:off x="4348369" y="1934308"/>
            <a:ext cx="1930400" cy="2342051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7C71E24-17B9-FC1F-D631-76DDD1D2DDC2}"/>
              </a:ext>
            </a:extLst>
          </p:cNvPr>
          <p:cNvSpPr txBox="1"/>
          <p:nvPr/>
        </p:nvSpPr>
        <p:spPr>
          <a:xfrm>
            <a:off x="4753672" y="1564977"/>
            <a:ext cx="10307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Analyzer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BED55F06-98F4-AB7F-460C-817D64FBAF2E}"/>
              </a:ext>
            </a:extLst>
          </p:cNvPr>
          <p:cNvSpPr/>
          <p:nvPr/>
        </p:nvSpPr>
        <p:spPr>
          <a:xfrm>
            <a:off x="4362883" y="1916172"/>
            <a:ext cx="1913167" cy="12128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5770DF75-5734-5371-1531-D901197B8852}"/>
              </a:ext>
            </a:extLst>
          </p:cNvPr>
          <p:cNvSpPr txBox="1"/>
          <p:nvPr/>
        </p:nvSpPr>
        <p:spPr>
          <a:xfrm>
            <a:off x="4519372" y="1934309"/>
            <a:ext cx="1621510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Agent ID:</a:t>
            </a:r>
          </a:p>
          <a:p>
            <a:r>
              <a:rPr lang="en-US" sz="1100" dirty="0" err="1">
                <a:solidFill>
                  <a:schemeClr val="bg1"/>
                </a:solidFill>
              </a:rPr>
              <a:t>Xxxxxxxxxxxx</a:t>
            </a:r>
            <a:endParaRPr lang="en-US" sz="1100" dirty="0">
              <a:solidFill>
                <a:schemeClr val="bg1"/>
              </a:solidFill>
            </a:endParaRPr>
          </a:p>
          <a:p>
            <a:endParaRPr lang="en-US" sz="800" dirty="0">
              <a:solidFill>
                <a:schemeClr val="bg1"/>
              </a:solidFill>
            </a:endParaRPr>
          </a:p>
          <a:p>
            <a:r>
              <a:rPr lang="en-US" sz="1100" dirty="0">
                <a:solidFill>
                  <a:schemeClr val="bg1"/>
                </a:solidFill>
              </a:rPr>
              <a:t>Status: </a:t>
            </a:r>
            <a:r>
              <a:rPr lang="en-US" sz="900" dirty="0">
                <a:solidFill>
                  <a:schemeClr val="bg1"/>
                </a:solidFill>
              </a:rPr>
              <a:t>{Waiting}</a:t>
            </a:r>
          </a:p>
          <a:p>
            <a:endParaRPr lang="en-US" sz="800" dirty="0">
              <a:solidFill>
                <a:schemeClr val="bg1"/>
              </a:solidFill>
            </a:endParaRPr>
          </a:p>
          <a:p>
            <a:r>
              <a:rPr lang="en-US" sz="800" dirty="0">
                <a:solidFill>
                  <a:schemeClr val="bg1"/>
                </a:solidFill>
              </a:rPr>
              <a:t>Message badges and other info</a:t>
            </a:r>
          </a:p>
          <a:p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B85FB3DA-290D-B945-8F7F-6458A20039C7}"/>
              </a:ext>
            </a:extLst>
          </p:cNvPr>
          <p:cNvSpPr/>
          <p:nvPr/>
        </p:nvSpPr>
        <p:spPr>
          <a:xfrm>
            <a:off x="6173406" y="2503192"/>
            <a:ext cx="45719" cy="61513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2E8205B8-DC0E-46B1-B9E6-5CF6F8BE90ED}"/>
              </a:ext>
            </a:extLst>
          </p:cNvPr>
          <p:cNvSpPr/>
          <p:nvPr/>
        </p:nvSpPr>
        <p:spPr>
          <a:xfrm flipH="1">
            <a:off x="6177970" y="2520913"/>
            <a:ext cx="45719" cy="131994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3B83CE50-4808-ABC6-D613-ADE664160CDA}"/>
              </a:ext>
            </a:extLst>
          </p:cNvPr>
          <p:cNvSpPr txBox="1"/>
          <p:nvPr/>
        </p:nvSpPr>
        <p:spPr>
          <a:xfrm>
            <a:off x="4480845" y="3516169"/>
            <a:ext cx="1741714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chemeClr val="bg1"/>
                </a:solidFill>
              </a:rPr>
              <a:t>Each agent requires its own Terminal window and agentic AI tool started.</a:t>
            </a:r>
          </a:p>
          <a:p>
            <a:r>
              <a:rPr lang="en-US" sz="700" dirty="0">
                <a:solidFill>
                  <a:schemeClr val="bg1"/>
                </a:solidFill>
              </a:rPr>
              <a:t>Claude Code uses subagents, and does not require individual terminal windows per agent but can still be used this way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DFC3350-B5D9-AE65-5FF3-F94F02E216EC}"/>
              </a:ext>
            </a:extLst>
          </p:cNvPr>
          <p:cNvSpPr/>
          <p:nvPr/>
        </p:nvSpPr>
        <p:spPr>
          <a:xfrm>
            <a:off x="4578457" y="3230574"/>
            <a:ext cx="1494412" cy="262423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07F9A0-E476-2011-A32E-4A1214353B53}"/>
              </a:ext>
            </a:extLst>
          </p:cNvPr>
          <p:cNvSpPr txBox="1"/>
          <p:nvPr/>
        </p:nvSpPr>
        <p:spPr>
          <a:xfrm>
            <a:off x="4607844" y="3199469"/>
            <a:ext cx="15511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Launch Agent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3AFD718-EE78-0E96-221C-564AF1474DBE}"/>
              </a:ext>
            </a:extLst>
          </p:cNvPr>
          <p:cNvSpPr/>
          <p:nvPr/>
        </p:nvSpPr>
        <p:spPr>
          <a:xfrm>
            <a:off x="9635399" y="6196238"/>
            <a:ext cx="2474419" cy="43873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      </a:t>
            </a:r>
            <a:r>
              <a:rPr lang="en-US" dirty="0"/>
              <a:t>_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0716F79-20BB-1C40-2D99-06E731DE2E65}"/>
              </a:ext>
            </a:extLst>
          </p:cNvPr>
          <p:cNvSpPr txBox="1"/>
          <p:nvPr/>
        </p:nvSpPr>
        <p:spPr>
          <a:xfrm>
            <a:off x="1763717" y="889803"/>
            <a:ext cx="2158732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Project: </a:t>
            </a:r>
            <a:r>
              <a:rPr lang="en-US" sz="2400" dirty="0">
                <a:solidFill>
                  <a:srgbClr val="FFC000"/>
                </a:solidFill>
              </a:rPr>
              <a:t>{TITLE}</a:t>
            </a:r>
          </a:p>
          <a:p>
            <a:r>
              <a:rPr lang="en-US" sz="900" dirty="0">
                <a:solidFill>
                  <a:schemeClr val="bg1"/>
                </a:solidFill>
              </a:rPr>
              <a:t>Project ID: </a:t>
            </a:r>
            <a:r>
              <a:rPr lang="en-US" sz="900" dirty="0" err="1">
                <a:solidFill>
                  <a:schemeClr val="bg1"/>
                </a:solidFill>
              </a:rPr>
              <a:t>xxxxxxxx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5260923-73D4-D1D3-6465-626C80AC0F8A}"/>
              </a:ext>
            </a:extLst>
          </p:cNvPr>
          <p:cNvSpPr/>
          <p:nvPr/>
        </p:nvSpPr>
        <p:spPr>
          <a:xfrm>
            <a:off x="6892134" y="1564977"/>
            <a:ext cx="1930400" cy="2426938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E1BAA315-A935-FB9F-7A6B-08F0CF8A2B17}"/>
              </a:ext>
            </a:extLst>
          </p:cNvPr>
          <p:cNvSpPr/>
          <p:nvPr/>
        </p:nvSpPr>
        <p:spPr>
          <a:xfrm>
            <a:off x="6892134" y="1913318"/>
            <a:ext cx="1930400" cy="2342051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727C948-DEF3-94B3-CB3C-E75F9CEBF50D}"/>
              </a:ext>
            </a:extLst>
          </p:cNvPr>
          <p:cNvSpPr txBox="1"/>
          <p:nvPr/>
        </p:nvSpPr>
        <p:spPr>
          <a:xfrm>
            <a:off x="7160105" y="1528121"/>
            <a:ext cx="1470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Implementer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73DC055-2BE2-A409-2B0F-084CDC98307B}"/>
              </a:ext>
            </a:extLst>
          </p:cNvPr>
          <p:cNvSpPr/>
          <p:nvPr/>
        </p:nvSpPr>
        <p:spPr>
          <a:xfrm>
            <a:off x="6906648" y="1895182"/>
            <a:ext cx="1913167" cy="12128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912FC04-476E-0519-1145-DAF53B4F9864}"/>
              </a:ext>
            </a:extLst>
          </p:cNvPr>
          <p:cNvSpPr txBox="1"/>
          <p:nvPr/>
        </p:nvSpPr>
        <p:spPr>
          <a:xfrm>
            <a:off x="7063137" y="1913319"/>
            <a:ext cx="1621510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Agent ID:</a:t>
            </a:r>
          </a:p>
          <a:p>
            <a:r>
              <a:rPr lang="en-US" sz="1100" dirty="0" err="1">
                <a:solidFill>
                  <a:schemeClr val="bg1"/>
                </a:solidFill>
              </a:rPr>
              <a:t>Xxxxxxxxxxxx</a:t>
            </a:r>
            <a:endParaRPr lang="en-US" sz="1100" dirty="0">
              <a:solidFill>
                <a:schemeClr val="bg1"/>
              </a:solidFill>
            </a:endParaRPr>
          </a:p>
          <a:p>
            <a:endParaRPr lang="en-US" sz="800" dirty="0">
              <a:solidFill>
                <a:schemeClr val="bg1"/>
              </a:solidFill>
            </a:endParaRPr>
          </a:p>
          <a:p>
            <a:r>
              <a:rPr lang="en-US" sz="1100" dirty="0">
                <a:solidFill>
                  <a:schemeClr val="bg1"/>
                </a:solidFill>
              </a:rPr>
              <a:t>Status: {</a:t>
            </a:r>
            <a:r>
              <a:rPr lang="en-US" sz="1000" dirty="0">
                <a:solidFill>
                  <a:schemeClr val="bg1"/>
                </a:solidFill>
              </a:rPr>
              <a:t>Working}</a:t>
            </a:r>
          </a:p>
          <a:p>
            <a:endParaRPr lang="en-US" sz="800" dirty="0">
              <a:solidFill>
                <a:schemeClr val="bg1"/>
              </a:solidFill>
            </a:endParaRPr>
          </a:p>
          <a:p>
            <a:r>
              <a:rPr lang="en-US" sz="800" dirty="0">
                <a:solidFill>
                  <a:schemeClr val="bg1"/>
                </a:solidFill>
              </a:rPr>
              <a:t>Message badges and other info, like </a:t>
            </a:r>
            <a:r>
              <a:rPr lang="en-US" sz="800" dirty="0" err="1">
                <a:solidFill>
                  <a:schemeClr val="bg1"/>
                </a:solidFill>
              </a:rPr>
              <a:t>todo</a:t>
            </a:r>
            <a:r>
              <a:rPr lang="en-US" sz="800" dirty="0">
                <a:solidFill>
                  <a:schemeClr val="bg1"/>
                </a:solidFill>
              </a:rPr>
              <a:t> list etc. (may be undefined yet)</a:t>
            </a:r>
          </a:p>
          <a:p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ACA68785-D2E4-55DD-FB95-D964BAB78446}"/>
              </a:ext>
            </a:extLst>
          </p:cNvPr>
          <p:cNvSpPr/>
          <p:nvPr/>
        </p:nvSpPr>
        <p:spPr>
          <a:xfrm>
            <a:off x="8717171" y="2482202"/>
            <a:ext cx="45719" cy="61513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608BC0D3-FBC6-285E-5386-28D5CE8A205E}"/>
              </a:ext>
            </a:extLst>
          </p:cNvPr>
          <p:cNvSpPr/>
          <p:nvPr/>
        </p:nvSpPr>
        <p:spPr>
          <a:xfrm flipH="1">
            <a:off x="8721735" y="2499923"/>
            <a:ext cx="45719" cy="131994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3B94668-8704-2117-16E6-17358E9FAD80}"/>
              </a:ext>
            </a:extLst>
          </p:cNvPr>
          <p:cNvSpPr txBox="1"/>
          <p:nvPr/>
        </p:nvSpPr>
        <p:spPr>
          <a:xfrm>
            <a:off x="7429347" y="3526438"/>
            <a:ext cx="889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Details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F101FE97-93CA-CADB-706C-3A96FFA5DEC2}"/>
              </a:ext>
            </a:extLst>
          </p:cNvPr>
          <p:cNvSpPr/>
          <p:nvPr/>
        </p:nvSpPr>
        <p:spPr>
          <a:xfrm>
            <a:off x="7126686" y="3588573"/>
            <a:ext cx="1494412" cy="262423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E57F9F3D-DE8D-CCA9-0392-A8F37AE7ECDA}"/>
              </a:ext>
            </a:extLst>
          </p:cNvPr>
          <p:cNvSpPr/>
          <p:nvPr/>
        </p:nvSpPr>
        <p:spPr>
          <a:xfrm>
            <a:off x="1822576" y="4285860"/>
            <a:ext cx="1930400" cy="2426938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34D000DD-C44A-903F-6E72-D7395C853170}"/>
              </a:ext>
            </a:extLst>
          </p:cNvPr>
          <p:cNvSpPr/>
          <p:nvPr/>
        </p:nvSpPr>
        <p:spPr>
          <a:xfrm>
            <a:off x="1822576" y="4634202"/>
            <a:ext cx="1930400" cy="2109088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237B657-EABE-31F9-FE57-46949D51FE98}"/>
              </a:ext>
            </a:extLst>
          </p:cNvPr>
          <p:cNvSpPr txBox="1"/>
          <p:nvPr/>
        </p:nvSpPr>
        <p:spPr>
          <a:xfrm>
            <a:off x="1954327" y="4274596"/>
            <a:ext cx="1640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Implementer 2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CD6CE5D-FDBA-41B7-683B-AA4E0ABA2129}"/>
              </a:ext>
            </a:extLst>
          </p:cNvPr>
          <p:cNvSpPr/>
          <p:nvPr/>
        </p:nvSpPr>
        <p:spPr>
          <a:xfrm>
            <a:off x="1837090" y="4616065"/>
            <a:ext cx="1913167" cy="12128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8B5B8C6-6750-F363-A548-8B8AD7C423E9}"/>
              </a:ext>
            </a:extLst>
          </p:cNvPr>
          <p:cNvSpPr txBox="1"/>
          <p:nvPr/>
        </p:nvSpPr>
        <p:spPr>
          <a:xfrm>
            <a:off x="1993579" y="4634202"/>
            <a:ext cx="1621510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Agent ID:</a:t>
            </a:r>
          </a:p>
          <a:p>
            <a:r>
              <a:rPr lang="en-US" sz="1100" dirty="0" err="1">
                <a:solidFill>
                  <a:schemeClr val="bg1"/>
                </a:solidFill>
              </a:rPr>
              <a:t>Xxxxxxxxxxxx</a:t>
            </a:r>
            <a:endParaRPr lang="en-US" sz="1100" dirty="0">
              <a:solidFill>
                <a:schemeClr val="bg1"/>
              </a:solidFill>
            </a:endParaRPr>
          </a:p>
          <a:p>
            <a:endParaRPr lang="en-US" sz="800" dirty="0">
              <a:solidFill>
                <a:schemeClr val="bg1"/>
              </a:solidFill>
            </a:endParaRPr>
          </a:p>
          <a:p>
            <a:r>
              <a:rPr lang="en-US" sz="1100" dirty="0">
                <a:solidFill>
                  <a:schemeClr val="bg1"/>
                </a:solidFill>
              </a:rPr>
              <a:t>Status: {Complete</a:t>
            </a:r>
            <a:r>
              <a:rPr lang="en-US" sz="1000" dirty="0">
                <a:solidFill>
                  <a:schemeClr val="bg1"/>
                </a:solidFill>
              </a:rPr>
              <a:t>}</a:t>
            </a:r>
          </a:p>
          <a:p>
            <a:endParaRPr lang="en-US" sz="800" dirty="0">
              <a:solidFill>
                <a:schemeClr val="bg1"/>
              </a:solidFill>
            </a:endParaRPr>
          </a:p>
          <a:p>
            <a:r>
              <a:rPr lang="en-US" sz="800" dirty="0">
                <a:solidFill>
                  <a:schemeClr val="bg1"/>
                </a:solidFill>
              </a:rPr>
              <a:t>Message badges and other info</a:t>
            </a:r>
          </a:p>
          <a:p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8A7B697A-C0C0-FD0F-47F5-B914F791F1E4}"/>
              </a:ext>
            </a:extLst>
          </p:cNvPr>
          <p:cNvSpPr/>
          <p:nvPr/>
        </p:nvSpPr>
        <p:spPr>
          <a:xfrm>
            <a:off x="3647613" y="5203085"/>
            <a:ext cx="45719" cy="61513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0BCA89BF-5332-7B38-1415-BF69181AF30A}"/>
              </a:ext>
            </a:extLst>
          </p:cNvPr>
          <p:cNvSpPr/>
          <p:nvPr/>
        </p:nvSpPr>
        <p:spPr>
          <a:xfrm flipH="1">
            <a:off x="3652177" y="5220806"/>
            <a:ext cx="45719" cy="131994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276FBC3-8CEF-9F65-ED79-DF43D1E14795}"/>
              </a:ext>
            </a:extLst>
          </p:cNvPr>
          <p:cNvSpPr txBox="1"/>
          <p:nvPr/>
        </p:nvSpPr>
        <p:spPr>
          <a:xfrm>
            <a:off x="2211468" y="6256001"/>
            <a:ext cx="1175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Complete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B8DD5DB7-5838-D1AF-2BC6-37328470957A}"/>
              </a:ext>
            </a:extLst>
          </p:cNvPr>
          <p:cNvSpPr/>
          <p:nvPr/>
        </p:nvSpPr>
        <p:spPr>
          <a:xfrm>
            <a:off x="2057128" y="6309456"/>
            <a:ext cx="1494412" cy="26242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C000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6E8216D-8287-5227-E58E-E22E8A52AF52}"/>
              </a:ext>
            </a:extLst>
          </p:cNvPr>
          <p:cNvSpPr txBox="1"/>
          <p:nvPr/>
        </p:nvSpPr>
        <p:spPr>
          <a:xfrm>
            <a:off x="6060440" y="6309456"/>
            <a:ext cx="832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ETC….</a:t>
            </a: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8D8B0D83-4B59-8780-E47E-6AD45D81C844}"/>
              </a:ext>
            </a:extLst>
          </p:cNvPr>
          <p:cNvSpPr/>
          <p:nvPr/>
        </p:nvSpPr>
        <p:spPr>
          <a:xfrm>
            <a:off x="9200312" y="1137750"/>
            <a:ext cx="101658" cy="557504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0C132781-1608-97E6-C051-24AD4941827E}"/>
              </a:ext>
            </a:extLst>
          </p:cNvPr>
          <p:cNvSpPr/>
          <p:nvPr/>
        </p:nvSpPr>
        <p:spPr>
          <a:xfrm flipH="1">
            <a:off x="9204874" y="1155471"/>
            <a:ext cx="101658" cy="466193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D1977221-F49B-8446-96DA-9415CB6FDBD0}"/>
              </a:ext>
            </a:extLst>
          </p:cNvPr>
          <p:cNvCxnSpPr/>
          <p:nvPr/>
        </p:nvCxnSpPr>
        <p:spPr>
          <a:xfrm>
            <a:off x="9448800" y="889803"/>
            <a:ext cx="0" cy="608673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5EE44184-D4F9-016E-A913-3C37E9413D66}"/>
              </a:ext>
            </a:extLst>
          </p:cNvPr>
          <p:cNvSpPr txBox="1"/>
          <p:nvPr/>
        </p:nvSpPr>
        <p:spPr>
          <a:xfrm>
            <a:off x="4020947" y="4486663"/>
            <a:ext cx="429749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</a:rPr>
              <a:t>Finished agents move to bottom</a:t>
            </a:r>
          </a:p>
          <a:p>
            <a:r>
              <a:rPr lang="en-US" sz="1000" dirty="0">
                <a:solidFill>
                  <a:srgbClr val="FF0000"/>
                </a:solidFill>
              </a:rPr>
              <a:t>Agent ready to launch are first, then working agents, agents that have failure or are blocked to top</a:t>
            </a:r>
          </a:p>
        </p:txBody>
      </p: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28648452-BD0C-93AD-8127-BEDDA851CA73}"/>
              </a:ext>
            </a:extLst>
          </p:cNvPr>
          <p:cNvSpPr/>
          <p:nvPr/>
        </p:nvSpPr>
        <p:spPr>
          <a:xfrm>
            <a:off x="4207933" y="5220806"/>
            <a:ext cx="1092200" cy="422681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Failure</a:t>
            </a:r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AB49DDFC-A448-12A4-558E-A5D1D21291E8}"/>
              </a:ext>
            </a:extLst>
          </p:cNvPr>
          <p:cNvSpPr/>
          <p:nvPr/>
        </p:nvSpPr>
        <p:spPr>
          <a:xfrm>
            <a:off x="5425613" y="5211319"/>
            <a:ext cx="1366036" cy="422681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Blocked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36D5630-11E4-7F29-BD00-A63B5F1E74E2}"/>
              </a:ext>
            </a:extLst>
          </p:cNvPr>
          <p:cNvSpPr txBox="1"/>
          <p:nvPr/>
        </p:nvSpPr>
        <p:spPr>
          <a:xfrm>
            <a:off x="3765631" y="6202829"/>
            <a:ext cx="1257524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Not button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762488A0-BF52-1F30-4254-018580A5A1CE}"/>
              </a:ext>
            </a:extLst>
          </p:cNvPr>
          <p:cNvCxnSpPr>
            <a:endCxn id="63" idx="3"/>
          </p:cNvCxnSpPr>
          <p:nvPr/>
        </p:nvCxnSpPr>
        <p:spPr>
          <a:xfrm flipH="1">
            <a:off x="3387239" y="6415603"/>
            <a:ext cx="363018" cy="25064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Oval 97">
            <a:extLst>
              <a:ext uri="{FF2B5EF4-FFF2-40B4-BE49-F238E27FC236}">
                <a16:creationId xmlns:a16="http://schemas.microsoft.com/office/drawing/2014/main" id="{D7F4DD0D-88FD-478D-5FBF-333C07A655BC}"/>
              </a:ext>
            </a:extLst>
          </p:cNvPr>
          <p:cNvSpPr/>
          <p:nvPr/>
        </p:nvSpPr>
        <p:spPr>
          <a:xfrm>
            <a:off x="9688666" y="6272740"/>
            <a:ext cx="263009" cy="29068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100" b="1" dirty="0"/>
              <a:t>I2</a:t>
            </a:r>
          </a:p>
        </p:txBody>
      </p:sp>
      <p:pic>
        <p:nvPicPr>
          <p:cNvPr id="99" name="Graphic 98" descr="User with solid fill">
            <a:extLst>
              <a:ext uri="{FF2B5EF4-FFF2-40B4-BE49-F238E27FC236}">
                <a16:creationId xmlns:a16="http://schemas.microsoft.com/office/drawing/2014/main" id="{49E99F4B-4210-8DC0-602E-30A85E9A6B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16873" y="6319102"/>
            <a:ext cx="195033" cy="195033"/>
          </a:xfrm>
          <a:prstGeom prst="rect">
            <a:avLst/>
          </a:prstGeom>
        </p:spPr>
      </p:pic>
      <p:cxnSp>
        <p:nvCxnSpPr>
          <p:cNvPr id="113" name="Connector: Elbow 112">
            <a:extLst>
              <a:ext uri="{FF2B5EF4-FFF2-40B4-BE49-F238E27FC236}">
                <a16:creationId xmlns:a16="http://schemas.microsoft.com/office/drawing/2014/main" id="{6D606C3E-0E78-5B6C-6CF0-ABE2B4B0FEC9}"/>
              </a:ext>
            </a:extLst>
          </p:cNvPr>
          <p:cNvCxnSpPr>
            <a:cxnSpLocks/>
            <a:stCxn id="20" idx="0"/>
          </p:cNvCxnSpPr>
          <p:nvPr/>
        </p:nvCxnSpPr>
        <p:spPr>
          <a:xfrm rot="5400000" flipH="1" flipV="1">
            <a:off x="323992" y="4186212"/>
            <a:ext cx="1897306" cy="947090"/>
          </a:xfrm>
          <a:prstGeom prst="bentConnector3">
            <a:avLst>
              <a:gd name="adj1" fmla="val 99980"/>
            </a:avLst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56F094E0-2743-0E04-DE6F-F2840AED2D96}"/>
              </a:ext>
            </a:extLst>
          </p:cNvPr>
          <p:cNvCxnSpPr>
            <a:cxnSpLocks/>
          </p:cNvCxnSpPr>
          <p:nvPr/>
        </p:nvCxnSpPr>
        <p:spPr>
          <a:xfrm>
            <a:off x="8811616" y="753661"/>
            <a:ext cx="268098" cy="372063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991AC740-A569-DF38-338B-4A7476C6AE4B}"/>
              </a:ext>
            </a:extLst>
          </p:cNvPr>
          <p:cNvSpPr txBox="1"/>
          <p:nvPr/>
        </p:nvSpPr>
        <p:spPr>
          <a:xfrm>
            <a:off x="51785" y="104464"/>
            <a:ext cx="6954981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PROJECT JOB PANEL EXPLAINING KEY BAGES INSIDE AGENT CARDS</a:t>
            </a:r>
          </a:p>
        </p:txBody>
      </p:sp>
    </p:spTree>
    <p:extLst>
      <p:ext uri="{BB962C8B-B14F-4D97-AF65-F5344CB8AC3E}">
        <p14:creationId xmlns:p14="http://schemas.microsoft.com/office/powerpoint/2010/main" val="25100016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6C18AD-2434-734C-E96F-26C9D0B05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35A8958-41E8-FFE9-13BA-FC59DE482592}"/>
              </a:ext>
            </a:extLst>
          </p:cNvPr>
          <p:cNvSpPr/>
          <p:nvPr/>
        </p:nvSpPr>
        <p:spPr>
          <a:xfrm>
            <a:off x="-50092" y="0"/>
            <a:ext cx="1741714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7D8C3A-53D9-1829-60FB-EA00DBACA526}"/>
              </a:ext>
            </a:extLst>
          </p:cNvPr>
          <p:cNvSpPr/>
          <p:nvPr/>
        </p:nvSpPr>
        <p:spPr>
          <a:xfrm>
            <a:off x="0" y="0"/>
            <a:ext cx="12192000" cy="8027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5FDA857-65CB-7E2B-16FE-CB7B67582F9D}"/>
              </a:ext>
            </a:extLst>
          </p:cNvPr>
          <p:cNvSpPr/>
          <p:nvPr/>
        </p:nvSpPr>
        <p:spPr>
          <a:xfrm>
            <a:off x="1827139" y="1528121"/>
            <a:ext cx="1930400" cy="2426938"/>
          </a:xfrm>
          <a:prstGeom prst="roundRect">
            <a:avLst/>
          </a:prstGeom>
          <a:solidFill>
            <a:srgbClr val="BD955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5E7F867-EDDD-414C-BBE8-0AB77096C502}"/>
              </a:ext>
            </a:extLst>
          </p:cNvPr>
          <p:cNvSpPr/>
          <p:nvPr/>
        </p:nvSpPr>
        <p:spPr>
          <a:xfrm>
            <a:off x="1827139" y="1876463"/>
            <a:ext cx="1930400" cy="2378906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658D7A-054A-4813-BFE6-D526AA500835}"/>
              </a:ext>
            </a:extLst>
          </p:cNvPr>
          <p:cNvSpPr txBox="1"/>
          <p:nvPr/>
        </p:nvSpPr>
        <p:spPr>
          <a:xfrm>
            <a:off x="2121514" y="1528121"/>
            <a:ext cx="1381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Orchestator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B625935C-2E0D-EF42-E286-54A85825B743}"/>
              </a:ext>
            </a:extLst>
          </p:cNvPr>
          <p:cNvSpPr/>
          <p:nvPr/>
        </p:nvSpPr>
        <p:spPr>
          <a:xfrm>
            <a:off x="1841653" y="1858326"/>
            <a:ext cx="1913167" cy="12128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9693139-04A0-AD65-1A24-0A8826B6868C}"/>
              </a:ext>
            </a:extLst>
          </p:cNvPr>
          <p:cNvSpPr txBox="1"/>
          <p:nvPr/>
        </p:nvSpPr>
        <p:spPr>
          <a:xfrm>
            <a:off x="1998142" y="1876463"/>
            <a:ext cx="1621510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Agent ID:</a:t>
            </a:r>
          </a:p>
          <a:p>
            <a:r>
              <a:rPr lang="en-US" sz="1100" dirty="0" err="1">
                <a:solidFill>
                  <a:schemeClr val="bg1"/>
                </a:solidFill>
              </a:rPr>
              <a:t>Xxxxxxxxxxxx</a:t>
            </a:r>
            <a:endParaRPr lang="en-US" sz="1100" dirty="0">
              <a:solidFill>
                <a:schemeClr val="bg1"/>
              </a:solidFill>
            </a:endParaRPr>
          </a:p>
          <a:p>
            <a:endParaRPr lang="en-US" sz="800" dirty="0">
              <a:solidFill>
                <a:schemeClr val="bg1"/>
              </a:solidFill>
            </a:endParaRPr>
          </a:p>
          <a:p>
            <a:r>
              <a:rPr lang="en-US" sz="1100" dirty="0">
                <a:solidFill>
                  <a:schemeClr val="bg1"/>
                </a:solidFill>
              </a:rPr>
              <a:t>Status: {Waiting}</a:t>
            </a:r>
            <a:endParaRPr lang="en-US" sz="600" dirty="0">
              <a:solidFill>
                <a:schemeClr val="bg1"/>
              </a:solidFill>
            </a:endParaRPr>
          </a:p>
          <a:p>
            <a:endParaRPr lang="en-US" sz="800" dirty="0">
              <a:solidFill>
                <a:schemeClr val="bg1"/>
              </a:solidFill>
            </a:endParaRPr>
          </a:p>
          <a:p>
            <a:r>
              <a:rPr lang="en-US" sz="800" dirty="0">
                <a:solidFill>
                  <a:schemeClr val="bg1"/>
                </a:solidFill>
              </a:rPr>
              <a:t>Message badges and other info</a:t>
            </a:r>
          </a:p>
          <a:p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481A7113-D4FC-8820-BC5B-F22AFEE6D323}"/>
              </a:ext>
            </a:extLst>
          </p:cNvPr>
          <p:cNvSpPr/>
          <p:nvPr/>
        </p:nvSpPr>
        <p:spPr>
          <a:xfrm>
            <a:off x="9651999" y="1052867"/>
            <a:ext cx="2457820" cy="5107439"/>
          </a:xfrm>
          <a:prstGeom prst="roundRect">
            <a:avLst>
              <a:gd name="adj" fmla="val 366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1D198F99-A7E1-959B-54D8-08752E167252}"/>
              </a:ext>
            </a:extLst>
          </p:cNvPr>
          <p:cNvSpPr/>
          <p:nvPr/>
        </p:nvSpPr>
        <p:spPr>
          <a:xfrm>
            <a:off x="9688666" y="2038677"/>
            <a:ext cx="2457819" cy="2426939"/>
          </a:xfrm>
          <a:prstGeom prst="roundRect">
            <a:avLst>
              <a:gd name="adj" fmla="val 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58750AB-9D94-4B66-0EAF-DB05F5FAA8C6}"/>
              </a:ext>
            </a:extLst>
          </p:cNvPr>
          <p:cNvSpPr txBox="1"/>
          <p:nvPr/>
        </p:nvSpPr>
        <p:spPr>
          <a:xfrm>
            <a:off x="10270833" y="1061777"/>
            <a:ext cx="1181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Messages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A033672-09B8-D6E2-E878-7A4A370B1C18}"/>
              </a:ext>
            </a:extLst>
          </p:cNvPr>
          <p:cNvSpPr/>
          <p:nvPr/>
        </p:nvSpPr>
        <p:spPr>
          <a:xfrm>
            <a:off x="10108683" y="163269"/>
            <a:ext cx="1290897" cy="5597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Scroll bar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FABE9992-924D-AB79-8A01-63676B2FCC5A}"/>
              </a:ext>
            </a:extLst>
          </p:cNvPr>
          <p:cNvSpPr/>
          <p:nvPr/>
        </p:nvSpPr>
        <p:spPr>
          <a:xfrm>
            <a:off x="11942184" y="1503433"/>
            <a:ext cx="69347" cy="450003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58AF9C10-4F19-83D5-FA0F-9B05DD32E52D}"/>
              </a:ext>
            </a:extLst>
          </p:cNvPr>
          <p:cNvSpPr/>
          <p:nvPr/>
        </p:nvSpPr>
        <p:spPr>
          <a:xfrm>
            <a:off x="4348369" y="1585967"/>
            <a:ext cx="1930400" cy="2426938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71BF7051-4756-8A3E-6167-57E1C3F48B82}"/>
              </a:ext>
            </a:extLst>
          </p:cNvPr>
          <p:cNvSpPr/>
          <p:nvPr/>
        </p:nvSpPr>
        <p:spPr>
          <a:xfrm>
            <a:off x="4348369" y="1934308"/>
            <a:ext cx="1930400" cy="2342051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67605D6-E69B-59CE-E7E3-34EC32A6CA1F}"/>
              </a:ext>
            </a:extLst>
          </p:cNvPr>
          <p:cNvSpPr txBox="1"/>
          <p:nvPr/>
        </p:nvSpPr>
        <p:spPr>
          <a:xfrm>
            <a:off x="4753672" y="1564977"/>
            <a:ext cx="10307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Analyzer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8150CB7D-C7EB-D66A-F544-3774EFDA14B7}"/>
              </a:ext>
            </a:extLst>
          </p:cNvPr>
          <p:cNvSpPr/>
          <p:nvPr/>
        </p:nvSpPr>
        <p:spPr>
          <a:xfrm>
            <a:off x="4362883" y="1916172"/>
            <a:ext cx="1913167" cy="12128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3B99ECA8-FFA7-9CC6-C50C-648BB965E4C1}"/>
              </a:ext>
            </a:extLst>
          </p:cNvPr>
          <p:cNvSpPr txBox="1"/>
          <p:nvPr/>
        </p:nvSpPr>
        <p:spPr>
          <a:xfrm>
            <a:off x="4519372" y="1934309"/>
            <a:ext cx="1621510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Agent ID:</a:t>
            </a:r>
          </a:p>
          <a:p>
            <a:r>
              <a:rPr lang="en-US" sz="1100" dirty="0" err="1">
                <a:solidFill>
                  <a:schemeClr val="bg1"/>
                </a:solidFill>
              </a:rPr>
              <a:t>Xxxxxxxxxxxx</a:t>
            </a:r>
            <a:endParaRPr lang="en-US" sz="1100" dirty="0">
              <a:solidFill>
                <a:schemeClr val="bg1"/>
              </a:solidFill>
            </a:endParaRPr>
          </a:p>
          <a:p>
            <a:endParaRPr lang="en-US" sz="800" dirty="0">
              <a:solidFill>
                <a:schemeClr val="bg1"/>
              </a:solidFill>
            </a:endParaRPr>
          </a:p>
          <a:p>
            <a:r>
              <a:rPr lang="en-US" sz="1100" dirty="0">
                <a:solidFill>
                  <a:schemeClr val="bg1"/>
                </a:solidFill>
              </a:rPr>
              <a:t>Status: </a:t>
            </a:r>
            <a:r>
              <a:rPr lang="en-US" sz="900" dirty="0">
                <a:solidFill>
                  <a:schemeClr val="bg1"/>
                </a:solidFill>
              </a:rPr>
              <a:t>{Complete</a:t>
            </a:r>
            <a:r>
              <a:rPr lang="en-US" sz="800" dirty="0">
                <a:solidFill>
                  <a:schemeClr val="bg1"/>
                </a:solidFill>
              </a:rPr>
              <a:t>}</a:t>
            </a:r>
          </a:p>
          <a:p>
            <a:endParaRPr lang="en-US" sz="800" dirty="0">
              <a:solidFill>
                <a:schemeClr val="bg1"/>
              </a:solidFill>
            </a:endParaRPr>
          </a:p>
          <a:p>
            <a:r>
              <a:rPr lang="en-US" sz="800" dirty="0">
                <a:solidFill>
                  <a:schemeClr val="bg1"/>
                </a:solidFill>
              </a:rPr>
              <a:t>Message badges and other info</a:t>
            </a:r>
          </a:p>
          <a:p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5E1C1A17-34B2-87E4-FA3B-BC5BB03EE672}"/>
              </a:ext>
            </a:extLst>
          </p:cNvPr>
          <p:cNvSpPr/>
          <p:nvPr/>
        </p:nvSpPr>
        <p:spPr>
          <a:xfrm>
            <a:off x="6173406" y="2503192"/>
            <a:ext cx="45719" cy="61513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FEF10194-3B7E-08A4-57EC-278BEC285795}"/>
              </a:ext>
            </a:extLst>
          </p:cNvPr>
          <p:cNvSpPr/>
          <p:nvPr/>
        </p:nvSpPr>
        <p:spPr>
          <a:xfrm flipH="1">
            <a:off x="6177970" y="2520913"/>
            <a:ext cx="45719" cy="131994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433E070-940A-773A-6CC9-57BE3C22255B}"/>
              </a:ext>
            </a:extLst>
          </p:cNvPr>
          <p:cNvSpPr/>
          <p:nvPr/>
        </p:nvSpPr>
        <p:spPr>
          <a:xfrm>
            <a:off x="9635399" y="6196238"/>
            <a:ext cx="2474419" cy="43873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      </a:t>
            </a:r>
            <a:r>
              <a:rPr lang="en-US" dirty="0"/>
              <a:t>_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769CC82-3370-6127-0974-C644222D283C}"/>
              </a:ext>
            </a:extLst>
          </p:cNvPr>
          <p:cNvSpPr txBox="1"/>
          <p:nvPr/>
        </p:nvSpPr>
        <p:spPr>
          <a:xfrm>
            <a:off x="1763717" y="889803"/>
            <a:ext cx="2158732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Project: </a:t>
            </a:r>
            <a:r>
              <a:rPr lang="en-US" sz="2400" dirty="0">
                <a:solidFill>
                  <a:srgbClr val="FFC000"/>
                </a:solidFill>
              </a:rPr>
              <a:t>{TITLE}</a:t>
            </a:r>
          </a:p>
          <a:p>
            <a:r>
              <a:rPr lang="en-US" sz="900" dirty="0">
                <a:solidFill>
                  <a:schemeClr val="bg1"/>
                </a:solidFill>
              </a:rPr>
              <a:t>Project ID: </a:t>
            </a:r>
            <a:r>
              <a:rPr lang="en-US" sz="900" dirty="0" err="1">
                <a:solidFill>
                  <a:schemeClr val="bg1"/>
                </a:solidFill>
              </a:rPr>
              <a:t>xxxxxxxx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786E492-C263-0911-226C-E93430CC30AF}"/>
              </a:ext>
            </a:extLst>
          </p:cNvPr>
          <p:cNvSpPr/>
          <p:nvPr/>
        </p:nvSpPr>
        <p:spPr>
          <a:xfrm>
            <a:off x="6892134" y="1564977"/>
            <a:ext cx="1930400" cy="2426938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2CA55D02-88B5-CEA8-3872-5E7D6CB78445}"/>
              </a:ext>
            </a:extLst>
          </p:cNvPr>
          <p:cNvSpPr/>
          <p:nvPr/>
        </p:nvSpPr>
        <p:spPr>
          <a:xfrm>
            <a:off x="6892134" y="1913318"/>
            <a:ext cx="1930400" cy="2342051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99439B4-B862-2756-0CA5-EFC28679276D}"/>
              </a:ext>
            </a:extLst>
          </p:cNvPr>
          <p:cNvSpPr txBox="1"/>
          <p:nvPr/>
        </p:nvSpPr>
        <p:spPr>
          <a:xfrm>
            <a:off x="7160105" y="1528121"/>
            <a:ext cx="1470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Implementer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BD45A34-3DEE-1C98-EBFA-5C127A5C32E7}"/>
              </a:ext>
            </a:extLst>
          </p:cNvPr>
          <p:cNvSpPr/>
          <p:nvPr/>
        </p:nvSpPr>
        <p:spPr>
          <a:xfrm>
            <a:off x="6906648" y="1895182"/>
            <a:ext cx="1913167" cy="12128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0D7A77C-F661-AE86-4813-ACE6049C93CD}"/>
              </a:ext>
            </a:extLst>
          </p:cNvPr>
          <p:cNvSpPr txBox="1"/>
          <p:nvPr/>
        </p:nvSpPr>
        <p:spPr>
          <a:xfrm>
            <a:off x="7063137" y="1913319"/>
            <a:ext cx="1621510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Agent ID:</a:t>
            </a:r>
          </a:p>
          <a:p>
            <a:r>
              <a:rPr lang="en-US" sz="1100" dirty="0" err="1">
                <a:solidFill>
                  <a:schemeClr val="bg1"/>
                </a:solidFill>
              </a:rPr>
              <a:t>Xxxxxxxxxxxx</a:t>
            </a:r>
            <a:endParaRPr lang="en-US" sz="1100" dirty="0">
              <a:solidFill>
                <a:schemeClr val="bg1"/>
              </a:solidFill>
            </a:endParaRPr>
          </a:p>
          <a:p>
            <a:endParaRPr lang="en-US" sz="800" dirty="0">
              <a:solidFill>
                <a:schemeClr val="bg1"/>
              </a:solidFill>
            </a:endParaRPr>
          </a:p>
          <a:p>
            <a:r>
              <a:rPr lang="en-US" sz="1100" dirty="0">
                <a:solidFill>
                  <a:schemeClr val="bg1"/>
                </a:solidFill>
              </a:rPr>
              <a:t>Status: {</a:t>
            </a:r>
            <a:r>
              <a:rPr lang="en-US" sz="1000" dirty="0">
                <a:solidFill>
                  <a:schemeClr val="bg1"/>
                </a:solidFill>
              </a:rPr>
              <a:t>Complete</a:t>
            </a:r>
            <a:r>
              <a:rPr lang="en-US" sz="800" dirty="0">
                <a:solidFill>
                  <a:schemeClr val="bg1"/>
                </a:solidFill>
              </a:rPr>
              <a:t>}</a:t>
            </a:r>
          </a:p>
          <a:p>
            <a:endParaRPr lang="en-US" sz="800" dirty="0">
              <a:solidFill>
                <a:schemeClr val="bg1"/>
              </a:solidFill>
            </a:endParaRPr>
          </a:p>
          <a:p>
            <a:r>
              <a:rPr lang="en-US" sz="800" dirty="0">
                <a:solidFill>
                  <a:schemeClr val="bg1"/>
                </a:solidFill>
              </a:rPr>
              <a:t>Message badges and other info, like </a:t>
            </a:r>
            <a:r>
              <a:rPr lang="en-US" sz="800" dirty="0" err="1">
                <a:solidFill>
                  <a:schemeClr val="bg1"/>
                </a:solidFill>
              </a:rPr>
              <a:t>todo</a:t>
            </a:r>
            <a:r>
              <a:rPr lang="en-US" sz="800" dirty="0">
                <a:solidFill>
                  <a:schemeClr val="bg1"/>
                </a:solidFill>
              </a:rPr>
              <a:t> list etc. (may be undefined yet)</a:t>
            </a:r>
          </a:p>
          <a:p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CB776D72-7250-4EAD-F5F7-B6F911CBC400}"/>
              </a:ext>
            </a:extLst>
          </p:cNvPr>
          <p:cNvSpPr/>
          <p:nvPr/>
        </p:nvSpPr>
        <p:spPr>
          <a:xfrm>
            <a:off x="8717171" y="2482202"/>
            <a:ext cx="45719" cy="61513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4042DFE5-5C0B-0989-514F-E4ED7CA548C1}"/>
              </a:ext>
            </a:extLst>
          </p:cNvPr>
          <p:cNvSpPr/>
          <p:nvPr/>
        </p:nvSpPr>
        <p:spPr>
          <a:xfrm flipH="1">
            <a:off x="8721735" y="2499923"/>
            <a:ext cx="45719" cy="131994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6EC44B9F-3016-5361-3215-CA2633D90515}"/>
              </a:ext>
            </a:extLst>
          </p:cNvPr>
          <p:cNvSpPr/>
          <p:nvPr/>
        </p:nvSpPr>
        <p:spPr>
          <a:xfrm>
            <a:off x="1822576" y="4285860"/>
            <a:ext cx="1930400" cy="2426938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DE2C9BC6-2FDF-BD70-1181-DF9F9B320016}"/>
              </a:ext>
            </a:extLst>
          </p:cNvPr>
          <p:cNvSpPr/>
          <p:nvPr/>
        </p:nvSpPr>
        <p:spPr>
          <a:xfrm>
            <a:off x="1822576" y="4634202"/>
            <a:ext cx="1930400" cy="2109088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030B076-2272-952E-2915-E87560DF74C4}"/>
              </a:ext>
            </a:extLst>
          </p:cNvPr>
          <p:cNvSpPr txBox="1"/>
          <p:nvPr/>
        </p:nvSpPr>
        <p:spPr>
          <a:xfrm>
            <a:off x="1954327" y="4274596"/>
            <a:ext cx="1640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Implementer 2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EB54766-45AD-154B-4E64-60E7F3785BA3}"/>
              </a:ext>
            </a:extLst>
          </p:cNvPr>
          <p:cNvSpPr/>
          <p:nvPr/>
        </p:nvSpPr>
        <p:spPr>
          <a:xfrm>
            <a:off x="1837090" y="4616065"/>
            <a:ext cx="1913167" cy="12128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2F579A5-7319-9C0D-328A-602ECC2B6091}"/>
              </a:ext>
            </a:extLst>
          </p:cNvPr>
          <p:cNvSpPr txBox="1"/>
          <p:nvPr/>
        </p:nvSpPr>
        <p:spPr>
          <a:xfrm>
            <a:off x="1993579" y="4634202"/>
            <a:ext cx="1621510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Agent ID:</a:t>
            </a:r>
          </a:p>
          <a:p>
            <a:r>
              <a:rPr lang="en-US" sz="1100" dirty="0" err="1">
                <a:solidFill>
                  <a:schemeClr val="bg1"/>
                </a:solidFill>
              </a:rPr>
              <a:t>Xxxxxxxxxxxx</a:t>
            </a:r>
            <a:endParaRPr lang="en-US" sz="1100" dirty="0">
              <a:solidFill>
                <a:schemeClr val="bg1"/>
              </a:solidFill>
            </a:endParaRPr>
          </a:p>
          <a:p>
            <a:endParaRPr lang="en-US" sz="800" dirty="0">
              <a:solidFill>
                <a:schemeClr val="bg1"/>
              </a:solidFill>
            </a:endParaRPr>
          </a:p>
          <a:p>
            <a:r>
              <a:rPr lang="en-US" sz="1100" dirty="0">
                <a:solidFill>
                  <a:schemeClr val="bg1"/>
                </a:solidFill>
              </a:rPr>
              <a:t>Status: {Complete</a:t>
            </a:r>
            <a:r>
              <a:rPr lang="en-US" sz="1000" dirty="0">
                <a:solidFill>
                  <a:schemeClr val="bg1"/>
                </a:solidFill>
              </a:rPr>
              <a:t>}</a:t>
            </a:r>
          </a:p>
          <a:p>
            <a:endParaRPr lang="en-US" sz="800" dirty="0">
              <a:solidFill>
                <a:schemeClr val="bg1"/>
              </a:solidFill>
            </a:endParaRPr>
          </a:p>
          <a:p>
            <a:r>
              <a:rPr lang="en-US" sz="800" dirty="0">
                <a:solidFill>
                  <a:schemeClr val="bg1"/>
                </a:solidFill>
              </a:rPr>
              <a:t>Message badges and other info</a:t>
            </a:r>
          </a:p>
          <a:p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08C95849-17FA-A010-CDA8-9E969FEA645B}"/>
              </a:ext>
            </a:extLst>
          </p:cNvPr>
          <p:cNvSpPr/>
          <p:nvPr/>
        </p:nvSpPr>
        <p:spPr>
          <a:xfrm>
            <a:off x="3647613" y="5203085"/>
            <a:ext cx="45719" cy="61513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DCB3B4D2-C449-B364-6BBD-15309A975E3C}"/>
              </a:ext>
            </a:extLst>
          </p:cNvPr>
          <p:cNvSpPr/>
          <p:nvPr/>
        </p:nvSpPr>
        <p:spPr>
          <a:xfrm flipH="1">
            <a:off x="3652177" y="5220806"/>
            <a:ext cx="45719" cy="131994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A2EA780-903D-2239-9931-7BE9CD207611}"/>
              </a:ext>
            </a:extLst>
          </p:cNvPr>
          <p:cNvSpPr txBox="1"/>
          <p:nvPr/>
        </p:nvSpPr>
        <p:spPr>
          <a:xfrm>
            <a:off x="7247767" y="3705621"/>
            <a:ext cx="1175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Complete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5ED6DC8C-1757-5FF9-34D7-547EE585D890}"/>
              </a:ext>
            </a:extLst>
          </p:cNvPr>
          <p:cNvSpPr/>
          <p:nvPr/>
        </p:nvSpPr>
        <p:spPr>
          <a:xfrm>
            <a:off x="2057128" y="6309456"/>
            <a:ext cx="1494412" cy="26242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C000"/>
              </a:solidFill>
            </a:endParaRP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3C19CFBB-F1D1-5958-7ED8-82F9B979D3DB}"/>
              </a:ext>
            </a:extLst>
          </p:cNvPr>
          <p:cNvSpPr/>
          <p:nvPr/>
        </p:nvSpPr>
        <p:spPr>
          <a:xfrm>
            <a:off x="9200312" y="1137750"/>
            <a:ext cx="101658" cy="557504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5262FA88-4AFB-D6DD-609B-D68DCD2D14D0}"/>
              </a:ext>
            </a:extLst>
          </p:cNvPr>
          <p:cNvSpPr/>
          <p:nvPr/>
        </p:nvSpPr>
        <p:spPr>
          <a:xfrm flipH="1">
            <a:off x="9204874" y="1155471"/>
            <a:ext cx="101658" cy="466193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07E2EA76-F03E-7D01-035F-F388FFAD0F7E}"/>
              </a:ext>
            </a:extLst>
          </p:cNvPr>
          <p:cNvCxnSpPr/>
          <p:nvPr/>
        </p:nvCxnSpPr>
        <p:spPr>
          <a:xfrm>
            <a:off x="9448800" y="889803"/>
            <a:ext cx="0" cy="608673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98" name="Oval 97">
            <a:extLst>
              <a:ext uri="{FF2B5EF4-FFF2-40B4-BE49-F238E27FC236}">
                <a16:creationId xmlns:a16="http://schemas.microsoft.com/office/drawing/2014/main" id="{83B0A8D4-09D2-AA3C-6D02-CF21BCA00D18}"/>
              </a:ext>
            </a:extLst>
          </p:cNvPr>
          <p:cNvSpPr/>
          <p:nvPr/>
        </p:nvSpPr>
        <p:spPr>
          <a:xfrm>
            <a:off x="9688666" y="6272740"/>
            <a:ext cx="263009" cy="29068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100" b="1" dirty="0"/>
              <a:t>I2</a:t>
            </a:r>
          </a:p>
        </p:txBody>
      </p:sp>
      <p:pic>
        <p:nvPicPr>
          <p:cNvPr id="99" name="Graphic 98" descr="User with solid fill">
            <a:extLst>
              <a:ext uri="{FF2B5EF4-FFF2-40B4-BE49-F238E27FC236}">
                <a16:creationId xmlns:a16="http://schemas.microsoft.com/office/drawing/2014/main" id="{951FBD75-BF3E-E8D9-DAE0-87C0DE5988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16873" y="6319102"/>
            <a:ext cx="195033" cy="195033"/>
          </a:xfrm>
          <a:prstGeom prst="rect">
            <a:avLst/>
          </a:prstGeom>
        </p:spPr>
      </p:pic>
      <p:sp>
        <p:nvSpPr>
          <p:cNvPr id="118" name="Rectangle: Rounded Corners 117">
            <a:extLst>
              <a:ext uri="{FF2B5EF4-FFF2-40B4-BE49-F238E27FC236}">
                <a16:creationId xmlns:a16="http://schemas.microsoft.com/office/drawing/2014/main" id="{6E5ED902-F2E8-2A36-D886-8EBBE667A606}"/>
              </a:ext>
            </a:extLst>
          </p:cNvPr>
          <p:cNvSpPr/>
          <p:nvPr/>
        </p:nvSpPr>
        <p:spPr>
          <a:xfrm>
            <a:off x="2000199" y="3614789"/>
            <a:ext cx="1502847" cy="481799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Closeout Project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EEA7191E-C6A0-0199-BCB7-19478646A140}"/>
              </a:ext>
            </a:extLst>
          </p:cNvPr>
          <p:cNvSpPr txBox="1"/>
          <p:nvPr/>
        </p:nvSpPr>
        <p:spPr>
          <a:xfrm>
            <a:off x="45515" y="2316781"/>
            <a:ext cx="1604977" cy="369331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Appears when  Done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Switches to a summary view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Same summary view can later be viewed in /dashboard modal</a:t>
            </a:r>
          </a:p>
        </p:txBody>
      </p: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5252F7A3-EE10-2F3E-CD53-E75C4812FCA9}"/>
              </a:ext>
            </a:extLst>
          </p:cNvPr>
          <p:cNvCxnSpPr>
            <a:cxnSpLocks/>
            <a:endCxn id="118" idx="0"/>
          </p:cNvCxnSpPr>
          <p:nvPr/>
        </p:nvCxnSpPr>
        <p:spPr>
          <a:xfrm>
            <a:off x="1640541" y="3129022"/>
            <a:ext cx="1111082" cy="48576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24" name="TextBox 123">
            <a:extLst>
              <a:ext uri="{FF2B5EF4-FFF2-40B4-BE49-F238E27FC236}">
                <a16:creationId xmlns:a16="http://schemas.microsoft.com/office/drawing/2014/main" id="{3D7E5D72-A9E8-BBC0-CE21-72483F0ACF4F}"/>
              </a:ext>
            </a:extLst>
          </p:cNvPr>
          <p:cNvSpPr txBox="1"/>
          <p:nvPr/>
        </p:nvSpPr>
        <p:spPr>
          <a:xfrm>
            <a:off x="51785" y="104464"/>
            <a:ext cx="5236883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PROJECT JOB PANEL EXPLAINING Project Close out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07AEB45D-8B2E-9512-5C16-A61D23E96552}"/>
              </a:ext>
            </a:extLst>
          </p:cNvPr>
          <p:cNvSpPr txBox="1"/>
          <p:nvPr/>
        </p:nvSpPr>
        <p:spPr>
          <a:xfrm>
            <a:off x="4712988" y="3694626"/>
            <a:ext cx="1175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Complete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39A48D11-51F4-6D63-A401-747B98608FAC}"/>
              </a:ext>
            </a:extLst>
          </p:cNvPr>
          <p:cNvSpPr txBox="1"/>
          <p:nvPr/>
        </p:nvSpPr>
        <p:spPr>
          <a:xfrm>
            <a:off x="2363868" y="6408401"/>
            <a:ext cx="1175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Complete</a:t>
            </a:r>
          </a:p>
        </p:txBody>
      </p:sp>
      <p:sp>
        <p:nvSpPr>
          <p:cNvPr id="127" name="Rectangle: Rounded Corners 126">
            <a:extLst>
              <a:ext uri="{FF2B5EF4-FFF2-40B4-BE49-F238E27FC236}">
                <a16:creationId xmlns:a16="http://schemas.microsoft.com/office/drawing/2014/main" id="{88227614-31C4-C64A-8556-20C81C7D9739}"/>
              </a:ext>
            </a:extLst>
          </p:cNvPr>
          <p:cNvSpPr/>
          <p:nvPr/>
        </p:nvSpPr>
        <p:spPr>
          <a:xfrm>
            <a:off x="5886126" y="889803"/>
            <a:ext cx="3108556" cy="439775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All agents report complete</a:t>
            </a:r>
          </a:p>
        </p:txBody>
      </p:sp>
    </p:spTree>
    <p:extLst>
      <p:ext uri="{BB962C8B-B14F-4D97-AF65-F5344CB8AC3E}">
        <p14:creationId xmlns:p14="http://schemas.microsoft.com/office/powerpoint/2010/main" val="40949397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31D813-A557-B804-A5D8-2FC9BBBD1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02155DC-98A8-318B-B065-789CEAC8656B}"/>
              </a:ext>
            </a:extLst>
          </p:cNvPr>
          <p:cNvSpPr/>
          <p:nvPr/>
        </p:nvSpPr>
        <p:spPr>
          <a:xfrm>
            <a:off x="-50092" y="0"/>
            <a:ext cx="1741714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EDFF8F-76A4-6A90-0CAA-15362EC4A3EE}"/>
              </a:ext>
            </a:extLst>
          </p:cNvPr>
          <p:cNvSpPr/>
          <p:nvPr/>
        </p:nvSpPr>
        <p:spPr>
          <a:xfrm>
            <a:off x="0" y="0"/>
            <a:ext cx="12192000" cy="8027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DA2EF40-75AF-EB70-C526-EDC023828DFB}"/>
              </a:ext>
            </a:extLst>
          </p:cNvPr>
          <p:cNvSpPr/>
          <p:nvPr/>
        </p:nvSpPr>
        <p:spPr>
          <a:xfrm>
            <a:off x="1827139" y="1528121"/>
            <a:ext cx="1930400" cy="2426938"/>
          </a:xfrm>
          <a:prstGeom prst="roundRect">
            <a:avLst/>
          </a:prstGeom>
          <a:solidFill>
            <a:srgbClr val="BD955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B6DE2AF-414F-E4FB-FB71-61DDB7558183}"/>
              </a:ext>
            </a:extLst>
          </p:cNvPr>
          <p:cNvSpPr/>
          <p:nvPr/>
        </p:nvSpPr>
        <p:spPr>
          <a:xfrm>
            <a:off x="1827139" y="1876463"/>
            <a:ext cx="1930400" cy="2378906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03A1BBB4-FA96-2343-140F-FC0562CFB8F8}"/>
              </a:ext>
            </a:extLst>
          </p:cNvPr>
          <p:cNvSpPr/>
          <p:nvPr/>
        </p:nvSpPr>
        <p:spPr>
          <a:xfrm>
            <a:off x="1841653" y="1858326"/>
            <a:ext cx="1913167" cy="12128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95BD306E-7019-42D9-6770-43F1A43FBB68}"/>
              </a:ext>
            </a:extLst>
          </p:cNvPr>
          <p:cNvSpPr/>
          <p:nvPr/>
        </p:nvSpPr>
        <p:spPr>
          <a:xfrm>
            <a:off x="9651999" y="1052867"/>
            <a:ext cx="2457820" cy="5107439"/>
          </a:xfrm>
          <a:prstGeom prst="roundRect">
            <a:avLst>
              <a:gd name="adj" fmla="val 366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F20D1F17-0487-75FC-9EA9-53A533AB6E9E}"/>
              </a:ext>
            </a:extLst>
          </p:cNvPr>
          <p:cNvSpPr/>
          <p:nvPr/>
        </p:nvSpPr>
        <p:spPr>
          <a:xfrm>
            <a:off x="9688666" y="2038677"/>
            <a:ext cx="2457819" cy="2426939"/>
          </a:xfrm>
          <a:prstGeom prst="roundRect">
            <a:avLst>
              <a:gd name="adj" fmla="val 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416EF58-6112-4AD6-BB96-8A5FEE56DFA3}"/>
              </a:ext>
            </a:extLst>
          </p:cNvPr>
          <p:cNvSpPr txBox="1"/>
          <p:nvPr/>
        </p:nvSpPr>
        <p:spPr>
          <a:xfrm>
            <a:off x="10270833" y="1061777"/>
            <a:ext cx="1181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Messages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E7AA769C-C9F5-7F50-2866-6F56979ED46F}"/>
              </a:ext>
            </a:extLst>
          </p:cNvPr>
          <p:cNvSpPr/>
          <p:nvPr/>
        </p:nvSpPr>
        <p:spPr>
          <a:xfrm>
            <a:off x="11942184" y="1503433"/>
            <a:ext cx="69347" cy="450003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1A65BBB3-9D35-8A8B-CC53-8A77F197D49C}"/>
              </a:ext>
            </a:extLst>
          </p:cNvPr>
          <p:cNvSpPr/>
          <p:nvPr/>
        </p:nvSpPr>
        <p:spPr>
          <a:xfrm flipH="1">
            <a:off x="11946747" y="1521154"/>
            <a:ext cx="69347" cy="376299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0884373E-4B4F-0711-459D-EE29793A1CC3}"/>
              </a:ext>
            </a:extLst>
          </p:cNvPr>
          <p:cNvSpPr/>
          <p:nvPr/>
        </p:nvSpPr>
        <p:spPr>
          <a:xfrm>
            <a:off x="4348369" y="1585967"/>
            <a:ext cx="1930400" cy="2426938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5B5DA213-AACC-968F-0826-FCFAE23D791A}"/>
              </a:ext>
            </a:extLst>
          </p:cNvPr>
          <p:cNvSpPr/>
          <p:nvPr/>
        </p:nvSpPr>
        <p:spPr>
          <a:xfrm>
            <a:off x="4348369" y="1934308"/>
            <a:ext cx="1930400" cy="2342051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17D9EC3A-024D-9818-3121-DFF03E04E359}"/>
              </a:ext>
            </a:extLst>
          </p:cNvPr>
          <p:cNvSpPr/>
          <p:nvPr/>
        </p:nvSpPr>
        <p:spPr>
          <a:xfrm>
            <a:off x="4362883" y="1916172"/>
            <a:ext cx="1913167" cy="12128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2B8B700-EC7B-3FD9-3D5E-657F5F4E64F1}"/>
              </a:ext>
            </a:extLst>
          </p:cNvPr>
          <p:cNvSpPr/>
          <p:nvPr/>
        </p:nvSpPr>
        <p:spPr>
          <a:xfrm>
            <a:off x="9635399" y="6196238"/>
            <a:ext cx="2474419" cy="43873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      </a:t>
            </a:r>
            <a:r>
              <a:rPr lang="en-US" dirty="0"/>
              <a:t>_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9DA3618-8FDA-0B2B-5DBB-3FA255716EEF}"/>
              </a:ext>
            </a:extLst>
          </p:cNvPr>
          <p:cNvSpPr txBox="1"/>
          <p:nvPr/>
        </p:nvSpPr>
        <p:spPr>
          <a:xfrm>
            <a:off x="1763717" y="889803"/>
            <a:ext cx="2158732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Project: </a:t>
            </a:r>
            <a:r>
              <a:rPr lang="en-US" sz="2400" dirty="0">
                <a:solidFill>
                  <a:srgbClr val="FFC000"/>
                </a:solidFill>
              </a:rPr>
              <a:t>{TITLE}</a:t>
            </a:r>
          </a:p>
          <a:p>
            <a:r>
              <a:rPr lang="en-US" sz="900" dirty="0">
                <a:solidFill>
                  <a:schemeClr val="bg1"/>
                </a:solidFill>
              </a:rPr>
              <a:t>Project ID: </a:t>
            </a:r>
            <a:r>
              <a:rPr lang="en-US" sz="900" dirty="0" err="1">
                <a:solidFill>
                  <a:schemeClr val="bg1"/>
                </a:solidFill>
              </a:rPr>
              <a:t>xxxxxxxx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51459C55-F5E2-97B8-9B7D-D22240E534A3}"/>
              </a:ext>
            </a:extLst>
          </p:cNvPr>
          <p:cNvSpPr/>
          <p:nvPr/>
        </p:nvSpPr>
        <p:spPr>
          <a:xfrm>
            <a:off x="6892134" y="1564977"/>
            <a:ext cx="1930400" cy="2426938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864D755C-96ED-AC18-BCE8-3B1705E24FC8}"/>
              </a:ext>
            </a:extLst>
          </p:cNvPr>
          <p:cNvSpPr/>
          <p:nvPr/>
        </p:nvSpPr>
        <p:spPr>
          <a:xfrm>
            <a:off x="6892134" y="1913318"/>
            <a:ext cx="1930400" cy="2342051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2C08216-DA01-90A9-D278-70A264F36C14}"/>
              </a:ext>
            </a:extLst>
          </p:cNvPr>
          <p:cNvSpPr/>
          <p:nvPr/>
        </p:nvSpPr>
        <p:spPr>
          <a:xfrm>
            <a:off x="6906648" y="1895182"/>
            <a:ext cx="1913167" cy="12128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5E2A1864-C092-E7D3-9618-1DC5C2FF1C92}"/>
              </a:ext>
            </a:extLst>
          </p:cNvPr>
          <p:cNvSpPr/>
          <p:nvPr/>
        </p:nvSpPr>
        <p:spPr>
          <a:xfrm>
            <a:off x="1822576" y="4285860"/>
            <a:ext cx="1930400" cy="2426938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99273928-7C6F-CAD7-EA31-9794DFFC10F0}"/>
              </a:ext>
            </a:extLst>
          </p:cNvPr>
          <p:cNvSpPr/>
          <p:nvPr/>
        </p:nvSpPr>
        <p:spPr>
          <a:xfrm>
            <a:off x="1822576" y="4634202"/>
            <a:ext cx="1930400" cy="2109088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A897784-F094-4567-D53D-5427002F2133}"/>
              </a:ext>
            </a:extLst>
          </p:cNvPr>
          <p:cNvSpPr/>
          <p:nvPr/>
        </p:nvSpPr>
        <p:spPr>
          <a:xfrm>
            <a:off x="1837090" y="4616065"/>
            <a:ext cx="1913167" cy="12128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F528B002-1975-2218-5188-B85C5229BAF9}"/>
              </a:ext>
            </a:extLst>
          </p:cNvPr>
          <p:cNvCxnSpPr/>
          <p:nvPr/>
        </p:nvCxnSpPr>
        <p:spPr>
          <a:xfrm>
            <a:off x="9448800" y="889803"/>
            <a:ext cx="0" cy="608673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78" name="Oval 77">
            <a:extLst>
              <a:ext uri="{FF2B5EF4-FFF2-40B4-BE49-F238E27FC236}">
                <a16:creationId xmlns:a16="http://schemas.microsoft.com/office/drawing/2014/main" id="{7C133757-1014-C129-E92D-995D793863EF}"/>
              </a:ext>
            </a:extLst>
          </p:cNvPr>
          <p:cNvSpPr/>
          <p:nvPr/>
        </p:nvSpPr>
        <p:spPr>
          <a:xfrm>
            <a:off x="9739327" y="1567639"/>
            <a:ext cx="263009" cy="29068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100" b="1" dirty="0"/>
              <a:t>An</a:t>
            </a: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DF7666E0-21FE-8F22-E770-7FD56545C728}"/>
              </a:ext>
            </a:extLst>
          </p:cNvPr>
          <p:cNvSpPr/>
          <p:nvPr/>
        </p:nvSpPr>
        <p:spPr>
          <a:xfrm>
            <a:off x="9752618" y="1913318"/>
            <a:ext cx="263009" cy="29068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100" b="1" dirty="0"/>
              <a:t>An</a:t>
            </a:r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6ED8F878-9F84-AA32-13F3-8D0DB1636B77}"/>
              </a:ext>
            </a:extLst>
          </p:cNvPr>
          <p:cNvSpPr/>
          <p:nvPr/>
        </p:nvSpPr>
        <p:spPr>
          <a:xfrm>
            <a:off x="9739207" y="2269003"/>
            <a:ext cx="263009" cy="290687"/>
          </a:xfrm>
          <a:prstGeom prst="ellipse">
            <a:avLst/>
          </a:prstGeom>
          <a:solidFill>
            <a:srgbClr val="BD955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100" b="1" dirty="0"/>
              <a:t>Or</a:t>
            </a:r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25091824-F159-38D4-8AC5-0F189EC04323}"/>
              </a:ext>
            </a:extLst>
          </p:cNvPr>
          <p:cNvSpPr/>
          <p:nvPr/>
        </p:nvSpPr>
        <p:spPr>
          <a:xfrm>
            <a:off x="9739207" y="2633102"/>
            <a:ext cx="263009" cy="29068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100" b="1" dirty="0" err="1"/>
              <a:t>Im</a:t>
            </a:r>
            <a:endParaRPr lang="en-US" sz="1100" b="1" dirty="0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BC67B38C-981F-8BAF-3038-87FFFF56AD45}"/>
              </a:ext>
            </a:extLst>
          </p:cNvPr>
          <p:cNvSpPr/>
          <p:nvPr/>
        </p:nvSpPr>
        <p:spPr>
          <a:xfrm>
            <a:off x="9780401" y="4128598"/>
            <a:ext cx="263009" cy="29068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100" b="1" dirty="0"/>
              <a:t>I2</a:t>
            </a:r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BDECE9C8-4481-3A69-DC41-31768B9C6D60}"/>
              </a:ext>
            </a:extLst>
          </p:cNvPr>
          <p:cNvSpPr/>
          <p:nvPr/>
        </p:nvSpPr>
        <p:spPr>
          <a:xfrm>
            <a:off x="11580887" y="3004091"/>
            <a:ext cx="263009" cy="29068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100" b="1" dirty="0"/>
              <a:t>I2</a:t>
            </a:r>
          </a:p>
        </p:txBody>
      </p:sp>
      <p:pic>
        <p:nvPicPr>
          <p:cNvPr id="93" name="Graphic 92" descr="User with solid fill">
            <a:extLst>
              <a:ext uri="{FF2B5EF4-FFF2-40B4-BE49-F238E27FC236}">
                <a16:creationId xmlns:a16="http://schemas.microsoft.com/office/drawing/2014/main" id="{7AEF316C-DCDD-DAAA-F7A2-F1A4B8F0FE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13116" y="3032228"/>
            <a:ext cx="195033" cy="195033"/>
          </a:xfrm>
          <a:prstGeom prst="rect">
            <a:avLst/>
          </a:prstGeom>
        </p:spPr>
      </p:pic>
      <p:sp>
        <p:nvSpPr>
          <p:cNvPr id="98" name="Oval 97">
            <a:extLst>
              <a:ext uri="{FF2B5EF4-FFF2-40B4-BE49-F238E27FC236}">
                <a16:creationId xmlns:a16="http://schemas.microsoft.com/office/drawing/2014/main" id="{4931F400-8053-AB16-80CB-3362EA6E88A3}"/>
              </a:ext>
            </a:extLst>
          </p:cNvPr>
          <p:cNvSpPr/>
          <p:nvPr/>
        </p:nvSpPr>
        <p:spPr>
          <a:xfrm>
            <a:off x="9688666" y="6272740"/>
            <a:ext cx="263009" cy="29068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100" b="1" dirty="0"/>
              <a:t>I2</a:t>
            </a:r>
          </a:p>
        </p:txBody>
      </p:sp>
      <p:pic>
        <p:nvPicPr>
          <p:cNvPr id="99" name="Graphic 98" descr="User with solid fill">
            <a:extLst>
              <a:ext uri="{FF2B5EF4-FFF2-40B4-BE49-F238E27FC236}">
                <a16:creationId xmlns:a16="http://schemas.microsoft.com/office/drawing/2014/main" id="{20E064DD-4A9C-63CC-AF92-972E7B5358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16873" y="6319102"/>
            <a:ext cx="195033" cy="195033"/>
          </a:xfrm>
          <a:prstGeom prst="rect">
            <a:avLst/>
          </a:prstGeom>
        </p:spPr>
      </p:pic>
      <p:sp>
        <p:nvSpPr>
          <p:cNvPr id="100" name="TextBox 99">
            <a:extLst>
              <a:ext uri="{FF2B5EF4-FFF2-40B4-BE49-F238E27FC236}">
                <a16:creationId xmlns:a16="http://schemas.microsoft.com/office/drawing/2014/main" id="{1ABACA14-7C16-D433-D4C5-89AC9CA2066A}"/>
              </a:ext>
            </a:extLst>
          </p:cNvPr>
          <p:cNvSpPr txBox="1"/>
          <p:nvPr/>
        </p:nvSpPr>
        <p:spPr>
          <a:xfrm>
            <a:off x="10015627" y="1576526"/>
            <a:ext cx="200567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</a:rPr>
              <a:t>To Implementor: Ipsum Lorem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299EAEE3-48BF-9EC7-ED66-43856181C2F9}"/>
              </a:ext>
            </a:extLst>
          </p:cNvPr>
          <p:cNvSpPr txBox="1"/>
          <p:nvPr/>
        </p:nvSpPr>
        <p:spPr>
          <a:xfrm>
            <a:off x="10002216" y="1911664"/>
            <a:ext cx="174278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</a:rPr>
              <a:t>To </a:t>
            </a:r>
            <a:r>
              <a:rPr lang="en-US" sz="1050" dirty="0" err="1">
                <a:solidFill>
                  <a:schemeClr val="bg1"/>
                </a:solidFill>
              </a:rPr>
              <a:t>orchestor</a:t>
            </a:r>
            <a:r>
              <a:rPr lang="en-US" sz="1050" dirty="0">
                <a:solidFill>
                  <a:schemeClr val="bg1"/>
                </a:solidFill>
              </a:rPr>
              <a:t>: Ipsum Lorem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2C19A257-BF0D-A21D-399D-4C4031424DC4}"/>
              </a:ext>
            </a:extLst>
          </p:cNvPr>
          <p:cNvSpPr txBox="1"/>
          <p:nvPr/>
        </p:nvSpPr>
        <p:spPr>
          <a:xfrm>
            <a:off x="9976816" y="2270103"/>
            <a:ext cx="157767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</a:rPr>
              <a:t>Broadcast Ipsum Lorem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E87DE23A-A3EA-0FCE-B44B-72C757059144}"/>
              </a:ext>
            </a:extLst>
          </p:cNvPr>
          <p:cNvSpPr txBox="1"/>
          <p:nvPr/>
        </p:nvSpPr>
        <p:spPr>
          <a:xfrm>
            <a:off x="9982471" y="2658994"/>
            <a:ext cx="19335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To Orchestrator: </a:t>
            </a:r>
            <a:r>
              <a:rPr lang="en-US" sz="1000" dirty="0" err="1">
                <a:solidFill>
                  <a:schemeClr val="bg1"/>
                </a:solidFill>
              </a:rPr>
              <a:t>Acknolwedged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3619DA26-81B2-21C0-5573-42AD5DDD949A}"/>
              </a:ext>
            </a:extLst>
          </p:cNvPr>
          <p:cNvSpPr/>
          <p:nvPr/>
        </p:nvSpPr>
        <p:spPr>
          <a:xfrm rot="10800000">
            <a:off x="11747582" y="6254875"/>
            <a:ext cx="245533" cy="2823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&gt;</a:t>
            </a:r>
          </a:p>
        </p:txBody>
      </p:sp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C1F996E2-9E13-94EF-2400-8EED2D294071}"/>
              </a:ext>
            </a:extLst>
          </p:cNvPr>
          <p:cNvSpPr/>
          <p:nvPr/>
        </p:nvSpPr>
        <p:spPr>
          <a:xfrm>
            <a:off x="11357309" y="6254875"/>
            <a:ext cx="362899" cy="326219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en-US" sz="1200" dirty="0"/>
              <a:t>To</a:t>
            </a:r>
            <a:endParaRPr lang="en-US" dirty="0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EA701D8C-9CCB-C119-5274-CA3B82052109}"/>
              </a:ext>
            </a:extLst>
          </p:cNvPr>
          <p:cNvSpPr/>
          <p:nvPr/>
        </p:nvSpPr>
        <p:spPr>
          <a:xfrm>
            <a:off x="9795768" y="3644195"/>
            <a:ext cx="263009" cy="290687"/>
          </a:xfrm>
          <a:prstGeom prst="ellipse">
            <a:avLst/>
          </a:prstGeom>
          <a:solidFill>
            <a:srgbClr val="BD955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100" b="1" dirty="0"/>
              <a:t>Or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E651FFF6-3E84-EA8B-985E-234216CB27D9}"/>
              </a:ext>
            </a:extLst>
          </p:cNvPr>
          <p:cNvSpPr txBox="1"/>
          <p:nvPr/>
        </p:nvSpPr>
        <p:spPr>
          <a:xfrm>
            <a:off x="10089466" y="2931107"/>
            <a:ext cx="182203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To Orchestrator: Tell Implementor 2 to change </a:t>
            </a:r>
            <a:r>
              <a:rPr lang="en-US" sz="1000" dirty="0" err="1">
                <a:solidFill>
                  <a:schemeClr val="bg1"/>
                </a:solidFill>
              </a:rPr>
              <a:t>xyzxyzxyz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49D4A4AE-3E20-A392-554E-3BC0420268B0}"/>
              </a:ext>
            </a:extLst>
          </p:cNvPr>
          <p:cNvSpPr txBox="1"/>
          <p:nvPr/>
        </p:nvSpPr>
        <p:spPr>
          <a:xfrm>
            <a:off x="10015627" y="3608295"/>
            <a:ext cx="181227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</a:rPr>
              <a:t>To Implementor 2: Ipsum Lorem </a:t>
            </a:r>
            <a:r>
              <a:rPr lang="en-US" sz="1050" dirty="0" err="1">
                <a:solidFill>
                  <a:schemeClr val="bg1"/>
                </a:solidFill>
              </a:rPr>
              <a:t>xyz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14C5B5BB-C873-2E35-B233-8517AA2F8489}"/>
              </a:ext>
            </a:extLst>
          </p:cNvPr>
          <p:cNvSpPr txBox="1"/>
          <p:nvPr/>
        </p:nvSpPr>
        <p:spPr>
          <a:xfrm>
            <a:off x="9999058" y="4167329"/>
            <a:ext cx="19335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To Orchestrator: </a:t>
            </a:r>
            <a:r>
              <a:rPr lang="en-US" sz="1000" dirty="0" err="1">
                <a:solidFill>
                  <a:schemeClr val="bg1"/>
                </a:solidFill>
              </a:rPr>
              <a:t>Acknolwedged</a:t>
            </a:r>
            <a:endParaRPr lang="en-US" sz="1000" dirty="0">
              <a:solidFill>
                <a:schemeClr val="bg1"/>
              </a:solidFill>
            </a:endParaRPr>
          </a:p>
        </p:txBody>
      </p: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9603E02A-FAB0-9651-09CC-FCA5BC1535C4}"/>
              </a:ext>
            </a:extLst>
          </p:cNvPr>
          <p:cNvCxnSpPr>
            <a:cxnSpLocks/>
          </p:cNvCxnSpPr>
          <p:nvPr/>
        </p:nvCxnSpPr>
        <p:spPr>
          <a:xfrm>
            <a:off x="7857334" y="651933"/>
            <a:ext cx="35832" cy="23787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0B0AF232-A78C-D843-C48F-1DE3CEEE399F}"/>
              </a:ext>
            </a:extLst>
          </p:cNvPr>
          <p:cNvSpPr txBox="1"/>
          <p:nvPr/>
        </p:nvSpPr>
        <p:spPr>
          <a:xfrm>
            <a:off x="51785" y="104464"/>
            <a:ext cx="5365636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PROJECT JOB PANEL EXPLAINING Message handling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86468E1-28F0-86A6-621E-F4DEB8E40540}"/>
              </a:ext>
            </a:extLst>
          </p:cNvPr>
          <p:cNvSpPr txBox="1"/>
          <p:nvPr/>
        </p:nvSpPr>
        <p:spPr>
          <a:xfrm>
            <a:off x="4958063" y="4488417"/>
            <a:ext cx="4389138" cy="120032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Selects who to send message to, default now is Orchestrator and Broadcast.  Users can chat in CLI terminal , but this creates audit log via MCP message archive</a:t>
            </a:r>
          </a:p>
        </p:txBody>
      </p: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5D665A3A-05CB-FD3C-B47C-0F368944ECC9}"/>
              </a:ext>
            </a:extLst>
          </p:cNvPr>
          <p:cNvCxnSpPr>
            <a:stCxn id="27" idx="3"/>
            <a:endCxn id="107" idx="0"/>
          </p:cNvCxnSpPr>
          <p:nvPr/>
        </p:nvCxnSpPr>
        <p:spPr>
          <a:xfrm>
            <a:off x="9347201" y="5088582"/>
            <a:ext cx="2191558" cy="1166293"/>
          </a:xfrm>
          <a:prstGeom prst="bentConnector2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55736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733</Words>
  <Application>Microsoft Office PowerPoint</Application>
  <PresentationFormat>Widescreen</PresentationFormat>
  <Paragraphs>222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Patrik Pettersson</dc:creator>
  <cp:lastModifiedBy>Patrik Pettersson</cp:lastModifiedBy>
  <cp:revision>1</cp:revision>
  <dcterms:created xsi:type="dcterms:W3CDTF">2025-10-30T16:09:35Z</dcterms:created>
  <dcterms:modified xsi:type="dcterms:W3CDTF">2025-10-30T17:44:24Z</dcterms:modified>
</cp:coreProperties>
</file>