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3" r:id="rId4"/>
    <p:sldId id="262" r:id="rId5"/>
    <p:sldId id="258" r:id="rId6"/>
    <p:sldId id="260" r:id="rId7"/>
    <p:sldId id="257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9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5E5EB1-E10E-4248-9971-734F3E1365D9}" v="18" dt="2025-11-07T20:46:43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9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Pettersson" userId="3589366f-3249-4c1c-a4a1-0ddb92e2f36d" providerId="ADAL" clId="{783A4D10-6DCE-4214-A399-228752DDF516}"/>
    <pc:docChg chg="undo custSel addSld modSld">
      <pc:chgData name="Patrik Pettersson" userId="3589366f-3249-4c1c-a4a1-0ddb92e2f36d" providerId="ADAL" clId="{783A4D10-6DCE-4214-A399-228752DDF516}" dt="2025-11-07T20:47:48.506" v="1234" actId="313"/>
      <pc:docMkLst>
        <pc:docMk/>
      </pc:docMkLst>
      <pc:sldChg chg="addSp modSp">
        <pc:chgData name="Patrik Pettersson" userId="3589366f-3249-4c1c-a4a1-0ddb92e2f36d" providerId="ADAL" clId="{783A4D10-6DCE-4214-A399-228752DDF516}" dt="2025-11-07T17:12:49.068" v="390"/>
        <pc:sldMkLst>
          <pc:docMk/>
          <pc:sldMk cId="3890713021" sldId="256"/>
        </pc:sldMkLst>
        <pc:spChg chg="add mod">
          <ac:chgData name="Patrik Pettersson" userId="3589366f-3249-4c1c-a4a1-0ddb92e2f36d" providerId="ADAL" clId="{783A4D10-6DCE-4214-A399-228752DDF516}" dt="2025-11-07T17:12:49.068" v="390"/>
          <ac:spMkLst>
            <pc:docMk/>
            <pc:sldMk cId="3890713021" sldId="256"/>
            <ac:spMk id="2" creationId="{10349C67-1E88-FF89-16A2-47A23021A6E5}"/>
          </ac:spMkLst>
        </pc:spChg>
      </pc:sldChg>
      <pc:sldChg chg="addSp delSp modSp add mod">
        <pc:chgData name="Patrik Pettersson" userId="3589366f-3249-4c1c-a4a1-0ddb92e2f36d" providerId="ADAL" clId="{783A4D10-6DCE-4214-A399-228752DDF516}" dt="2025-11-07T20:38:48.140" v="725" actId="20577"/>
        <pc:sldMkLst>
          <pc:docMk/>
          <pc:sldMk cId="2121857016" sldId="261"/>
        </pc:sldMkLst>
        <pc:spChg chg="add mod">
          <ac:chgData name="Patrik Pettersson" userId="3589366f-3249-4c1c-a4a1-0ddb92e2f36d" providerId="ADAL" clId="{783A4D10-6DCE-4214-A399-228752DDF516}" dt="2025-11-07T17:10:34.971" v="337" actId="1076"/>
          <ac:spMkLst>
            <pc:docMk/>
            <pc:sldMk cId="2121857016" sldId="261"/>
            <ac:spMk id="3" creationId="{B3BBCBD1-20B1-C9E4-094A-DE6A6743CAC6}"/>
          </ac:spMkLst>
        </pc:spChg>
        <pc:spChg chg="del">
          <ac:chgData name="Patrik Pettersson" userId="3589366f-3249-4c1c-a4a1-0ddb92e2f36d" providerId="ADAL" clId="{783A4D10-6DCE-4214-A399-228752DDF516}" dt="2025-11-07T15:51:50.356" v="4" actId="478"/>
          <ac:spMkLst>
            <pc:docMk/>
            <pc:sldMk cId="2121857016" sldId="261"/>
            <ac:spMk id="6" creationId="{EDC8E739-7DFF-B42A-CF19-5D7E921227A1}"/>
          </ac:spMkLst>
        </pc:spChg>
        <pc:spChg chg="add mod">
          <ac:chgData name="Patrik Pettersson" userId="3589366f-3249-4c1c-a4a1-0ddb92e2f36d" providerId="ADAL" clId="{783A4D10-6DCE-4214-A399-228752DDF516}" dt="2025-11-07T17:10:34.971" v="337" actId="1076"/>
          <ac:spMkLst>
            <pc:docMk/>
            <pc:sldMk cId="2121857016" sldId="261"/>
            <ac:spMk id="7" creationId="{C4DCB242-95A7-697F-83E8-FBE0D26051C4}"/>
          </ac:spMkLst>
        </pc:spChg>
        <pc:spChg chg="del">
          <ac:chgData name="Patrik Pettersson" userId="3589366f-3249-4c1c-a4a1-0ddb92e2f36d" providerId="ADAL" clId="{783A4D10-6DCE-4214-A399-228752DDF516}" dt="2025-11-07T15:51:45.771" v="1" actId="478"/>
          <ac:spMkLst>
            <pc:docMk/>
            <pc:sldMk cId="2121857016" sldId="261"/>
            <ac:spMk id="8" creationId="{A1A6E1C8-065E-E1DF-81EC-EA2C25B3DD39}"/>
          </ac:spMkLst>
        </pc:spChg>
        <pc:spChg chg="del">
          <ac:chgData name="Patrik Pettersson" userId="3589366f-3249-4c1c-a4a1-0ddb92e2f36d" providerId="ADAL" clId="{783A4D10-6DCE-4214-A399-228752DDF516}" dt="2025-11-07T15:51:48.156" v="2" actId="478"/>
          <ac:spMkLst>
            <pc:docMk/>
            <pc:sldMk cId="2121857016" sldId="261"/>
            <ac:spMk id="9" creationId="{5443B01F-6970-B3A0-D249-909F164C45D2}"/>
          </ac:spMkLst>
        </pc:spChg>
        <pc:spChg chg="add mod">
          <ac:chgData name="Patrik Pettersson" userId="3589366f-3249-4c1c-a4a1-0ddb92e2f36d" providerId="ADAL" clId="{783A4D10-6DCE-4214-A399-228752DDF516}" dt="2025-11-07T17:25:46.039" v="716" actId="6549"/>
          <ac:spMkLst>
            <pc:docMk/>
            <pc:sldMk cId="2121857016" sldId="261"/>
            <ac:spMk id="10" creationId="{1EC52ACC-EC97-8A3D-3303-F2F5C290E29B}"/>
          </ac:spMkLst>
        </pc:spChg>
        <pc:spChg chg="add mod">
          <ac:chgData name="Patrik Pettersson" userId="3589366f-3249-4c1c-a4a1-0ddb92e2f36d" providerId="ADAL" clId="{783A4D10-6DCE-4214-A399-228752DDF516}" dt="2025-11-07T17:12:43.087" v="389" actId="1076"/>
          <ac:spMkLst>
            <pc:docMk/>
            <pc:sldMk cId="2121857016" sldId="261"/>
            <ac:spMk id="11" creationId="{3A37A8A7-97E5-1B82-4B04-A0C1A11F803D}"/>
          </ac:spMkLst>
        </pc:spChg>
        <pc:spChg chg="add mod">
          <ac:chgData name="Patrik Pettersson" userId="3589366f-3249-4c1c-a4a1-0ddb92e2f36d" providerId="ADAL" clId="{783A4D10-6DCE-4214-A399-228752DDF516}" dt="2025-11-07T17:12:43.087" v="389" actId="1076"/>
          <ac:spMkLst>
            <pc:docMk/>
            <pc:sldMk cId="2121857016" sldId="261"/>
            <ac:spMk id="12" creationId="{75D6C0A5-A1BA-CA01-3EB3-52F7D8AB1952}"/>
          </ac:spMkLst>
        </pc:spChg>
        <pc:spChg chg="add mod">
          <ac:chgData name="Patrik Pettersson" userId="3589366f-3249-4c1c-a4a1-0ddb92e2f36d" providerId="ADAL" clId="{783A4D10-6DCE-4214-A399-228752DDF516}" dt="2025-11-07T17:12:43.087" v="389" actId="1076"/>
          <ac:spMkLst>
            <pc:docMk/>
            <pc:sldMk cId="2121857016" sldId="261"/>
            <ac:spMk id="13" creationId="{D56AB731-5237-BAFB-9597-5ED4D4190333}"/>
          </ac:spMkLst>
        </pc:spChg>
        <pc:spChg chg="add mod">
          <ac:chgData name="Patrik Pettersson" userId="3589366f-3249-4c1c-a4a1-0ddb92e2f36d" providerId="ADAL" clId="{783A4D10-6DCE-4214-A399-228752DDF516}" dt="2025-11-07T17:12:43.087" v="389" actId="1076"/>
          <ac:spMkLst>
            <pc:docMk/>
            <pc:sldMk cId="2121857016" sldId="261"/>
            <ac:spMk id="14" creationId="{E1376585-F37C-1341-B4F5-385AF2DD40B7}"/>
          </ac:spMkLst>
        </pc:spChg>
        <pc:spChg chg="add mod">
          <ac:chgData name="Patrik Pettersson" userId="3589366f-3249-4c1c-a4a1-0ddb92e2f36d" providerId="ADAL" clId="{783A4D10-6DCE-4214-A399-228752DDF516}" dt="2025-11-07T17:19:02.899" v="420" actId="1076"/>
          <ac:spMkLst>
            <pc:docMk/>
            <pc:sldMk cId="2121857016" sldId="261"/>
            <ac:spMk id="15" creationId="{1E141F92-C90A-E800-59C8-784E66354294}"/>
          </ac:spMkLst>
        </pc:spChg>
        <pc:spChg chg="add mod">
          <ac:chgData name="Patrik Pettersson" userId="3589366f-3249-4c1c-a4a1-0ddb92e2f36d" providerId="ADAL" clId="{783A4D10-6DCE-4214-A399-228752DDF516}" dt="2025-11-07T17:12:43.087" v="389" actId="1076"/>
          <ac:spMkLst>
            <pc:docMk/>
            <pc:sldMk cId="2121857016" sldId="261"/>
            <ac:spMk id="16" creationId="{0007E727-B38E-B56E-055A-0A0E1FB31236}"/>
          </ac:spMkLst>
        </pc:spChg>
        <pc:spChg chg="add mod">
          <ac:chgData name="Patrik Pettersson" userId="3589366f-3249-4c1c-a4a1-0ddb92e2f36d" providerId="ADAL" clId="{783A4D10-6DCE-4214-A399-228752DDF516}" dt="2025-11-07T17:12:43.087" v="389" actId="1076"/>
          <ac:spMkLst>
            <pc:docMk/>
            <pc:sldMk cId="2121857016" sldId="261"/>
            <ac:spMk id="17" creationId="{C0350866-533F-EF49-FCCB-C5CACA2C64FE}"/>
          </ac:spMkLst>
        </pc:spChg>
        <pc:spChg chg="add del mod">
          <ac:chgData name="Patrik Pettersson" userId="3589366f-3249-4c1c-a4a1-0ddb92e2f36d" providerId="ADAL" clId="{783A4D10-6DCE-4214-A399-228752DDF516}" dt="2025-11-07T17:18:41.313" v="419" actId="478"/>
          <ac:spMkLst>
            <pc:docMk/>
            <pc:sldMk cId="2121857016" sldId="261"/>
            <ac:spMk id="18" creationId="{851E09A9-7A86-AD97-C406-62807DDE9D91}"/>
          </ac:spMkLst>
        </pc:spChg>
        <pc:spChg chg="add del mod">
          <ac:chgData name="Patrik Pettersson" userId="3589366f-3249-4c1c-a4a1-0ddb92e2f36d" providerId="ADAL" clId="{783A4D10-6DCE-4214-A399-228752DDF516}" dt="2025-11-07T17:18:41.313" v="419" actId="478"/>
          <ac:spMkLst>
            <pc:docMk/>
            <pc:sldMk cId="2121857016" sldId="261"/>
            <ac:spMk id="19" creationId="{862ABC41-E1A2-11B5-04AB-A8BA6F5EF8D0}"/>
          </ac:spMkLst>
        </pc:spChg>
        <pc:spChg chg="add mod">
          <ac:chgData name="Patrik Pettersson" userId="3589366f-3249-4c1c-a4a1-0ddb92e2f36d" providerId="ADAL" clId="{783A4D10-6DCE-4214-A399-228752DDF516}" dt="2025-11-07T17:13:01.015" v="393" actId="1076"/>
          <ac:spMkLst>
            <pc:docMk/>
            <pc:sldMk cId="2121857016" sldId="261"/>
            <ac:spMk id="20" creationId="{971D2357-C08F-7509-F1D3-22031DD3AB7F}"/>
          </ac:spMkLst>
        </pc:spChg>
        <pc:spChg chg="add mod">
          <ac:chgData name="Patrik Pettersson" userId="3589366f-3249-4c1c-a4a1-0ddb92e2f36d" providerId="ADAL" clId="{783A4D10-6DCE-4214-A399-228752DDF516}" dt="2025-11-07T17:19:26.969" v="432" actId="404"/>
          <ac:spMkLst>
            <pc:docMk/>
            <pc:sldMk cId="2121857016" sldId="261"/>
            <ac:spMk id="21" creationId="{6B196355-6165-9E6D-00B4-C7BC13EE5EA5}"/>
          </ac:spMkLst>
        </pc:spChg>
        <pc:spChg chg="del mod">
          <ac:chgData name="Patrik Pettersson" userId="3589366f-3249-4c1c-a4a1-0ddb92e2f36d" providerId="ADAL" clId="{783A4D10-6DCE-4214-A399-228752DDF516}" dt="2025-11-07T15:51:53.044" v="5" actId="478"/>
          <ac:spMkLst>
            <pc:docMk/>
            <pc:sldMk cId="2121857016" sldId="261"/>
            <ac:spMk id="22" creationId="{B8952186-9A90-4ABE-69D5-10727BE5C01B}"/>
          </ac:spMkLst>
        </pc:spChg>
        <pc:spChg chg="add mod">
          <ac:chgData name="Patrik Pettersson" userId="3589366f-3249-4c1c-a4a1-0ddb92e2f36d" providerId="ADAL" clId="{783A4D10-6DCE-4214-A399-228752DDF516}" dt="2025-11-07T20:38:48.140" v="725" actId="20577"/>
          <ac:spMkLst>
            <pc:docMk/>
            <pc:sldMk cId="2121857016" sldId="261"/>
            <ac:spMk id="23" creationId="{649EF200-88DE-8092-BC9E-7663102EB0CE}"/>
          </ac:spMkLst>
        </pc:spChg>
        <pc:spChg chg="add del">
          <ac:chgData name="Patrik Pettersson" userId="3589366f-3249-4c1c-a4a1-0ddb92e2f36d" providerId="ADAL" clId="{783A4D10-6DCE-4214-A399-228752DDF516}" dt="2025-11-07T17:25:06.354" v="605" actId="478"/>
          <ac:spMkLst>
            <pc:docMk/>
            <pc:sldMk cId="2121857016" sldId="261"/>
            <ac:spMk id="24" creationId="{3481EB5C-BB75-E8A0-C459-B69CE4744BEC}"/>
          </ac:spMkLst>
        </pc:spChg>
        <pc:spChg chg="add mod">
          <ac:chgData name="Patrik Pettersson" userId="3589366f-3249-4c1c-a4a1-0ddb92e2f36d" providerId="ADAL" clId="{783A4D10-6DCE-4214-A399-228752DDF516}" dt="2025-11-07T17:25:57.444" v="718" actId="1076"/>
          <ac:spMkLst>
            <pc:docMk/>
            <pc:sldMk cId="2121857016" sldId="261"/>
            <ac:spMk id="25" creationId="{4178EB92-9564-F151-2190-A75151179A87}"/>
          </ac:spMkLst>
        </pc:spChg>
        <pc:spChg chg="mod">
          <ac:chgData name="Patrik Pettersson" userId="3589366f-3249-4c1c-a4a1-0ddb92e2f36d" providerId="ADAL" clId="{783A4D10-6DCE-4214-A399-228752DDF516}" dt="2025-11-07T15:54:58.281" v="265" actId="404"/>
          <ac:spMkLst>
            <pc:docMk/>
            <pc:sldMk cId="2121857016" sldId="261"/>
            <ac:spMk id="29" creationId="{1EF6ECDF-9F2C-C1FB-50BB-8E389B3EFC26}"/>
          </ac:spMkLst>
        </pc:spChg>
        <pc:spChg chg="mod">
          <ac:chgData name="Patrik Pettersson" userId="3589366f-3249-4c1c-a4a1-0ddb92e2f36d" providerId="ADAL" clId="{783A4D10-6DCE-4214-A399-228752DDF516}" dt="2025-11-07T15:53:46.547" v="92" actId="313"/>
          <ac:spMkLst>
            <pc:docMk/>
            <pc:sldMk cId="2121857016" sldId="261"/>
            <ac:spMk id="34" creationId="{5A502E6A-7CCA-C981-9842-7E70DDB4B74F}"/>
          </ac:spMkLst>
        </pc:spChg>
        <pc:spChg chg="mod">
          <ac:chgData name="Patrik Pettersson" userId="3589366f-3249-4c1c-a4a1-0ddb92e2f36d" providerId="ADAL" clId="{783A4D10-6DCE-4214-A399-228752DDF516}" dt="2025-11-07T15:55:09.847" v="290" actId="20577"/>
          <ac:spMkLst>
            <pc:docMk/>
            <pc:sldMk cId="2121857016" sldId="261"/>
            <ac:spMk id="35" creationId="{2512FF0B-ED57-6609-3865-55C3CFBE8E8A}"/>
          </ac:spMkLst>
        </pc:spChg>
        <pc:spChg chg="mod">
          <ac:chgData name="Patrik Pettersson" userId="3589366f-3249-4c1c-a4a1-0ddb92e2f36d" providerId="ADAL" clId="{783A4D10-6DCE-4214-A399-228752DDF516}" dt="2025-11-07T17:10:06.058" v="334" actId="1076"/>
          <ac:spMkLst>
            <pc:docMk/>
            <pc:sldMk cId="2121857016" sldId="261"/>
            <ac:spMk id="36" creationId="{6305A4E4-2DAC-74D6-2208-38E46A8C6C52}"/>
          </ac:spMkLst>
        </pc:spChg>
        <pc:spChg chg="mod">
          <ac:chgData name="Patrik Pettersson" userId="3589366f-3249-4c1c-a4a1-0ddb92e2f36d" providerId="ADAL" clId="{783A4D10-6DCE-4214-A399-228752DDF516}" dt="2025-11-07T17:10:06.058" v="334" actId="1076"/>
          <ac:spMkLst>
            <pc:docMk/>
            <pc:sldMk cId="2121857016" sldId="261"/>
            <ac:spMk id="37" creationId="{40A29389-50E3-2C16-064A-CD487AAFBD59}"/>
          </ac:spMkLst>
        </pc:spChg>
        <pc:spChg chg="del">
          <ac:chgData name="Patrik Pettersson" userId="3589366f-3249-4c1c-a4a1-0ddb92e2f36d" providerId="ADAL" clId="{783A4D10-6DCE-4214-A399-228752DDF516}" dt="2025-11-07T15:52:49.202" v="30" actId="478"/>
          <ac:spMkLst>
            <pc:docMk/>
            <pc:sldMk cId="2121857016" sldId="261"/>
            <ac:spMk id="50" creationId="{8DF15EBB-A83C-7A2D-9EA8-EB61EE418CED}"/>
          </ac:spMkLst>
        </pc:spChg>
        <pc:spChg chg="del">
          <ac:chgData name="Patrik Pettersson" userId="3589366f-3249-4c1c-a4a1-0ddb92e2f36d" providerId="ADAL" clId="{783A4D10-6DCE-4214-A399-228752DDF516}" dt="2025-11-07T15:52:50.856" v="31" actId="478"/>
          <ac:spMkLst>
            <pc:docMk/>
            <pc:sldMk cId="2121857016" sldId="261"/>
            <ac:spMk id="51" creationId="{1A881F31-F7E1-6780-83CF-84E735C54957}"/>
          </ac:spMkLst>
        </pc:spChg>
        <pc:spChg chg="del">
          <ac:chgData name="Patrik Pettersson" userId="3589366f-3249-4c1c-a4a1-0ddb92e2f36d" providerId="ADAL" clId="{783A4D10-6DCE-4214-A399-228752DDF516}" dt="2025-11-07T15:56:03.071" v="291" actId="478"/>
          <ac:spMkLst>
            <pc:docMk/>
            <pc:sldMk cId="2121857016" sldId="261"/>
            <ac:spMk id="55" creationId="{18DCBF29-EF88-CC0C-CA07-781118828A94}"/>
          </ac:spMkLst>
        </pc:spChg>
        <pc:spChg chg="del">
          <ac:chgData name="Patrik Pettersson" userId="3589366f-3249-4c1c-a4a1-0ddb92e2f36d" providerId="ADAL" clId="{783A4D10-6DCE-4214-A399-228752DDF516}" dt="2025-11-07T17:10:11.062" v="335" actId="478"/>
          <ac:spMkLst>
            <pc:docMk/>
            <pc:sldMk cId="2121857016" sldId="261"/>
            <ac:spMk id="58" creationId="{469EE397-A8E6-B828-A05C-1DC6A621217A}"/>
          </ac:spMkLst>
        </pc:spChg>
        <pc:spChg chg="del">
          <ac:chgData name="Patrik Pettersson" userId="3589366f-3249-4c1c-a4a1-0ddb92e2f36d" providerId="ADAL" clId="{783A4D10-6DCE-4214-A399-228752DDF516}" dt="2025-11-07T17:10:11.062" v="335" actId="478"/>
          <ac:spMkLst>
            <pc:docMk/>
            <pc:sldMk cId="2121857016" sldId="261"/>
            <ac:spMk id="59" creationId="{305A4673-9ECA-1656-E0F3-3CA15FE22EE8}"/>
          </ac:spMkLst>
        </pc:spChg>
        <pc:spChg chg="del">
          <ac:chgData name="Patrik Pettersson" userId="3589366f-3249-4c1c-a4a1-0ddb92e2f36d" providerId="ADAL" clId="{783A4D10-6DCE-4214-A399-228752DDF516}" dt="2025-11-07T15:51:54.918" v="6" actId="478"/>
          <ac:spMkLst>
            <pc:docMk/>
            <pc:sldMk cId="2121857016" sldId="261"/>
            <ac:spMk id="81" creationId="{12D9B637-C180-FD6F-2840-EACC8AB3FBCF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85" creationId="{8664DE0B-C00B-0003-841C-570F03037C95}"/>
          </ac:spMkLst>
        </pc:spChg>
        <pc:spChg chg="mod">
          <ac:chgData name="Patrik Pettersson" userId="3589366f-3249-4c1c-a4a1-0ddb92e2f36d" providerId="ADAL" clId="{783A4D10-6DCE-4214-A399-228752DDF516}" dt="2025-11-07T17:09:57.695" v="333" actId="1076"/>
          <ac:spMkLst>
            <pc:docMk/>
            <pc:sldMk cId="2121857016" sldId="261"/>
            <ac:spMk id="97" creationId="{F9B38EFA-1E59-808A-ABF6-C4A47E0B6BC9}"/>
          </ac:spMkLst>
        </pc:spChg>
        <pc:spChg chg="del mod">
          <ac:chgData name="Patrik Pettersson" userId="3589366f-3249-4c1c-a4a1-0ddb92e2f36d" providerId="ADAL" clId="{783A4D10-6DCE-4214-A399-228752DDF516}" dt="2025-11-07T15:52:44.274" v="28" actId="478"/>
          <ac:spMkLst>
            <pc:docMk/>
            <pc:sldMk cId="2121857016" sldId="261"/>
            <ac:spMk id="100" creationId="{752F93D7-5BAA-0485-9E38-863EBE09EB97}"/>
          </ac:spMkLst>
        </pc:spChg>
        <pc:spChg chg="mod">
          <ac:chgData name="Patrik Pettersson" userId="3589366f-3249-4c1c-a4a1-0ddb92e2f36d" providerId="ADAL" clId="{783A4D10-6DCE-4214-A399-228752DDF516}" dt="2025-11-07T17:12:43.087" v="389" actId="1076"/>
          <ac:spMkLst>
            <pc:docMk/>
            <pc:sldMk cId="2121857016" sldId="261"/>
            <ac:spMk id="101" creationId="{3BA5F0B0-0EEA-F716-48B1-07FCD9819580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11" creationId="{28CBF066-ADD1-8E78-530D-0D0F971158F7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20" creationId="{D834FA05-7139-A857-646D-CE2F76A16CD2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27" creationId="{74AF5D52-8BB0-A94C-38CB-6AD8A1721668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28" creationId="{DE104826-8D9D-BC49-A1FA-20F04B1FCF80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30" creationId="{16262CAB-BD5A-5BE5-51C7-1CC54FAF0DF5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32" creationId="{92410C53-C9B9-590E-3AA0-7E7B30B48AFB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36" creationId="{B57428F4-C8C3-9304-2583-425854D6DB41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40" creationId="{6662AE7B-39A7-CDC6-DD06-423DD84A4797}"/>
          </ac:spMkLst>
        </pc:spChg>
        <pc:spChg chg="del">
          <ac:chgData name="Patrik Pettersson" userId="3589366f-3249-4c1c-a4a1-0ddb92e2f36d" providerId="ADAL" clId="{783A4D10-6DCE-4214-A399-228752DDF516}" dt="2025-11-07T17:09:54.119" v="332" actId="478"/>
          <ac:spMkLst>
            <pc:docMk/>
            <pc:sldMk cId="2121857016" sldId="261"/>
            <ac:spMk id="141" creationId="{03FC6A9C-ACD3-5CC6-5C7D-56E10D7B47E0}"/>
          </ac:spMkLst>
        </pc:spChg>
        <pc:spChg chg="del mod">
          <ac:chgData name="Patrik Pettersson" userId="3589366f-3249-4c1c-a4a1-0ddb92e2f36d" providerId="ADAL" clId="{783A4D10-6DCE-4214-A399-228752DDF516}" dt="2025-11-07T15:57:38.076" v="310" actId="478"/>
          <ac:spMkLst>
            <pc:docMk/>
            <pc:sldMk cId="2121857016" sldId="261"/>
            <ac:spMk id="143" creationId="{8AC96EA0-C863-319C-35BB-290885E2194F}"/>
          </ac:spMkLst>
        </pc:spChg>
        <pc:spChg chg="mod">
          <ac:chgData name="Patrik Pettersson" userId="3589366f-3249-4c1c-a4a1-0ddb92e2f36d" providerId="ADAL" clId="{783A4D10-6DCE-4214-A399-228752DDF516}" dt="2025-11-07T17:09:18.248" v="330" actId="20577"/>
          <ac:spMkLst>
            <pc:docMk/>
            <pc:sldMk cId="2121857016" sldId="261"/>
            <ac:spMk id="157" creationId="{4DD31B20-A80A-E448-15A6-CE8EB0BEE5E7}"/>
          </ac:spMkLst>
        </pc:spChg>
        <pc:cxnChg chg="del">
          <ac:chgData name="Patrik Pettersson" userId="3589366f-3249-4c1c-a4a1-0ddb92e2f36d" providerId="ADAL" clId="{783A4D10-6DCE-4214-A399-228752DDF516}" dt="2025-11-07T15:52:53.556" v="32" actId="478"/>
          <ac:cxnSpMkLst>
            <pc:docMk/>
            <pc:sldMk cId="2121857016" sldId="261"/>
            <ac:cxnSpMk id="53" creationId="{A47FCFB9-1855-D7AF-ECB0-28BA79F25BD1}"/>
          </ac:cxnSpMkLst>
        </pc:cxnChg>
        <pc:cxnChg chg="del mod">
          <ac:chgData name="Patrik Pettersson" userId="3589366f-3249-4c1c-a4a1-0ddb92e2f36d" providerId="ADAL" clId="{783A4D10-6DCE-4214-A399-228752DDF516}" dt="2025-11-07T15:56:05.610" v="294" actId="478"/>
          <ac:cxnSpMkLst>
            <pc:docMk/>
            <pc:sldMk cId="2121857016" sldId="261"/>
            <ac:cxnSpMk id="61" creationId="{374AA2C3-3769-476A-5BFE-005FE8412B23}"/>
          </ac:cxnSpMkLst>
        </pc:cxnChg>
        <pc:cxnChg chg="del">
          <ac:chgData name="Patrik Pettersson" userId="3589366f-3249-4c1c-a4a1-0ddb92e2f36d" providerId="ADAL" clId="{783A4D10-6DCE-4214-A399-228752DDF516}" dt="2025-11-07T15:56:04.243" v="292" actId="478"/>
          <ac:cxnSpMkLst>
            <pc:docMk/>
            <pc:sldMk cId="2121857016" sldId="261"/>
            <ac:cxnSpMk id="64" creationId="{FE732D53-59F6-4966-6986-82B3BBFD8037}"/>
          </ac:cxnSpMkLst>
        </pc:cxnChg>
        <pc:cxnChg chg="del mod">
          <ac:chgData name="Patrik Pettersson" userId="3589366f-3249-4c1c-a4a1-0ddb92e2f36d" providerId="ADAL" clId="{783A4D10-6DCE-4214-A399-228752DDF516}" dt="2025-11-07T15:57:40.717" v="312" actId="478"/>
          <ac:cxnSpMkLst>
            <pc:docMk/>
            <pc:sldMk cId="2121857016" sldId="261"/>
            <ac:cxnSpMk id="145" creationId="{C02961BA-F21A-B730-111D-468C36676471}"/>
          </ac:cxnSpMkLst>
        </pc:cxnChg>
        <pc:cxnChg chg="del">
          <ac:chgData name="Patrik Pettersson" userId="3589366f-3249-4c1c-a4a1-0ddb92e2f36d" providerId="ADAL" clId="{783A4D10-6DCE-4214-A399-228752DDF516}" dt="2025-11-07T15:57:39.391" v="311" actId="478"/>
          <ac:cxnSpMkLst>
            <pc:docMk/>
            <pc:sldMk cId="2121857016" sldId="261"/>
            <ac:cxnSpMk id="149" creationId="{2005999B-7380-1637-A6EA-C86A03D3322B}"/>
          </ac:cxnSpMkLst>
        </pc:cxnChg>
      </pc:sldChg>
      <pc:sldChg chg="add">
        <pc:chgData name="Patrik Pettersson" userId="3589366f-3249-4c1c-a4a1-0ddb92e2f36d" providerId="ADAL" clId="{783A4D10-6DCE-4214-A399-228752DDF516}" dt="2025-11-07T17:09:42.403" v="331" actId="2890"/>
        <pc:sldMkLst>
          <pc:docMk/>
          <pc:sldMk cId="925868033" sldId="262"/>
        </pc:sldMkLst>
      </pc:sldChg>
      <pc:sldChg chg="addSp delSp modSp add mod">
        <pc:chgData name="Patrik Pettersson" userId="3589366f-3249-4c1c-a4a1-0ddb92e2f36d" providerId="ADAL" clId="{783A4D10-6DCE-4214-A399-228752DDF516}" dt="2025-11-07T20:47:48.506" v="1234" actId="313"/>
        <pc:sldMkLst>
          <pc:docMk/>
          <pc:sldMk cId="2151868674" sldId="263"/>
        </pc:sldMkLst>
        <pc:spChg chg="add mod">
          <ac:chgData name="Patrik Pettersson" userId="3589366f-3249-4c1c-a4a1-0ddb92e2f36d" providerId="ADAL" clId="{783A4D10-6DCE-4214-A399-228752DDF516}" dt="2025-11-07T20:39:48.298" v="734" actId="404"/>
          <ac:spMkLst>
            <pc:docMk/>
            <pc:sldMk cId="2151868674" sldId="263"/>
            <ac:spMk id="8" creationId="{D5A25FBE-7CD1-EADB-608B-60A29164D167}"/>
          </ac:spMkLst>
        </pc:spChg>
        <pc:spChg chg="del">
          <ac:chgData name="Patrik Pettersson" userId="3589366f-3249-4c1c-a4a1-0ddb92e2f36d" providerId="ADAL" clId="{783A4D10-6DCE-4214-A399-228752DDF516}" dt="2025-11-07T20:39:13.149" v="727" actId="478"/>
          <ac:spMkLst>
            <pc:docMk/>
            <pc:sldMk cId="2151868674" sldId="263"/>
            <ac:spMk id="10" creationId="{4ABCD4CE-819B-E436-3BFF-0B5D4997C1C1}"/>
          </ac:spMkLst>
        </pc:spChg>
        <pc:spChg chg="mod">
          <ac:chgData name="Patrik Pettersson" userId="3589366f-3249-4c1c-a4a1-0ddb92e2f36d" providerId="ADAL" clId="{783A4D10-6DCE-4214-A399-228752DDF516}" dt="2025-11-07T20:43:31.004" v="812" actId="6549"/>
          <ac:spMkLst>
            <pc:docMk/>
            <pc:sldMk cId="2151868674" sldId="263"/>
            <ac:spMk id="15" creationId="{83B85835-0C2A-DB4B-DCBB-70BCAEDCBC62}"/>
          </ac:spMkLst>
        </pc:spChg>
        <pc:spChg chg="mod">
          <ac:chgData name="Patrik Pettersson" userId="3589366f-3249-4c1c-a4a1-0ddb92e2f36d" providerId="ADAL" clId="{783A4D10-6DCE-4214-A399-228752DDF516}" dt="2025-11-07T20:45:18.619" v="946" actId="14100"/>
          <ac:spMkLst>
            <pc:docMk/>
            <pc:sldMk cId="2151868674" sldId="263"/>
            <ac:spMk id="21" creationId="{99AF7622-66BF-2892-968E-47A2D29C318E}"/>
          </ac:spMkLst>
        </pc:spChg>
        <pc:spChg chg="add mod">
          <ac:chgData name="Patrik Pettersson" userId="3589366f-3249-4c1c-a4a1-0ddb92e2f36d" providerId="ADAL" clId="{783A4D10-6DCE-4214-A399-228752DDF516}" dt="2025-11-07T20:39:48.298" v="734" actId="404"/>
          <ac:spMkLst>
            <pc:docMk/>
            <pc:sldMk cId="2151868674" sldId="263"/>
            <ac:spMk id="22" creationId="{9412FA4E-AA96-B705-197C-B5E884BF5F18}"/>
          </ac:spMkLst>
        </pc:spChg>
        <pc:spChg chg="del">
          <ac:chgData name="Patrik Pettersson" userId="3589366f-3249-4c1c-a4a1-0ddb92e2f36d" providerId="ADAL" clId="{783A4D10-6DCE-4214-A399-228752DDF516}" dt="2025-11-07T20:39:14.495" v="728" actId="478"/>
          <ac:spMkLst>
            <pc:docMk/>
            <pc:sldMk cId="2151868674" sldId="263"/>
            <ac:spMk id="23" creationId="{89E237D9-5897-5BD8-8BB1-ACC9474BDE32}"/>
          </ac:spMkLst>
        </pc:spChg>
        <pc:spChg chg="del mod">
          <ac:chgData name="Patrik Pettersson" userId="3589366f-3249-4c1c-a4a1-0ddb92e2f36d" providerId="ADAL" clId="{783A4D10-6DCE-4214-A399-228752DDF516}" dt="2025-11-07T20:41:33.815" v="756" actId="478"/>
          <ac:spMkLst>
            <pc:docMk/>
            <pc:sldMk cId="2151868674" sldId="263"/>
            <ac:spMk id="24" creationId="{3A61867C-D1FC-1843-A11E-C223247E9EC1}"/>
          </ac:spMkLst>
        </pc:spChg>
        <pc:spChg chg="mod">
          <ac:chgData name="Patrik Pettersson" userId="3589366f-3249-4c1c-a4a1-0ddb92e2f36d" providerId="ADAL" clId="{783A4D10-6DCE-4214-A399-228752DDF516}" dt="2025-11-07T20:46:25.933" v="1058" actId="20577"/>
          <ac:spMkLst>
            <pc:docMk/>
            <pc:sldMk cId="2151868674" sldId="263"/>
            <ac:spMk id="35" creationId="{2D800725-560B-B8E3-9B6B-D2D00E6E0563}"/>
          </ac:spMkLst>
        </pc:spChg>
        <pc:spChg chg="mod ord">
          <ac:chgData name="Patrik Pettersson" userId="3589366f-3249-4c1c-a4a1-0ddb92e2f36d" providerId="ADAL" clId="{783A4D10-6DCE-4214-A399-228752DDF516}" dt="2025-11-07T20:42:46.320" v="802" actId="20577"/>
          <ac:spMkLst>
            <pc:docMk/>
            <pc:sldMk cId="2151868674" sldId="263"/>
            <ac:spMk id="38" creationId="{E5450A30-13E8-034F-E389-A7366632A305}"/>
          </ac:spMkLst>
        </pc:spChg>
        <pc:spChg chg="add mod">
          <ac:chgData name="Patrik Pettersson" userId="3589366f-3249-4c1c-a4a1-0ddb92e2f36d" providerId="ADAL" clId="{783A4D10-6DCE-4214-A399-228752DDF516}" dt="2025-11-07T20:39:48.298" v="734" actId="404"/>
          <ac:spMkLst>
            <pc:docMk/>
            <pc:sldMk cId="2151868674" sldId="263"/>
            <ac:spMk id="39" creationId="{82CAA609-1557-5D76-CB30-7CF4574EED97}"/>
          </ac:spMkLst>
        </pc:spChg>
        <pc:spChg chg="add del">
          <ac:chgData name="Patrik Pettersson" userId="3589366f-3249-4c1c-a4a1-0ddb92e2f36d" providerId="ADAL" clId="{783A4D10-6DCE-4214-A399-228752DDF516}" dt="2025-11-07T20:42:25.606" v="789" actId="478"/>
          <ac:spMkLst>
            <pc:docMk/>
            <pc:sldMk cId="2151868674" sldId="263"/>
            <ac:spMk id="40" creationId="{D7D0C052-CBC3-5B17-9E1A-D897932C0715}"/>
          </ac:spMkLst>
        </pc:spChg>
        <pc:spChg chg="add mod">
          <ac:chgData name="Patrik Pettersson" userId="3589366f-3249-4c1c-a4a1-0ddb92e2f36d" providerId="ADAL" clId="{783A4D10-6DCE-4214-A399-228752DDF516}" dt="2025-11-07T20:39:48.298" v="734" actId="404"/>
          <ac:spMkLst>
            <pc:docMk/>
            <pc:sldMk cId="2151868674" sldId="263"/>
            <ac:spMk id="43" creationId="{0550BF2C-3A34-8A4B-72A3-90593DD25AF8}"/>
          </ac:spMkLst>
        </pc:spChg>
        <pc:spChg chg="del mod">
          <ac:chgData name="Patrik Pettersson" userId="3589366f-3249-4c1c-a4a1-0ddb92e2f36d" providerId="ADAL" clId="{783A4D10-6DCE-4214-A399-228752DDF516}" dt="2025-11-07T20:41:33.815" v="756" actId="478"/>
          <ac:spMkLst>
            <pc:docMk/>
            <pc:sldMk cId="2151868674" sldId="263"/>
            <ac:spMk id="46" creationId="{D4F3F435-EC96-55D6-5E2C-D28FB266C337}"/>
          </ac:spMkLst>
        </pc:spChg>
        <pc:spChg chg="add del mod ord">
          <ac:chgData name="Patrik Pettersson" userId="3589366f-3249-4c1c-a4a1-0ddb92e2f36d" providerId="ADAL" clId="{783A4D10-6DCE-4214-A399-228752DDF516}" dt="2025-11-07T20:41:48.007" v="763" actId="478"/>
          <ac:spMkLst>
            <pc:docMk/>
            <pc:sldMk cId="2151868674" sldId="263"/>
            <ac:spMk id="47" creationId="{48C64E57-202F-1198-F236-ABBB50035A24}"/>
          </ac:spMkLst>
        </pc:spChg>
        <pc:spChg chg="add mod">
          <ac:chgData name="Patrik Pettersson" userId="3589366f-3249-4c1c-a4a1-0ddb92e2f36d" providerId="ADAL" clId="{783A4D10-6DCE-4214-A399-228752DDF516}" dt="2025-11-07T20:39:48.298" v="734" actId="404"/>
          <ac:spMkLst>
            <pc:docMk/>
            <pc:sldMk cId="2151868674" sldId="263"/>
            <ac:spMk id="50" creationId="{B4499EC0-3A22-9BED-9997-F6B2901B7638}"/>
          </ac:spMkLst>
        </pc:spChg>
        <pc:spChg chg="del mod">
          <ac:chgData name="Patrik Pettersson" userId="3589366f-3249-4c1c-a4a1-0ddb92e2f36d" providerId="ADAL" clId="{783A4D10-6DCE-4214-A399-228752DDF516}" dt="2025-11-07T20:41:33.815" v="756" actId="478"/>
          <ac:spMkLst>
            <pc:docMk/>
            <pc:sldMk cId="2151868674" sldId="263"/>
            <ac:spMk id="55" creationId="{A9A276AE-082C-47BD-D73C-EE6E50574158}"/>
          </ac:spMkLst>
        </pc:spChg>
        <pc:spChg chg="del mod ord">
          <ac:chgData name="Patrik Pettersson" userId="3589366f-3249-4c1c-a4a1-0ddb92e2f36d" providerId="ADAL" clId="{783A4D10-6DCE-4214-A399-228752DDF516}" dt="2025-11-07T20:41:48.877" v="764" actId="478"/>
          <ac:spMkLst>
            <pc:docMk/>
            <pc:sldMk cId="2151868674" sldId="263"/>
            <ac:spMk id="58" creationId="{F29490B5-C17E-3404-494B-2763779A527F}"/>
          </ac:spMkLst>
        </pc:spChg>
        <pc:spChg chg="add del mod">
          <ac:chgData name="Patrik Pettersson" userId="3589366f-3249-4c1c-a4a1-0ddb92e2f36d" providerId="ADAL" clId="{783A4D10-6DCE-4214-A399-228752DDF516}" dt="2025-11-07T20:41:33.815" v="756" actId="478"/>
          <ac:spMkLst>
            <pc:docMk/>
            <pc:sldMk cId="2151868674" sldId="263"/>
            <ac:spMk id="66" creationId="{FB95DC20-289D-3C2D-D2FE-3474229428CE}"/>
          </ac:spMkLst>
        </pc:spChg>
        <pc:spChg chg="add del mod ord">
          <ac:chgData name="Patrik Pettersson" userId="3589366f-3249-4c1c-a4a1-0ddb92e2f36d" providerId="ADAL" clId="{783A4D10-6DCE-4214-A399-228752DDF516}" dt="2025-11-07T20:41:49.527" v="765" actId="478"/>
          <ac:spMkLst>
            <pc:docMk/>
            <pc:sldMk cId="2151868674" sldId="263"/>
            <ac:spMk id="67" creationId="{C50F44B9-3DD8-47C6-089F-B2554AF5E3F3}"/>
          </ac:spMkLst>
        </pc:spChg>
        <pc:spChg chg="add mod">
          <ac:chgData name="Patrik Pettersson" userId="3589366f-3249-4c1c-a4a1-0ddb92e2f36d" providerId="ADAL" clId="{783A4D10-6DCE-4214-A399-228752DDF516}" dt="2025-11-07T20:39:48.298" v="734" actId="404"/>
          <ac:spMkLst>
            <pc:docMk/>
            <pc:sldMk cId="2151868674" sldId="263"/>
            <ac:spMk id="76" creationId="{5744FDDA-93A8-0B5E-99A9-A436F2A1EC6E}"/>
          </ac:spMkLst>
        </pc:spChg>
        <pc:spChg chg="del mod">
          <ac:chgData name="Patrik Pettersson" userId="3589366f-3249-4c1c-a4a1-0ddb92e2f36d" providerId="ADAL" clId="{783A4D10-6DCE-4214-A399-228752DDF516}" dt="2025-11-07T20:41:33.815" v="756" actId="478"/>
          <ac:spMkLst>
            <pc:docMk/>
            <pc:sldMk cId="2151868674" sldId="263"/>
            <ac:spMk id="77" creationId="{81854365-D4C3-7313-CF93-E3AD8D18E86A}"/>
          </ac:spMkLst>
        </pc:spChg>
        <pc:spChg chg="add del mod ord">
          <ac:chgData name="Patrik Pettersson" userId="3589366f-3249-4c1c-a4a1-0ddb92e2f36d" providerId="ADAL" clId="{783A4D10-6DCE-4214-A399-228752DDF516}" dt="2025-11-07T20:41:50.271" v="766" actId="478"/>
          <ac:spMkLst>
            <pc:docMk/>
            <pc:sldMk cId="2151868674" sldId="263"/>
            <ac:spMk id="78" creationId="{371729D6-E555-44DC-2181-EBEA8820A66A}"/>
          </ac:spMkLst>
        </pc:spChg>
        <pc:spChg chg="add del mod">
          <ac:chgData name="Patrik Pettersson" userId="3589366f-3249-4c1c-a4a1-0ddb92e2f36d" providerId="ADAL" clId="{783A4D10-6DCE-4214-A399-228752DDF516}" dt="2025-11-07T20:42:28.394" v="790" actId="478"/>
          <ac:spMkLst>
            <pc:docMk/>
            <pc:sldMk cId="2151868674" sldId="263"/>
            <ac:spMk id="79" creationId="{BBFFF2A4-1A85-5CBB-78EF-EC6A7A9A48F6}"/>
          </ac:spMkLst>
        </pc:spChg>
        <pc:spChg chg="add del mod">
          <ac:chgData name="Patrik Pettersson" userId="3589366f-3249-4c1c-a4a1-0ddb92e2f36d" providerId="ADAL" clId="{783A4D10-6DCE-4214-A399-228752DDF516}" dt="2025-11-07T20:42:22.650" v="787" actId="478"/>
          <ac:spMkLst>
            <pc:docMk/>
            <pc:sldMk cId="2151868674" sldId="263"/>
            <ac:spMk id="80" creationId="{CC1D3B84-3422-E221-7949-C7FC3DD9B232}"/>
          </ac:spMkLst>
        </pc:spChg>
        <pc:spChg chg="add mod">
          <ac:chgData name="Patrik Pettersson" userId="3589366f-3249-4c1c-a4a1-0ddb92e2f36d" providerId="ADAL" clId="{783A4D10-6DCE-4214-A399-228752DDF516}" dt="2025-11-07T20:42:53.184" v="804" actId="1076"/>
          <ac:spMkLst>
            <pc:docMk/>
            <pc:sldMk cId="2151868674" sldId="263"/>
            <ac:spMk id="81" creationId="{6270D0C8-0451-BA2C-30AA-070D8977602D}"/>
          </ac:spMkLst>
        </pc:spChg>
        <pc:spChg chg="add mod">
          <ac:chgData name="Patrik Pettersson" userId="3589366f-3249-4c1c-a4a1-0ddb92e2f36d" providerId="ADAL" clId="{783A4D10-6DCE-4214-A399-228752DDF516}" dt="2025-11-07T20:42:57.505" v="806" actId="1076"/>
          <ac:spMkLst>
            <pc:docMk/>
            <pc:sldMk cId="2151868674" sldId="263"/>
            <ac:spMk id="82" creationId="{04537162-584D-D194-543C-1D881B8C6697}"/>
          </ac:spMkLst>
        </pc:spChg>
        <pc:spChg chg="add mod">
          <ac:chgData name="Patrik Pettersson" userId="3589366f-3249-4c1c-a4a1-0ddb92e2f36d" providerId="ADAL" clId="{783A4D10-6DCE-4214-A399-228752DDF516}" dt="2025-11-07T20:43:00.815" v="808" actId="1076"/>
          <ac:spMkLst>
            <pc:docMk/>
            <pc:sldMk cId="2151868674" sldId="263"/>
            <ac:spMk id="83" creationId="{38BF0B35-0DFA-641A-9096-F4F86FECF62B}"/>
          </ac:spMkLst>
        </pc:spChg>
        <pc:spChg chg="add mod">
          <ac:chgData name="Patrik Pettersson" userId="3589366f-3249-4c1c-a4a1-0ddb92e2f36d" providerId="ADAL" clId="{783A4D10-6DCE-4214-A399-228752DDF516}" dt="2025-11-07T20:43:05.212" v="810" actId="1076"/>
          <ac:spMkLst>
            <pc:docMk/>
            <pc:sldMk cId="2151868674" sldId="263"/>
            <ac:spMk id="84" creationId="{7822A4C3-02DF-9EA2-8B9F-44DE1D776FAF}"/>
          </ac:spMkLst>
        </pc:spChg>
        <pc:spChg chg="add mod">
          <ac:chgData name="Patrik Pettersson" userId="3589366f-3249-4c1c-a4a1-0ddb92e2f36d" providerId="ADAL" clId="{783A4D10-6DCE-4214-A399-228752DDF516}" dt="2025-11-07T20:44:26.532" v="903" actId="20577"/>
          <ac:spMkLst>
            <pc:docMk/>
            <pc:sldMk cId="2151868674" sldId="263"/>
            <ac:spMk id="85" creationId="{F20B8AA2-8D1E-98DD-0FAF-F86896F06F48}"/>
          </ac:spMkLst>
        </pc:spChg>
        <pc:spChg chg="add mod">
          <ac:chgData name="Patrik Pettersson" userId="3589366f-3249-4c1c-a4a1-0ddb92e2f36d" providerId="ADAL" clId="{783A4D10-6DCE-4214-A399-228752DDF516}" dt="2025-11-07T20:45:37.653" v="959" actId="20577"/>
          <ac:spMkLst>
            <pc:docMk/>
            <pc:sldMk cId="2151868674" sldId="263"/>
            <ac:spMk id="86" creationId="{7AD5A119-3A67-35E1-83EF-33D0D051CC70}"/>
          </ac:spMkLst>
        </pc:spChg>
        <pc:spChg chg="add mod">
          <ac:chgData name="Patrik Pettersson" userId="3589366f-3249-4c1c-a4a1-0ddb92e2f36d" providerId="ADAL" clId="{783A4D10-6DCE-4214-A399-228752DDF516}" dt="2025-11-07T20:47:48.506" v="1234" actId="313"/>
          <ac:spMkLst>
            <pc:docMk/>
            <pc:sldMk cId="2151868674" sldId="263"/>
            <ac:spMk id="87" creationId="{CB681E1D-16E5-D268-28B3-23DC7B94767C}"/>
          </ac:spMkLst>
        </pc:spChg>
        <pc:spChg chg="mod">
          <ac:chgData name="Patrik Pettersson" userId="3589366f-3249-4c1c-a4a1-0ddb92e2f36d" providerId="ADAL" clId="{783A4D10-6DCE-4214-A399-228752DDF516}" dt="2025-11-07T20:44:49.020" v="925" actId="20577"/>
          <ac:spMkLst>
            <pc:docMk/>
            <pc:sldMk cId="2151868674" sldId="263"/>
            <ac:spMk id="157" creationId="{7855AD88-7B80-080E-DBF6-FF2E03231E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32E19-9CA5-45D2-99DB-F209076A05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DB4F2-3CFB-442C-85E6-DC5589B47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3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B4F2-3CFB-442C-85E6-DC5589B477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68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A900-8F48-3B79-70C3-FFF0FB4A4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3E5E0-816F-B032-3869-BAA23176D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88DF1-1CB0-C34E-38E9-AC773545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6EE23-680E-4470-09F9-C173AF1F4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B4F2-3CFB-442C-85E6-DC5589B477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22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7E353-6E01-6640-97DF-4A3009B3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3C296-5F57-2DEE-652D-3D0030563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090E5-D95B-75E5-C0BF-3F1D4059D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AF045-FA3D-504D-5894-68C4AB34C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B4F2-3CFB-442C-85E6-DC5589B477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35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A74B9-0D77-6B20-5148-37E66C34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9C664-A2FE-99EA-0D85-E079C2786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FB003-3003-D7B7-6B2A-9C3F33655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8315D-DF4A-134D-AB8D-2B55D6F32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B4F2-3CFB-442C-85E6-DC5589B477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1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E36F-7256-E0FB-4860-CF35572A3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83724-A5BC-384D-A728-8C136C875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A0393-C5C8-B702-4E7E-2A369F0F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BAAC6-5043-6A80-0891-796D8A7A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CA11C-E417-0E04-2892-6CC46894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8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7B0C-C498-86CA-E5BF-B749C2AF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05602-BF76-2D76-5C92-AE08457A8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A605-E679-9088-0216-0C208AC23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4B987-3665-51E9-7CCF-5B73A1F6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C7AE6-B9F6-82E3-CF45-E8646AEC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40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001-9DF3-1BE9-5F61-24A4C76E7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684E0-3B85-0EB2-D978-B69EC8090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91915-37B5-1CE6-1F3A-96128453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E31DA-E8B1-E77E-4374-5F8ACC87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E7D98-4081-0C3D-7380-487930EA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6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7BC1-CE57-549D-3FFA-78526140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7CA5-A721-D1E1-DC0B-CB8D2B5A6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BBF53-FDF9-4324-1520-E028B3E91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C4D82-7808-7D09-C7F4-610254D9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E8E97-97AD-7DDE-55BE-91BC159E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5C5B1-2567-3BB0-4A82-3563D110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8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B377-7005-3F2F-8E11-69B55D2E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40ADD-897D-C24A-B483-829F202E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FDCA0-44E7-61E7-FDE1-CEFD54169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8C1D7-2B84-4104-E543-5B4B65E39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D3142-33F6-0238-CEBF-07A06BC2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3736B-638A-B760-7EC9-8A398CB79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336A3-24E4-1C1A-34CD-1B6B53F3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8D711-19C9-B884-5D85-53C905EC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9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4741-46A0-6779-CE87-A7EA50CE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F3B5E-BCA4-3E49-CE70-AC5B0FF8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8439A-476D-F6B3-2E95-D30329408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643C3-B459-6747-D9F1-EE491B72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F55F2-6835-1A52-0038-45462F79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B99C6-C712-FCFB-CE89-63154368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C54A1-B8FF-C8DE-CF26-8101D2D37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8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1364-D00F-4FB2-04C9-21A34410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5BE7-29A0-5B0A-BECB-7B0FFCCBE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17D4C-FD84-87E6-4D8D-20D8CB797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00386-64A6-53EE-0538-5646B798B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E9970-D5BD-414E-F3B1-C0DAA8A9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F5A17-8391-BF90-001A-CBC2287E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4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DB006-7091-00B6-F525-BFA59A1B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73E3A-0A67-4561-AE06-64374AB87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6F447-E94D-F238-861C-54A0049B8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AD5FA-94E3-F4EC-001B-ECD81783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EE6F7-6633-7EE1-2F71-CC5C291A3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62A0A-4B37-838E-FF79-EE182066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9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AFB0F-0D81-BABD-9440-F915EA6A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CDB20-2DBF-78C5-9D68-7C1BE5CE9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86F19-9F03-19F7-33E9-270E9D585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3D280-33C4-CF8D-C56B-27FED2C1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4BB7B-38DD-902E-6268-57770DF9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3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CCC64-CC1A-4CA2-F488-D39A2B00B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0BF7-500B-0706-6563-73CEB2C70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524C-160F-B9E2-6754-613392FC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2EE42-CF34-35D6-6A1F-D24BF19B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F2AA8-02E5-C844-2C0D-391EE7A6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6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163B5-9B97-F8F7-77EE-D3CA9E5CF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75556-AC03-036C-4EA8-5E52835FB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98B2E-EC46-3409-D1DA-CF0AE2452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E89609-94CE-4D9D-8DD4-0681F2C9F09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AD399-75A7-CD6A-6089-8930846FC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CE714-E049-D3CA-4E76-466297FF4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F7F1E1-61B8-72A3-683E-F9E229534DF8}"/>
              </a:ext>
            </a:extLst>
          </p:cNvPr>
          <p:cNvSpPr/>
          <p:nvPr/>
        </p:nvSpPr>
        <p:spPr>
          <a:xfrm>
            <a:off x="-50092" y="0"/>
            <a:ext cx="109881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08C5E-386E-EBCB-6B9B-5B7C9A6B76F4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1A58A-EFD1-40AA-0AB7-19A001577237}"/>
              </a:ext>
            </a:extLst>
          </p:cNvPr>
          <p:cNvSpPr/>
          <p:nvPr/>
        </p:nvSpPr>
        <p:spPr>
          <a:xfrm>
            <a:off x="1571022" y="849700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E6E819-9E6F-5AC7-2828-AE99CBE84D22}"/>
              </a:ext>
            </a:extLst>
          </p:cNvPr>
          <p:cNvSpPr/>
          <p:nvPr/>
        </p:nvSpPr>
        <p:spPr>
          <a:xfrm>
            <a:off x="1571022" y="1198042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3E81B-4B9B-74BE-308F-6FBECAC04C17}"/>
              </a:ext>
            </a:extLst>
          </p:cNvPr>
          <p:cNvSpPr txBox="1"/>
          <p:nvPr/>
        </p:nvSpPr>
        <p:spPr>
          <a:xfrm>
            <a:off x="1865397" y="849700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BCE48BA-79D7-C810-28F4-FA0902E7A73E}"/>
              </a:ext>
            </a:extLst>
          </p:cNvPr>
          <p:cNvSpPr/>
          <p:nvPr/>
        </p:nvSpPr>
        <p:spPr>
          <a:xfrm>
            <a:off x="1585536" y="117990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3D7A4B-4907-08E0-7786-F79ED53565F2}"/>
              </a:ext>
            </a:extLst>
          </p:cNvPr>
          <p:cNvSpPr txBox="1"/>
          <p:nvPr/>
        </p:nvSpPr>
        <p:spPr>
          <a:xfrm>
            <a:off x="1742025" y="1198042"/>
            <a:ext cx="162151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Project {</a:t>
            </a:r>
            <a:r>
              <a:rPr lang="en-US" sz="900" dirty="0">
                <a:solidFill>
                  <a:schemeClr val="bg1"/>
                </a:solidFill>
              </a:rPr>
              <a:t>Title</a:t>
            </a:r>
            <a:r>
              <a:rPr lang="en-US" sz="1100" dirty="0">
                <a:solidFill>
                  <a:schemeClr val="bg1"/>
                </a:solidFill>
              </a:rPr>
              <a:t>}</a:t>
            </a:r>
          </a:p>
          <a:p>
            <a:r>
              <a:rPr lang="en-US" sz="600" dirty="0">
                <a:solidFill>
                  <a:schemeClr val="bg1"/>
                </a:solidFill>
              </a:rPr>
              <a:t>Project ID: </a:t>
            </a:r>
            <a:r>
              <a:rPr lang="en-US" sz="600" dirty="0" err="1">
                <a:solidFill>
                  <a:schemeClr val="bg1"/>
                </a:solidFill>
              </a:rPr>
              <a:t>xxxxxx</a:t>
            </a:r>
            <a:endParaRPr lang="en-US" sz="6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Other project card information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A60850F-C1EB-7518-FF13-49F39EC50CAD}"/>
              </a:ext>
            </a:extLst>
          </p:cNvPr>
          <p:cNvSpPr/>
          <p:nvPr/>
        </p:nvSpPr>
        <p:spPr>
          <a:xfrm>
            <a:off x="3660628" y="840707"/>
            <a:ext cx="4067168" cy="2426938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3347D8C-47AC-E3A2-5445-EF5CDE34E598}"/>
              </a:ext>
            </a:extLst>
          </p:cNvPr>
          <p:cNvSpPr/>
          <p:nvPr/>
        </p:nvSpPr>
        <p:spPr>
          <a:xfrm>
            <a:off x="3660628" y="1134061"/>
            <a:ext cx="4067168" cy="2122644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DC8943-2358-8B55-9BCB-EC8063917BE0}"/>
              </a:ext>
            </a:extLst>
          </p:cNvPr>
          <p:cNvSpPr txBox="1"/>
          <p:nvPr/>
        </p:nvSpPr>
        <p:spPr>
          <a:xfrm>
            <a:off x="4469339" y="80271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Description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82192-F67A-FE99-CB3F-430CF04D8442}"/>
              </a:ext>
            </a:extLst>
          </p:cNvPr>
          <p:cNvSpPr txBox="1"/>
          <p:nvPr/>
        </p:nvSpPr>
        <p:spPr>
          <a:xfrm>
            <a:off x="3798052" y="1280491"/>
            <a:ext cx="36793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description as written by the developer (Human written content from the project entry in the database)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867525-93B5-D605-BDDC-91790F7A74BE}"/>
              </a:ext>
            </a:extLst>
          </p:cNvPr>
          <p:cNvSpPr txBox="1"/>
          <p:nvPr/>
        </p:nvSpPr>
        <p:spPr>
          <a:xfrm>
            <a:off x="6821965" y="2862679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882BA4-EE8F-7AD1-7FC8-38080A14E524}"/>
              </a:ext>
            </a:extLst>
          </p:cNvPr>
          <p:cNvSpPr/>
          <p:nvPr/>
        </p:nvSpPr>
        <p:spPr>
          <a:xfrm>
            <a:off x="6828362" y="2896693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8423D7-3E56-CF1B-8798-9395B13BA7E4}"/>
              </a:ext>
            </a:extLst>
          </p:cNvPr>
          <p:cNvSpPr/>
          <p:nvPr/>
        </p:nvSpPr>
        <p:spPr>
          <a:xfrm>
            <a:off x="7795001" y="856656"/>
            <a:ext cx="4067168" cy="2375355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150EFC3-8E2D-D9A3-2D8C-CCB91FB38AE6}"/>
              </a:ext>
            </a:extLst>
          </p:cNvPr>
          <p:cNvSpPr/>
          <p:nvPr/>
        </p:nvSpPr>
        <p:spPr>
          <a:xfrm>
            <a:off x="7795001" y="1150010"/>
            <a:ext cx="4067168" cy="2082001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41D777-9C5B-D7D3-60C0-6FB452606F04}"/>
              </a:ext>
            </a:extLst>
          </p:cNvPr>
          <p:cNvSpPr txBox="1"/>
          <p:nvPr/>
        </p:nvSpPr>
        <p:spPr>
          <a:xfrm>
            <a:off x="8603712" y="818667"/>
            <a:ext cx="2157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Orchetrator</a:t>
            </a:r>
            <a:r>
              <a:rPr lang="en-US" dirty="0">
                <a:solidFill>
                  <a:schemeClr val="bg1"/>
                </a:solidFill>
              </a:rPr>
              <a:t> Mission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57307C-8FB0-F3A1-BA00-6E5687902310}"/>
              </a:ext>
            </a:extLst>
          </p:cNvPr>
          <p:cNvSpPr txBox="1"/>
          <p:nvPr/>
        </p:nvSpPr>
        <p:spPr>
          <a:xfrm>
            <a:off x="7932425" y="1296440"/>
            <a:ext cx="36793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Mission appears here as </a:t>
            </a:r>
            <a:r>
              <a:rPr lang="en-US" dirty="0" err="1">
                <a:solidFill>
                  <a:schemeClr val="bg1"/>
                </a:solidFill>
              </a:rPr>
              <a:t>Orhestrator</a:t>
            </a:r>
            <a:r>
              <a:rPr lang="en-US" dirty="0">
                <a:solidFill>
                  <a:schemeClr val="bg1"/>
                </a:solidFill>
              </a:rPr>
              <a:t> builds the project mission after the Lunch Prompt is triggered.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FA872E-BAB7-402A-B0D3-3D8564C4C444}"/>
              </a:ext>
            </a:extLst>
          </p:cNvPr>
          <p:cNvSpPr txBox="1"/>
          <p:nvPr/>
        </p:nvSpPr>
        <p:spPr>
          <a:xfrm>
            <a:off x="11121940" y="2755634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4BD90BE-01D0-7041-0FDE-36ECC86FFA35}"/>
              </a:ext>
            </a:extLst>
          </p:cNvPr>
          <p:cNvSpPr/>
          <p:nvPr/>
        </p:nvSpPr>
        <p:spPr>
          <a:xfrm>
            <a:off x="11121940" y="2787357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1C184DD-E2B1-544F-E2BF-7C79BE0B0A95}"/>
              </a:ext>
            </a:extLst>
          </p:cNvPr>
          <p:cNvSpPr/>
          <p:nvPr/>
        </p:nvSpPr>
        <p:spPr>
          <a:xfrm>
            <a:off x="3396059" y="1766925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941CBD7-B52F-B636-2438-3CC605006F0B}"/>
              </a:ext>
            </a:extLst>
          </p:cNvPr>
          <p:cNvSpPr/>
          <p:nvPr/>
        </p:nvSpPr>
        <p:spPr>
          <a:xfrm flipH="1">
            <a:off x="3400623" y="1784646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9655AAA-DFB3-01EF-794D-648862ECFF73}"/>
              </a:ext>
            </a:extLst>
          </p:cNvPr>
          <p:cNvCxnSpPr>
            <a:cxnSpLocks/>
          </p:cNvCxnSpPr>
          <p:nvPr/>
        </p:nvCxnSpPr>
        <p:spPr>
          <a:xfrm flipH="1">
            <a:off x="3448758" y="566057"/>
            <a:ext cx="651528" cy="11018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E042019-34C3-B61B-3887-F09D5FC00CD2}"/>
              </a:ext>
            </a:extLst>
          </p:cNvPr>
          <p:cNvSpPr/>
          <p:nvPr/>
        </p:nvSpPr>
        <p:spPr>
          <a:xfrm>
            <a:off x="4221688" y="180573"/>
            <a:ext cx="1290897" cy="5597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Scroll bar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D1758F3-097C-4210-7A18-F7606FEE3C45}"/>
              </a:ext>
            </a:extLst>
          </p:cNvPr>
          <p:cNvSpPr/>
          <p:nvPr/>
        </p:nvSpPr>
        <p:spPr>
          <a:xfrm>
            <a:off x="7564566" y="1367446"/>
            <a:ext cx="72065" cy="1495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9ACABCD-037B-5F4F-CE17-005FFDE31095}"/>
              </a:ext>
            </a:extLst>
          </p:cNvPr>
          <p:cNvSpPr/>
          <p:nvPr/>
        </p:nvSpPr>
        <p:spPr>
          <a:xfrm flipH="1">
            <a:off x="7569129" y="1385167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6AA3CA2-E067-C309-7000-1F54DBD76469}"/>
              </a:ext>
            </a:extLst>
          </p:cNvPr>
          <p:cNvSpPr/>
          <p:nvPr/>
        </p:nvSpPr>
        <p:spPr>
          <a:xfrm>
            <a:off x="11694534" y="1307222"/>
            <a:ext cx="73910" cy="13413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47CCB14-34C5-3D4B-0825-B738CB24826E}"/>
              </a:ext>
            </a:extLst>
          </p:cNvPr>
          <p:cNvSpPr/>
          <p:nvPr/>
        </p:nvSpPr>
        <p:spPr>
          <a:xfrm flipH="1">
            <a:off x="11699097" y="1324943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C551EC2-C3CB-4DE1-C038-3C5FB82A5684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5512585" y="460429"/>
            <a:ext cx="2349914" cy="966885"/>
          </a:xfrm>
          <a:prstGeom prst="bentConnector3">
            <a:avLst>
              <a:gd name="adj1" fmla="val 9972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3958B9B7-1023-B9E2-0018-2E247D3141BC}"/>
              </a:ext>
            </a:extLst>
          </p:cNvPr>
          <p:cNvCxnSpPr>
            <a:cxnSpLocks/>
          </p:cNvCxnSpPr>
          <p:nvPr/>
        </p:nvCxnSpPr>
        <p:spPr>
          <a:xfrm>
            <a:off x="5546188" y="465705"/>
            <a:ext cx="6430669" cy="918505"/>
          </a:xfrm>
          <a:prstGeom prst="bentConnector3">
            <a:avLst>
              <a:gd name="adj1" fmla="val 99867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BC22731-B02A-095C-28D5-E588C15C76C6}"/>
              </a:ext>
            </a:extLst>
          </p:cNvPr>
          <p:cNvSpPr/>
          <p:nvPr/>
        </p:nvSpPr>
        <p:spPr>
          <a:xfrm>
            <a:off x="1599850" y="3569365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B4DDD5E-6936-AEAA-ED53-AF851C2E3372}"/>
              </a:ext>
            </a:extLst>
          </p:cNvPr>
          <p:cNvSpPr/>
          <p:nvPr/>
        </p:nvSpPr>
        <p:spPr>
          <a:xfrm>
            <a:off x="1599850" y="391770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5432D7-7CC8-4EDA-046E-9CBAE656563B}"/>
              </a:ext>
            </a:extLst>
          </p:cNvPr>
          <p:cNvSpPr txBox="1"/>
          <p:nvPr/>
        </p:nvSpPr>
        <p:spPr>
          <a:xfrm>
            <a:off x="2005153" y="3548375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229FDC3-F2C6-D015-6DED-933E76F7CD61}"/>
              </a:ext>
            </a:extLst>
          </p:cNvPr>
          <p:cNvSpPr/>
          <p:nvPr/>
        </p:nvSpPr>
        <p:spPr>
          <a:xfrm>
            <a:off x="1608014" y="389957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E5CF0C-9C11-1F7B-6802-A37B46B9E50D}"/>
              </a:ext>
            </a:extLst>
          </p:cNvPr>
          <p:cNvSpPr txBox="1"/>
          <p:nvPr/>
        </p:nvSpPr>
        <p:spPr>
          <a:xfrm>
            <a:off x="1770853" y="391770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C4ED7F17-D92C-23A3-DC44-3C6ABA5CC017}"/>
              </a:ext>
            </a:extLst>
          </p:cNvPr>
          <p:cNvSpPr/>
          <p:nvPr/>
        </p:nvSpPr>
        <p:spPr>
          <a:xfrm>
            <a:off x="3424887" y="448659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B56005-E6D1-5F2F-2AD1-DEAC3528DEF1}"/>
              </a:ext>
            </a:extLst>
          </p:cNvPr>
          <p:cNvSpPr/>
          <p:nvPr/>
        </p:nvSpPr>
        <p:spPr>
          <a:xfrm flipH="1">
            <a:off x="3429451" y="450431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2A3E63F-8D4E-4C26-03F1-0C69BF08B13B}"/>
              </a:ext>
            </a:extLst>
          </p:cNvPr>
          <p:cNvSpPr txBox="1"/>
          <p:nvPr/>
        </p:nvSpPr>
        <p:spPr>
          <a:xfrm>
            <a:off x="2527282" y="3257900"/>
            <a:ext cx="8467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Agents appear here as the orchestrator creates them (max 8 types, unlimited agents)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830DE97-9B13-237D-E21C-9EF8440961F4}"/>
              </a:ext>
            </a:extLst>
          </p:cNvPr>
          <p:cNvSpPr txBox="1"/>
          <p:nvPr/>
        </p:nvSpPr>
        <p:spPr>
          <a:xfrm>
            <a:off x="2020396" y="558271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C1870FD3-9CB4-17E5-EC30-A525E23A6273}"/>
              </a:ext>
            </a:extLst>
          </p:cNvPr>
          <p:cNvSpPr/>
          <p:nvPr/>
        </p:nvSpPr>
        <p:spPr>
          <a:xfrm>
            <a:off x="1921011" y="559819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03C077-9096-6ABF-2BED-9CC86816FB71}"/>
              </a:ext>
            </a:extLst>
          </p:cNvPr>
          <p:cNvSpPr txBox="1"/>
          <p:nvPr/>
        </p:nvSpPr>
        <p:spPr>
          <a:xfrm>
            <a:off x="1978147" y="2831718"/>
            <a:ext cx="1204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Stage Project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96E62B56-E9EF-53DF-927A-F72A51CE3663}"/>
              </a:ext>
            </a:extLst>
          </p:cNvPr>
          <p:cNvSpPr/>
          <p:nvPr/>
        </p:nvSpPr>
        <p:spPr>
          <a:xfrm>
            <a:off x="1851715" y="2862679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7F80EC8-21FB-7832-2EED-49EB1826FF68}"/>
              </a:ext>
            </a:extLst>
          </p:cNvPr>
          <p:cNvSpPr/>
          <p:nvPr/>
        </p:nvSpPr>
        <p:spPr>
          <a:xfrm>
            <a:off x="3589010" y="3569365"/>
            <a:ext cx="1930400" cy="24269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81CA169-63E5-9C53-9BAE-904A68CF6A59}"/>
              </a:ext>
            </a:extLst>
          </p:cNvPr>
          <p:cNvSpPr/>
          <p:nvPr/>
        </p:nvSpPr>
        <p:spPr>
          <a:xfrm>
            <a:off x="3589010" y="391770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4FDD4DA-03B3-9187-FE91-E1DBAC0437B1}"/>
              </a:ext>
            </a:extLst>
          </p:cNvPr>
          <p:cNvSpPr txBox="1"/>
          <p:nvPr/>
        </p:nvSpPr>
        <p:spPr>
          <a:xfrm>
            <a:off x="3835405" y="3548375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9252D36-FA05-14A8-653F-E1776E3EAD79}"/>
              </a:ext>
            </a:extLst>
          </p:cNvPr>
          <p:cNvSpPr/>
          <p:nvPr/>
        </p:nvSpPr>
        <p:spPr>
          <a:xfrm>
            <a:off x="3597174" y="389957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1383D20-0353-7E3B-2BCE-6D157F0E79FD}"/>
              </a:ext>
            </a:extLst>
          </p:cNvPr>
          <p:cNvSpPr txBox="1"/>
          <p:nvPr/>
        </p:nvSpPr>
        <p:spPr>
          <a:xfrm>
            <a:off x="3760013" y="391770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DD3870F-862E-7D45-2AB7-FD756AFDE662}"/>
              </a:ext>
            </a:extLst>
          </p:cNvPr>
          <p:cNvSpPr/>
          <p:nvPr/>
        </p:nvSpPr>
        <p:spPr>
          <a:xfrm>
            <a:off x="5414047" y="448659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B78395F-7E99-8F56-7934-A43B057DA9CC}"/>
              </a:ext>
            </a:extLst>
          </p:cNvPr>
          <p:cNvSpPr/>
          <p:nvPr/>
        </p:nvSpPr>
        <p:spPr>
          <a:xfrm flipH="1">
            <a:off x="5418611" y="450431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67980C4-B8D5-61F9-FAE2-172008F4DAB3}"/>
              </a:ext>
            </a:extLst>
          </p:cNvPr>
          <p:cNvSpPr txBox="1"/>
          <p:nvPr/>
        </p:nvSpPr>
        <p:spPr>
          <a:xfrm>
            <a:off x="4009556" y="558271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58F1137-AB82-2292-CBA9-4F8CD5E5375A}"/>
              </a:ext>
            </a:extLst>
          </p:cNvPr>
          <p:cNvSpPr/>
          <p:nvPr/>
        </p:nvSpPr>
        <p:spPr>
          <a:xfrm>
            <a:off x="3910171" y="559819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B8AC293-8594-2307-CC52-0A201AE027D9}"/>
              </a:ext>
            </a:extLst>
          </p:cNvPr>
          <p:cNvSpPr/>
          <p:nvPr/>
        </p:nvSpPr>
        <p:spPr>
          <a:xfrm flipV="1">
            <a:off x="11636746" y="4503753"/>
            <a:ext cx="357316" cy="3834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051D4BC6-B7DC-0317-2C21-68A0081B94A4}"/>
              </a:ext>
            </a:extLst>
          </p:cNvPr>
          <p:cNvSpPr/>
          <p:nvPr/>
        </p:nvSpPr>
        <p:spPr>
          <a:xfrm>
            <a:off x="5582450" y="3580585"/>
            <a:ext cx="1930400" cy="242693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211BEC2F-10A4-943A-3F22-420AE9ED9523}"/>
              </a:ext>
            </a:extLst>
          </p:cNvPr>
          <p:cNvSpPr/>
          <p:nvPr/>
        </p:nvSpPr>
        <p:spPr>
          <a:xfrm>
            <a:off x="5582450" y="392892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DE5E223-FAEF-A388-5B1F-0DA87B8E8D00}"/>
              </a:ext>
            </a:extLst>
          </p:cNvPr>
          <p:cNvSpPr txBox="1"/>
          <p:nvPr/>
        </p:nvSpPr>
        <p:spPr>
          <a:xfrm>
            <a:off x="5953271" y="3553386"/>
            <a:ext cx="1089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Reviewer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624B29F-36BD-8257-97E5-2468CBE72790}"/>
              </a:ext>
            </a:extLst>
          </p:cNvPr>
          <p:cNvSpPr/>
          <p:nvPr/>
        </p:nvSpPr>
        <p:spPr>
          <a:xfrm>
            <a:off x="5590614" y="391079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307CDE3-E489-ABAF-C7CD-074926D708FC}"/>
              </a:ext>
            </a:extLst>
          </p:cNvPr>
          <p:cNvSpPr txBox="1"/>
          <p:nvPr/>
        </p:nvSpPr>
        <p:spPr>
          <a:xfrm>
            <a:off x="5753453" y="392892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D5F598C4-5CDF-EDAA-C593-DC9B7145EC5B}"/>
              </a:ext>
            </a:extLst>
          </p:cNvPr>
          <p:cNvSpPr/>
          <p:nvPr/>
        </p:nvSpPr>
        <p:spPr>
          <a:xfrm>
            <a:off x="7407487" y="4441186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3569D35-5426-58AF-228A-478882B07140}"/>
              </a:ext>
            </a:extLst>
          </p:cNvPr>
          <p:cNvSpPr/>
          <p:nvPr/>
        </p:nvSpPr>
        <p:spPr>
          <a:xfrm flipH="1">
            <a:off x="7412051" y="4458907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BD05EA5-2526-A67C-7495-CD081D9045BA}"/>
              </a:ext>
            </a:extLst>
          </p:cNvPr>
          <p:cNvSpPr txBox="1"/>
          <p:nvPr/>
        </p:nvSpPr>
        <p:spPr>
          <a:xfrm>
            <a:off x="6002996" y="559393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0D9C549F-476C-E9E8-4C9B-902BB76D938F}"/>
              </a:ext>
            </a:extLst>
          </p:cNvPr>
          <p:cNvSpPr/>
          <p:nvPr/>
        </p:nvSpPr>
        <p:spPr>
          <a:xfrm>
            <a:off x="5903611" y="560941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58349F30-4C54-6A16-3C54-6F4DF4FF6FED}"/>
              </a:ext>
            </a:extLst>
          </p:cNvPr>
          <p:cNvSpPr/>
          <p:nvPr/>
        </p:nvSpPr>
        <p:spPr>
          <a:xfrm>
            <a:off x="7571610" y="3578358"/>
            <a:ext cx="1930400" cy="242693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7DD9DEDC-A987-10EB-FD5E-214322504F21}"/>
              </a:ext>
            </a:extLst>
          </p:cNvPr>
          <p:cNvSpPr/>
          <p:nvPr/>
        </p:nvSpPr>
        <p:spPr>
          <a:xfrm>
            <a:off x="7571610" y="3926700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14ACF71-8B2C-E052-6729-6BA44C33ABA3}"/>
              </a:ext>
            </a:extLst>
          </p:cNvPr>
          <p:cNvSpPr txBox="1"/>
          <p:nvPr/>
        </p:nvSpPr>
        <p:spPr>
          <a:xfrm>
            <a:off x="8145128" y="3557368"/>
            <a:ext cx="78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Tester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F2DFBF4-AD1D-F72C-7270-84FD9BAB2A8B}"/>
              </a:ext>
            </a:extLst>
          </p:cNvPr>
          <p:cNvSpPr/>
          <p:nvPr/>
        </p:nvSpPr>
        <p:spPr>
          <a:xfrm>
            <a:off x="7586124" y="3908563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6E3E27E-2F99-F265-EED0-9E30979B8331}"/>
              </a:ext>
            </a:extLst>
          </p:cNvPr>
          <p:cNvSpPr txBox="1"/>
          <p:nvPr/>
        </p:nvSpPr>
        <p:spPr>
          <a:xfrm>
            <a:off x="7742613" y="3926700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76729F3-1BF1-E96A-FB00-C47DD22C6AE5}"/>
              </a:ext>
            </a:extLst>
          </p:cNvPr>
          <p:cNvSpPr/>
          <p:nvPr/>
        </p:nvSpPr>
        <p:spPr>
          <a:xfrm>
            <a:off x="9396647" y="4495583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B5E1D0B-A6FB-E4F8-0802-9A416CF8BEE6}"/>
              </a:ext>
            </a:extLst>
          </p:cNvPr>
          <p:cNvSpPr/>
          <p:nvPr/>
        </p:nvSpPr>
        <p:spPr>
          <a:xfrm flipH="1">
            <a:off x="9401211" y="4513304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97453C1-AA71-9596-C7DA-1DA67D8E66C1}"/>
              </a:ext>
            </a:extLst>
          </p:cNvPr>
          <p:cNvSpPr txBox="1"/>
          <p:nvPr/>
        </p:nvSpPr>
        <p:spPr>
          <a:xfrm>
            <a:off x="7992156" y="5591710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622E528C-FC5C-11BB-1723-168BE9F9D6D8}"/>
              </a:ext>
            </a:extLst>
          </p:cNvPr>
          <p:cNvSpPr/>
          <p:nvPr/>
        </p:nvSpPr>
        <p:spPr>
          <a:xfrm>
            <a:off x="7892771" y="5607191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D6AA55A8-29B1-2709-95D8-2E56229A74BC}"/>
              </a:ext>
            </a:extLst>
          </p:cNvPr>
          <p:cNvSpPr/>
          <p:nvPr/>
        </p:nvSpPr>
        <p:spPr>
          <a:xfrm>
            <a:off x="9388453" y="4453183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DC42BAE5-283A-022C-912B-9E96B1D60F3E}"/>
              </a:ext>
            </a:extLst>
          </p:cNvPr>
          <p:cNvSpPr/>
          <p:nvPr/>
        </p:nvSpPr>
        <p:spPr>
          <a:xfrm flipH="1">
            <a:off x="9393017" y="4470904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7A3DE6FB-E3F5-4D70-49FB-2CED9AED7AFC}"/>
              </a:ext>
            </a:extLst>
          </p:cNvPr>
          <p:cNvSpPr/>
          <p:nvPr/>
        </p:nvSpPr>
        <p:spPr>
          <a:xfrm>
            <a:off x="9552576" y="3590355"/>
            <a:ext cx="1930400" cy="242693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42F3347F-EF5B-7514-A29E-A6061DFB4CA5}"/>
              </a:ext>
            </a:extLst>
          </p:cNvPr>
          <p:cNvSpPr/>
          <p:nvPr/>
        </p:nvSpPr>
        <p:spPr>
          <a:xfrm>
            <a:off x="9552576" y="393869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45364A0-A2C1-DBB4-A31D-53C1321319E1}"/>
              </a:ext>
            </a:extLst>
          </p:cNvPr>
          <p:cNvSpPr txBox="1"/>
          <p:nvPr/>
        </p:nvSpPr>
        <p:spPr>
          <a:xfrm>
            <a:off x="9798444" y="3564834"/>
            <a:ext cx="143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Documenter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C8CF098-208E-AAAA-53D2-3D5B3FFAD4DE}"/>
              </a:ext>
            </a:extLst>
          </p:cNvPr>
          <p:cNvSpPr/>
          <p:nvPr/>
        </p:nvSpPr>
        <p:spPr>
          <a:xfrm>
            <a:off x="9567090" y="392056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1F363A8-2CB8-741C-96C8-09435296E831}"/>
              </a:ext>
            </a:extLst>
          </p:cNvPr>
          <p:cNvSpPr txBox="1"/>
          <p:nvPr/>
        </p:nvSpPr>
        <p:spPr>
          <a:xfrm>
            <a:off x="9723579" y="393869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0DE9DA0E-58EB-442E-1B40-AEFEC3CEBDBE}"/>
              </a:ext>
            </a:extLst>
          </p:cNvPr>
          <p:cNvSpPr/>
          <p:nvPr/>
        </p:nvSpPr>
        <p:spPr>
          <a:xfrm>
            <a:off x="11377613" y="450758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93A3E136-6A8C-D9F1-B35D-D363B3933A01}"/>
              </a:ext>
            </a:extLst>
          </p:cNvPr>
          <p:cNvSpPr/>
          <p:nvPr/>
        </p:nvSpPr>
        <p:spPr>
          <a:xfrm flipH="1">
            <a:off x="11382177" y="452530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0BF4B71-B6EF-9489-8A00-C985B20E39B0}"/>
              </a:ext>
            </a:extLst>
          </p:cNvPr>
          <p:cNvSpPr txBox="1"/>
          <p:nvPr/>
        </p:nvSpPr>
        <p:spPr>
          <a:xfrm>
            <a:off x="9973122" y="560370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EFA5262-40D2-0C64-1EB7-2569E3146F99}"/>
              </a:ext>
            </a:extLst>
          </p:cNvPr>
          <p:cNvSpPr/>
          <p:nvPr/>
        </p:nvSpPr>
        <p:spPr>
          <a:xfrm>
            <a:off x="9873737" y="561918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BA75656-DE5E-EE7B-7EE7-4D66B1A02018}"/>
              </a:ext>
            </a:extLst>
          </p:cNvPr>
          <p:cNvSpPr/>
          <p:nvPr/>
        </p:nvSpPr>
        <p:spPr>
          <a:xfrm>
            <a:off x="1121880" y="4611423"/>
            <a:ext cx="357316" cy="383450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774B18B4-1EF0-3E5F-49FB-E6413BDC8711}"/>
              </a:ext>
            </a:extLst>
          </p:cNvPr>
          <p:cNvSpPr/>
          <p:nvPr/>
        </p:nvSpPr>
        <p:spPr>
          <a:xfrm>
            <a:off x="5306129" y="6268641"/>
            <a:ext cx="3621457" cy="39092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Launch jobs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DA26251-C112-1FE0-8423-78A23F7B1F53}"/>
              </a:ext>
            </a:extLst>
          </p:cNvPr>
          <p:cNvSpPr txBox="1"/>
          <p:nvPr/>
        </p:nvSpPr>
        <p:spPr>
          <a:xfrm>
            <a:off x="1198963" y="6206902"/>
            <a:ext cx="3514873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When orchestrator is done, launch appears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And staging button goes away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CA1B1B0-FBCF-47A9-EB95-87A71DBE9D97}"/>
              </a:ext>
            </a:extLst>
          </p:cNvPr>
          <p:cNvCxnSpPr>
            <a:stCxn id="143" idx="3"/>
          </p:cNvCxnSpPr>
          <p:nvPr/>
        </p:nvCxnSpPr>
        <p:spPr>
          <a:xfrm>
            <a:off x="4713836" y="6468512"/>
            <a:ext cx="486814" cy="8488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ED045BC5-9301-6F84-EE5B-40DD55CB585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213" y="4406412"/>
            <a:ext cx="3219207" cy="286970"/>
          </a:xfrm>
          <a:prstGeom prst="bentConnector3">
            <a:avLst>
              <a:gd name="adj1" fmla="val 10010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3147A3B2-1B07-5FB9-18ED-5EA55EB08EC2}"/>
              </a:ext>
            </a:extLst>
          </p:cNvPr>
          <p:cNvSpPr/>
          <p:nvPr/>
        </p:nvSpPr>
        <p:spPr>
          <a:xfrm>
            <a:off x="9114579" y="6282267"/>
            <a:ext cx="926888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944A394-046F-5890-2560-9B226F0EB39C}"/>
              </a:ext>
            </a:extLst>
          </p:cNvPr>
          <p:cNvSpPr txBox="1"/>
          <p:nvPr/>
        </p:nvSpPr>
        <p:spPr>
          <a:xfrm>
            <a:off x="10104954" y="6166847"/>
            <a:ext cx="1913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Cancel will delete all agents, delete mission, and reset staging completely</a:t>
            </a:r>
          </a:p>
          <a:p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2D706C0-C0CE-F80A-AD33-C459408FC9B8}"/>
              </a:ext>
            </a:extLst>
          </p:cNvPr>
          <p:cNvSpPr txBox="1"/>
          <p:nvPr/>
        </p:nvSpPr>
        <p:spPr>
          <a:xfrm>
            <a:off x="51785" y="104464"/>
            <a:ext cx="273946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LAUNCH PANEL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349C67-1E88-FF89-16A2-47A23021A6E5}"/>
              </a:ext>
            </a:extLst>
          </p:cNvPr>
          <p:cNvSpPr/>
          <p:nvPr/>
        </p:nvSpPr>
        <p:spPr>
          <a:xfrm flipV="1">
            <a:off x="11789146" y="4656153"/>
            <a:ext cx="357316" cy="3834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389071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70A43-5F3C-06D1-E43F-E902AD21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4282EC-0D2E-D397-D125-7CEBAC2B1796}"/>
              </a:ext>
            </a:extLst>
          </p:cNvPr>
          <p:cNvSpPr/>
          <p:nvPr/>
        </p:nvSpPr>
        <p:spPr>
          <a:xfrm>
            <a:off x="-50092" y="0"/>
            <a:ext cx="109881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483CC3-C695-4A66-965F-E496A9168587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498343D-2249-54D6-AA69-20CB71E1FF5E}"/>
              </a:ext>
            </a:extLst>
          </p:cNvPr>
          <p:cNvSpPr/>
          <p:nvPr/>
        </p:nvSpPr>
        <p:spPr>
          <a:xfrm>
            <a:off x="3660628" y="840707"/>
            <a:ext cx="4067168" cy="2426938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BB00341-8E15-0A99-3D51-BAE4FD4E2E1D}"/>
              </a:ext>
            </a:extLst>
          </p:cNvPr>
          <p:cNvSpPr/>
          <p:nvPr/>
        </p:nvSpPr>
        <p:spPr>
          <a:xfrm>
            <a:off x="3660628" y="1134061"/>
            <a:ext cx="4067168" cy="2122644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BDA4C6-225A-60F8-407D-5957CF73B2B4}"/>
              </a:ext>
            </a:extLst>
          </p:cNvPr>
          <p:cNvSpPr txBox="1"/>
          <p:nvPr/>
        </p:nvSpPr>
        <p:spPr>
          <a:xfrm>
            <a:off x="4469339" y="80271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Description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F6ECDF-9F2C-C1FB-50BB-8E389B3EFC26}"/>
              </a:ext>
            </a:extLst>
          </p:cNvPr>
          <p:cNvSpPr txBox="1"/>
          <p:nvPr/>
        </p:nvSpPr>
        <p:spPr>
          <a:xfrm>
            <a:off x="3798052" y="1280491"/>
            <a:ext cx="3679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Project description as written by the developer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(DB </a:t>
            </a:r>
            <a:r>
              <a:rPr lang="en-US" sz="1600" dirty="0" err="1">
                <a:solidFill>
                  <a:schemeClr val="bg1"/>
                </a:solidFill>
              </a:rPr>
              <a:t>project_description</a:t>
            </a:r>
            <a:r>
              <a:rPr lang="en-US" sz="1600" dirty="0">
                <a:solidFill>
                  <a:schemeClr val="bg1"/>
                </a:solidFill>
              </a:rPr>
              <a:t> or </a:t>
            </a:r>
            <a:r>
              <a:rPr lang="en-US" sz="1600" dirty="0" err="1">
                <a:solidFill>
                  <a:schemeClr val="bg1"/>
                </a:solidFill>
              </a:rPr>
              <a:t>project.description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E4001C-1FA6-E0D0-8EA1-EDFCD0B17EDD}"/>
              </a:ext>
            </a:extLst>
          </p:cNvPr>
          <p:cNvSpPr txBox="1"/>
          <p:nvPr/>
        </p:nvSpPr>
        <p:spPr>
          <a:xfrm>
            <a:off x="6821965" y="2862679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FDCE2D6-D1B4-B0BD-2487-BA685CDB1B2B}"/>
              </a:ext>
            </a:extLst>
          </p:cNvPr>
          <p:cNvSpPr/>
          <p:nvPr/>
        </p:nvSpPr>
        <p:spPr>
          <a:xfrm>
            <a:off x="6828362" y="2896693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7EC8822-DF7A-CEFA-D9D3-A8395D44D82F}"/>
              </a:ext>
            </a:extLst>
          </p:cNvPr>
          <p:cNvSpPr/>
          <p:nvPr/>
        </p:nvSpPr>
        <p:spPr>
          <a:xfrm>
            <a:off x="7795001" y="856656"/>
            <a:ext cx="4067168" cy="2375355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483820-E000-D175-24B4-A49183C9A046}"/>
              </a:ext>
            </a:extLst>
          </p:cNvPr>
          <p:cNvSpPr/>
          <p:nvPr/>
        </p:nvSpPr>
        <p:spPr>
          <a:xfrm>
            <a:off x="7795001" y="1150010"/>
            <a:ext cx="4067168" cy="2082001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502E6A-7CCA-C981-9842-7E70DDB4B74F}"/>
              </a:ext>
            </a:extLst>
          </p:cNvPr>
          <p:cNvSpPr txBox="1"/>
          <p:nvPr/>
        </p:nvSpPr>
        <p:spPr>
          <a:xfrm>
            <a:off x="8393239" y="824813"/>
            <a:ext cx="311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Orchestrator Created Mission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12FF0B-ED57-6609-3865-55C3CFBE8E8A}"/>
              </a:ext>
            </a:extLst>
          </p:cNvPr>
          <p:cNvSpPr txBox="1"/>
          <p:nvPr/>
        </p:nvSpPr>
        <p:spPr>
          <a:xfrm>
            <a:off x="7932425" y="1296440"/>
            <a:ext cx="36793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Mission appears here via </a:t>
            </a:r>
            <a:r>
              <a:rPr lang="en-US" sz="1600" dirty="0" err="1">
                <a:solidFill>
                  <a:schemeClr val="bg1"/>
                </a:solidFill>
              </a:rPr>
              <a:t>Websocket</a:t>
            </a:r>
            <a:r>
              <a:rPr lang="en-US" sz="1600" dirty="0">
                <a:solidFill>
                  <a:schemeClr val="bg1"/>
                </a:solidFill>
              </a:rPr>
              <a:t> structure when Orchestrator finishes creating and saving mission to DB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(DB </a:t>
            </a:r>
            <a:r>
              <a:rPr lang="en-US" sz="1600" dirty="0" err="1">
                <a:solidFill>
                  <a:schemeClr val="bg1"/>
                </a:solidFill>
              </a:rPr>
              <a:t>project_mission</a:t>
            </a:r>
            <a:r>
              <a:rPr lang="en-US" sz="1600" dirty="0">
                <a:solidFill>
                  <a:schemeClr val="bg1"/>
                </a:solidFill>
              </a:rPr>
              <a:t> or </a:t>
            </a:r>
            <a:r>
              <a:rPr lang="en-US" sz="1600" dirty="0" err="1">
                <a:solidFill>
                  <a:schemeClr val="bg1"/>
                </a:solidFill>
              </a:rPr>
              <a:t>project.missoin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05A4E4-2DAC-74D6-2208-38E46A8C6C52}"/>
              </a:ext>
            </a:extLst>
          </p:cNvPr>
          <p:cNvSpPr txBox="1"/>
          <p:nvPr/>
        </p:nvSpPr>
        <p:spPr>
          <a:xfrm>
            <a:off x="10967976" y="2830956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0A29389-50E3-2C16-064A-CD487AAFBD59}"/>
              </a:ext>
            </a:extLst>
          </p:cNvPr>
          <p:cNvSpPr/>
          <p:nvPr/>
        </p:nvSpPr>
        <p:spPr>
          <a:xfrm>
            <a:off x="10967976" y="2862679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C567B8E-7034-1250-C336-25B196B09957}"/>
              </a:ext>
            </a:extLst>
          </p:cNvPr>
          <p:cNvSpPr/>
          <p:nvPr/>
        </p:nvSpPr>
        <p:spPr>
          <a:xfrm>
            <a:off x="7564566" y="1367446"/>
            <a:ext cx="72065" cy="1495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332966F-979B-55D7-FCFE-2C5A19DDFCC3}"/>
              </a:ext>
            </a:extLst>
          </p:cNvPr>
          <p:cNvSpPr/>
          <p:nvPr/>
        </p:nvSpPr>
        <p:spPr>
          <a:xfrm flipH="1">
            <a:off x="7569129" y="1385167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9B38EFA-1E59-808A-ABF6-C4A47E0B6BC9}"/>
              </a:ext>
            </a:extLst>
          </p:cNvPr>
          <p:cNvSpPr txBox="1"/>
          <p:nvPr/>
        </p:nvSpPr>
        <p:spPr>
          <a:xfrm>
            <a:off x="2215500" y="3645693"/>
            <a:ext cx="929583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Agent team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3BA5F0B0-0EEA-F716-48B1-07FCD9819580}"/>
              </a:ext>
            </a:extLst>
          </p:cNvPr>
          <p:cNvSpPr/>
          <p:nvPr/>
        </p:nvSpPr>
        <p:spPr>
          <a:xfrm>
            <a:off x="1729771" y="4624066"/>
            <a:ext cx="1376433" cy="27681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Stage Project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DD31B20-A80A-E448-15A6-CE8EB0BEE5E7}"/>
              </a:ext>
            </a:extLst>
          </p:cNvPr>
          <p:cNvSpPr txBox="1"/>
          <p:nvPr/>
        </p:nvSpPr>
        <p:spPr>
          <a:xfrm>
            <a:off x="51785" y="104464"/>
            <a:ext cx="135235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Initial State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BBCBD1-20B1-C9E4-094A-DE6A6743CAC6}"/>
              </a:ext>
            </a:extLst>
          </p:cNvPr>
          <p:cNvSpPr/>
          <p:nvPr/>
        </p:nvSpPr>
        <p:spPr>
          <a:xfrm>
            <a:off x="11700029" y="1335723"/>
            <a:ext cx="72065" cy="1495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DCB242-95A7-697F-83E8-FBE0D26051C4}"/>
              </a:ext>
            </a:extLst>
          </p:cNvPr>
          <p:cNvSpPr/>
          <p:nvPr/>
        </p:nvSpPr>
        <p:spPr>
          <a:xfrm flipH="1">
            <a:off x="11704592" y="1353444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C52ACC-EC97-8A3D-3303-F2F5C290E29B}"/>
              </a:ext>
            </a:extLst>
          </p:cNvPr>
          <p:cNvSpPr txBox="1"/>
          <p:nvPr/>
        </p:nvSpPr>
        <p:spPr>
          <a:xfrm>
            <a:off x="5102364" y="4295402"/>
            <a:ext cx="4090497" cy="206210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Remaining Agents appear here via </a:t>
            </a:r>
            <a:r>
              <a:rPr lang="en-US" sz="1600" dirty="0" err="1">
                <a:solidFill>
                  <a:schemeClr val="bg1"/>
                </a:solidFill>
              </a:rPr>
              <a:t>Websocket</a:t>
            </a:r>
            <a:r>
              <a:rPr lang="en-US" sz="1600" dirty="0">
                <a:solidFill>
                  <a:schemeClr val="bg1"/>
                </a:solidFill>
              </a:rPr>
              <a:t> structure when Orchestrator finishes assigning them to project.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No additional orchestrators can be created!! Only one at any given time in a project. A second can be created as /handover MCP command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37A8A7-97E5-1B82-4B04-A0C1A11F803D}"/>
              </a:ext>
            </a:extLst>
          </p:cNvPr>
          <p:cNvSpPr/>
          <p:nvPr/>
        </p:nvSpPr>
        <p:spPr>
          <a:xfrm>
            <a:off x="1557062" y="4151313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D6C0A5-A1BA-CA01-3EB3-52F7D8AB1952}"/>
              </a:ext>
            </a:extLst>
          </p:cNvPr>
          <p:cNvSpPr/>
          <p:nvPr/>
        </p:nvSpPr>
        <p:spPr>
          <a:xfrm>
            <a:off x="1557062" y="4499655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6AB731-5237-BAFB-9597-5ED4D4190333}"/>
              </a:ext>
            </a:extLst>
          </p:cNvPr>
          <p:cNvSpPr txBox="1"/>
          <p:nvPr/>
        </p:nvSpPr>
        <p:spPr>
          <a:xfrm>
            <a:off x="1851437" y="4151313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376585-F37C-1341-B4F5-385AF2DD40B7}"/>
              </a:ext>
            </a:extLst>
          </p:cNvPr>
          <p:cNvSpPr/>
          <p:nvPr/>
        </p:nvSpPr>
        <p:spPr>
          <a:xfrm>
            <a:off x="1571576" y="4481518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141F92-C90A-E800-59C8-784E66354294}"/>
              </a:ext>
            </a:extLst>
          </p:cNvPr>
          <p:cNvSpPr txBox="1"/>
          <p:nvPr/>
        </p:nvSpPr>
        <p:spPr>
          <a:xfrm>
            <a:off x="1666083" y="5008044"/>
            <a:ext cx="162151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Role:  FROM TEMPLATE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07E727-B38E-B56E-055A-0A0E1FB31236}"/>
              </a:ext>
            </a:extLst>
          </p:cNvPr>
          <p:cNvSpPr/>
          <p:nvPr/>
        </p:nvSpPr>
        <p:spPr>
          <a:xfrm>
            <a:off x="3382099" y="5068538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0350866-533F-EF49-FCCB-C5CACA2C64FE}"/>
              </a:ext>
            </a:extLst>
          </p:cNvPr>
          <p:cNvSpPr/>
          <p:nvPr/>
        </p:nvSpPr>
        <p:spPr>
          <a:xfrm flipH="1">
            <a:off x="3386663" y="5086259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1D2357-C08F-7509-F1D3-22031DD3AB7F}"/>
              </a:ext>
            </a:extLst>
          </p:cNvPr>
          <p:cNvSpPr/>
          <p:nvPr/>
        </p:nvSpPr>
        <p:spPr>
          <a:xfrm rot="10800000" flipV="1">
            <a:off x="1096138" y="5155503"/>
            <a:ext cx="357316" cy="3834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B196355-6165-9E6D-00B4-C7BC13EE5EA5}"/>
              </a:ext>
            </a:extLst>
          </p:cNvPr>
          <p:cNvSpPr/>
          <p:nvPr/>
        </p:nvSpPr>
        <p:spPr>
          <a:xfrm>
            <a:off x="1729771" y="1942210"/>
            <a:ext cx="1098816" cy="3693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Activated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9EF200-88DE-8092-BC9E-7663102EB0CE}"/>
              </a:ext>
            </a:extLst>
          </p:cNvPr>
          <p:cNvSpPr txBox="1"/>
          <p:nvPr/>
        </p:nvSpPr>
        <p:spPr>
          <a:xfrm>
            <a:off x="3591069" y="4283798"/>
            <a:ext cx="1407688" cy="206210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Orchestrator appears here as it is assigned when project is activated!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78EB92-9564-F151-2190-A75151179A87}"/>
              </a:ext>
            </a:extLst>
          </p:cNvPr>
          <p:cNvSpPr/>
          <p:nvPr/>
        </p:nvSpPr>
        <p:spPr>
          <a:xfrm rot="10800000" flipV="1">
            <a:off x="11611798" y="5138827"/>
            <a:ext cx="357316" cy="3834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212185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C1886-0007-F220-B2BC-CD8B8018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F24034-6891-FB68-A43F-9C09A7B51B39}"/>
              </a:ext>
            </a:extLst>
          </p:cNvPr>
          <p:cNvSpPr/>
          <p:nvPr/>
        </p:nvSpPr>
        <p:spPr>
          <a:xfrm>
            <a:off x="-50092" y="0"/>
            <a:ext cx="109881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FAB077-DE01-7630-0D06-C1CB0FF505DE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138E55C-8361-C65C-D989-0DD56B757973}"/>
              </a:ext>
            </a:extLst>
          </p:cNvPr>
          <p:cNvSpPr/>
          <p:nvPr/>
        </p:nvSpPr>
        <p:spPr>
          <a:xfrm>
            <a:off x="3660628" y="840707"/>
            <a:ext cx="4067168" cy="2426938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2C54719-550C-DB79-0731-03179DBEF238}"/>
              </a:ext>
            </a:extLst>
          </p:cNvPr>
          <p:cNvSpPr/>
          <p:nvPr/>
        </p:nvSpPr>
        <p:spPr>
          <a:xfrm>
            <a:off x="3660628" y="1134061"/>
            <a:ext cx="4067168" cy="2122644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0C206A-4B29-8CD5-7ABB-5156E88173B4}"/>
              </a:ext>
            </a:extLst>
          </p:cNvPr>
          <p:cNvSpPr txBox="1"/>
          <p:nvPr/>
        </p:nvSpPr>
        <p:spPr>
          <a:xfrm>
            <a:off x="4469339" y="80271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Description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5074FD-AFB4-36B0-31E8-3F09B2DD27B4}"/>
              </a:ext>
            </a:extLst>
          </p:cNvPr>
          <p:cNvSpPr txBox="1"/>
          <p:nvPr/>
        </p:nvSpPr>
        <p:spPr>
          <a:xfrm>
            <a:off x="3798052" y="1280491"/>
            <a:ext cx="3679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Project description as written by the developer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(DB </a:t>
            </a:r>
            <a:r>
              <a:rPr lang="en-US" sz="1600" dirty="0" err="1">
                <a:solidFill>
                  <a:schemeClr val="bg1"/>
                </a:solidFill>
              </a:rPr>
              <a:t>project_description</a:t>
            </a:r>
            <a:r>
              <a:rPr lang="en-US" sz="1600" dirty="0">
                <a:solidFill>
                  <a:schemeClr val="bg1"/>
                </a:solidFill>
              </a:rPr>
              <a:t> or </a:t>
            </a:r>
            <a:r>
              <a:rPr lang="en-US" sz="1600" dirty="0" err="1">
                <a:solidFill>
                  <a:schemeClr val="bg1"/>
                </a:solidFill>
              </a:rPr>
              <a:t>project.description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261E8C-0FA5-19F9-BA6A-0CF14AD8BC10}"/>
              </a:ext>
            </a:extLst>
          </p:cNvPr>
          <p:cNvSpPr txBox="1"/>
          <p:nvPr/>
        </p:nvSpPr>
        <p:spPr>
          <a:xfrm>
            <a:off x="6821965" y="2862679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51718F4-1553-3965-E99A-B9B9C8E0164F}"/>
              </a:ext>
            </a:extLst>
          </p:cNvPr>
          <p:cNvSpPr/>
          <p:nvPr/>
        </p:nvSpPr>
        <p:spPr>
          <a:xfrm>
            <a:off x="6828362" y="2896693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B726759-7096-83E2-F798-55EA8366BB7C}"/>
              </a:ext>
            </a:extLst>
          </p:cNvPr>
          <p:cNvSpPr/>
          <p:nvPr/>
        </p:nvSpPr>
        <p:spPr>
          <a:xfrm>
            <a:off x="7795001" y="856656"/>
            <a:ext cx="4067168" cy="2375355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80BCAE8-5C55-27C7-7E94-05018D0FE951}"/>
              </a:ext>
            </a:extLst>
          </p:cNvPr>
          <p:cNvSpPr/>
          <p:nvPr/>
        </p:nvSpPr>
        <p:spPr>
          <a:xfrm>
            <a:off x="7795001" y="1150010"/>
            <a:ext cx="4067168" cy="2082001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26D16A-047B-1F5F-B602-57BBE482C130}"/>
              </a:ext>
            </a:extLst>
          </p:cNvPr>
          <p:cNvSpPr txBox="1"/>
          <p:nvPr/>
        </p:nvSpPr>
        <p:spPr>
          <a:xfrm>
            <a:off x="8393239" y="824813"/>
            <a:ext cx="311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Orchestrator Created Mission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800725-560B-B8E3-9B6B-D2D00E6E0563}"/>
              </a:ext>
            </a:extLst>
          </p:cNvPr>
          <p:cNvSpPr txBox="1"/>
          <p:nvPr/>
        </p:nvSpPr>
        <p:spPr>
          <a:xfrm>
            <a:off x="7932425" y="1296440"/>
            <a:ext cx="36793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IPSUM LOREM IPSUM LOREM ISUM LOREM ISUM LOREM IPSUM LOREM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Generated Mission by </a:t>
            </a:r>
            <a:r>
              <a:rPr lang="en-US" sz="1600" dirty="0" err="1">
                <a:solidFill>
                  <a:schemeClr val="bg1"/>
                </a:solidFill>
              </a:rPr>
              <a:t>Orchestrtor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(DB </a:t>
            </a:r>
            <a:r>
              <a:rPr lang="en-US" sz="1600" dirty="0" err="1">
                <a:solidFill>
                  <a:schemeClr val="bg1"/>
                </a:solidFill>
              </a:rPr>
              <a:t>project_mission</a:t>
            </a:r>
            <a:r>
              <a:rPr lang="en-US" sz="1600" dirty="0">
                <a:solidFill>
                  <a:schemeClr val="bg1"/>
                </a:solidFill>
              </a:rPr>
              <a:t> or </a:t>
            </a:r>
            <a:r>
              <a:rPr lang="en-US" sz="1600" dirty="0" err="1">
                <a:solidFill>
                  <a:schemeClr val="bg1"/>
                </a:solidFill>
              </a:rPr>
              <a:t>project.missoin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2611E8-A96F-68EE-CE6E-D43871D5C72E}"/>
              </a:ext>
            </a:extLst>
          </p:cNvPr>
          <p:cNvSpPr txBox="1"/>
          <p:nvPr/>
        </p:nvSpPr>
        <p:spPr>
          <a:xfrm>
            <a:off x="10967976" y="2830956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5CF792-353F-5268-50D4-198C1D1D84CF}"/>
              </a:ext>
            </a:extLst>
          </p:cNvPr>
          <p:cNvSpPr/>
          <p:nvPr/>
        </p:nvSpPr>
        <p:spPr>
          <a:xfrm>
            <a:off x="10967976" y="2862679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8FD2DE7-92CC-2E52-35D5-8C4696852349}"/>
              </a:ext>
            </a:extLst>
          </p:cNvPr>
          <p:cNvSpPr/>
          <p:nvPr/>
        </p:nvSpPr>
        <p:spPr>
          <a:xfrm>
            <a:off x="7564566" y="1367446"/>
            <a:ext cx="72065" cy="1495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062203A-38F8-5F61-9AB4-576DA78BF210}"/>
              </a:ext>
            </a:extLst>
          </p:cNvPr>
          <p:cNvSpPr/>
          <p:nvPr/>
        </p:nvSpPr>
        <p:spPr>
          <a:xfrm flipH="1">
            <a:off x="7569129" y="1385167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1CFA9CB-8672-B1DB-6626-3D7A0008FEB1}"/>
              </a:ext>
            </a:extLst>
          </p:cNvPr>
          <p:cNvSpPr txBox="1"/>
          <p:nvPr/>
        </p:nvSpPr>
        <p:spPr>
          <a:xfrm>
            <a:off x="2215500" y="3645693"/>
            <a:ext cx="929583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Agent team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578DF67A-C372-41B9-17ED-ED6D68743CB8}"/>
              </a:ext>
            </a:extLst>
          </p:cNvPr>
          <p:cNvSpPr/>
          <p:nvPr/>
        </p:nvSpPr>
        <p:spPr>
          <a:xfrm>
            <a:off x="1729771" y="4624066"/>
            <a:ext cx="1376433" cy="27681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Stage Project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855AD88-7B80-080E-DBF6-FF2E03231E4B}"/>
              </a:ext>
            </a:extLst>
          </p:cNvPr>
          <p:cNvSpPr txBox="1"/>
          <p:nvPr/>
        </p:nvSpPr>
        <p:spPr>
          <a:xfrm>
            <a:off x="51785" y="104464"/>
            <a:ext cx="246939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Finished Staging phase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254360-06CC-CC43-526E-2A6651F64125}"/>
              </a:ext>
            </a:extLst>
          </p:cNvPr>
          <p:cNvSpPr/>
          <p:nvPr/>
        </p:nvSpPr>
        <p:spPr>
          <a:xfrm>
            <a:off x="11700029" y="1335723"/>
            <a:ext cx="72065" cy="1495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E85CB8-B365-11FA-4CAC-E8FCD636953F}"/>
              </a:ext>
            </a:extLst>
          </p:cNvPr>
          <p:cNvSpPr/>
          <p:nvPr/>
        </p:nvSpPr>
        <p:spPr>
          <a:xfrm flipH="1">
            <a:off x="11704592" y="1353444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5A692D-1223-7C83-9003-8234D033A68D}"/>
              </a:ext>
            </a:extLst>
          </p:cNvPr>
          <p:cNvSpPr/>
          <p:nvPr/>
        </p:nvSpPr>
        <p:spPr>
          <a:xfrm>
            <a:off x="1557062" y="4151313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5A2009-1E88-FD57-26B5-E0371A807F82}"/>
              </a:ext>
            </a:extLst>
          </p:cNvPr>
          <p:cNvSpPr/>
          <p:nvPr/>
        </p:nvSpPr>
        <p:spPr>
          <a:xfrm>
            <a:off x="1557062" y="4499655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E9CEA3-2EC7-6DA3-1AC5-F1BE2BEBFE18}"/>
              </a:ext>
            </a:extLst>
          </p:cNvPr>
          <p:cNvSpPr txBox="1"/>
          <p:nvPr/>
        </p:nvSpPr>
        <p:spPr>
          <a:xfrm>
            <a:off x="1851437" y="4151313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6E07D4-3D0C-8B35-0163-5BE8739CFA22}"/>
              </a:ext>
            </a:extLst>
          </p:cNvPr>
          <p:cNvSpPr/>
          <p:nvPr/>
        </p:nvSpPr>
        <p:spPr>
          <a:xfrm>
            <a:off x="1571576" y="4481518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85835-0C2A-DB4B-DCBB-70BCAEDCBC62}"/>
              </a:ext>
            </a:extLst>
          </p:cNvPr>
          <p:cNvSpPr txBox="1"/>
          <p:nvPr/>
        </p:nvSpPr>
        <p:spPr>
          <a:xfrm>
            <a:off x="1666083" y="5008044"/>
            <a:ext cx="162151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Role:  FROM TEMPLATE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EB1A09-7BC3-F51B-CA18-5F4296DA44C3}"/>
              </a:ext>
            </a:extLst>
          </p:cNvPr>
          <p:cNvSpPr/>
          <p:nvPr/>
        </p:nvSpPr>
        <p:spPr>
          <a:xfrm>
            <a:off x="3382099" y="5068538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5E9476-841E-0179-2AE4-433E6FAE92BF}"/>
              </a:ext>
            </a:extLst>
          </p:cNvPr>
          <p:cNvSpPr/>
          <p:nvPr/>
        </p:nvSpPr>
        <p:spPr>
          <a:xfrm flipH="1">
            <a:off x="3386663" y="5086259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72BE7F-68AF-8DD8-228D-ED300623E051}"/>
              </a:ext>
            </a:extLst>
          </p:cNvPr>
          <p:cNvSpPr/>
          <p:nvPr/>
        </p:nvSpPr>
        <p:spPr>
          <a:xfrm rot="10800000" flipV="1">
            <a:off x="1096138" y="5155503"/>
            <a:ext cx="357316" cy="3834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9AF7622-66BF-2892-968E-47A2D29C318E}"/>
              </a:ext>
            </a:extLst>
          </p:cNvPr>
          <p:cNvSpPr/>
          <p:nvPr/>
        </p:nvSpPr>
        <p:spPr>
          <a:xfrm>
            <a:off x="1557062" y="1942210"/>
            <a:ext cx="1438123" cy="36933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Launch Jobs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345D25B-AA84-DDCC-BCB0-1AE346C94611}"/>
              </a:ext>
            </a:extLst>
          </p:cNvPr>
          <p:cNvSpPr/>
          <p:nvPr/>
        </p:nvSpPr>
        <p:spPr>
          <a:xfrm rot="10800000" flipV="1">
            <a:off x="11611798" y="5138827"/>
            <a:ext cx="357316" cy="3834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1B2005-FDBA-794A-676B-15132EEA16D8}"/>
              </a:ext>
            </a:extLst>
          </p:cNvPr>
          <p:cNvSpPr/>
          <p:nvPr/>
        </p:nvSpPr>
        <p:spPr>
          <a:xfrm>
            <a:off x="3660628" y="4322413"/>
            <a:ext cx="1543286" cy="175002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C3622F-6B5D-91EF-4887-D18DB95068A8}"/>
              </a:ext>
            </a:extLst>
          </p:cNvPr>
          <p:cNvSpPr/>
          <p:nvPr/>
        </p:nvSpPr>
        <p:spPr>
          <a:xfrm>
            <a:off x="3660628" y="4670755"/>
            <a:ext cx="1543286" cy="14988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A25FBE-7CD1-EADB-608B-60A29164D167}"/>
              </a:ext>
            </a:extLst>
          </p:cNvPr>
          <p:cNvSpPr txBox="1"/>
          <p:nvPr/>
        </p:nvSpPr>
        <p:spPr>
          <a:xfrm>
            <a:off x="4065932" y="4301423"/>
            <a:ext cx="824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38E168-B8F2-623C-02A3-11631FA047C3}"/>
              </a:ext>
            </a:extLst>
          </p:cNvPr>
          <p:cNvSpPr/>
          <p:nvPr/>
        </p:nvSpPr>
        <p:spPr>
          <a:xfrm>
            <a:off x="3668792" y="4652618"/>
            <a:ext cx="1529509" cy="874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F5C6C1-92F4-100C-A362-FBC24D57D667}"/>
              </a:ext>
            </a:extLst>
          </p:cNvPr>
          <p:cNvSpPr txBox="1"/>
          <p:nvPr/>
        </p:nvSpPr>
        <p:spPr>
          <a:xfrm>
            <a:off x="3831631" y="4670755"/>
            <a:ext cx="1296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900" dirty="0" err="1">
                <a:solidFill>
                  <a:schemeClr val="bg1"/>
                </a:solidFill>
              </a:rPr>
              <a:t>Xxxxxxxxxxxx</a:t>
            </a:r>
            <a:endParaRPr lang="en-US" sz="9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Role:</a:t>
            </a:r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FE5CFC-A81F-9584-76CE-41188E141131}"/>
              </a:ext>
            </a:extLst>
          </p:cNvPr>
          <p:cNvSpPr/>
          <p:nvPr/>
        </p:nvSpPr>
        <p:spPr>
          <a:xfrm>
            <a:off x="5485665" y="5239638"/>
            <a:ext cx="45719" cy="4435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12FA4E-AA96-B705-197C-B5E884BF5F18}"/>
              </a:ext>
            </a:extLst>
          </p:cNvPr>
          <p:cNvSpPr/>
          <p:nvPr/>
        </p:nvSpPr>
        <p:spPr>
          <a:xfrm flipH="1">
            <a:off x="5490228" y="5257359"/>
            <a:ext cx="45719" cy="9517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2CAA609-1557-5D76-CB30-7CF4574EED97}"/>
              </a:ext>
            </a:extLst>
          </p:cNvPr>
          <p:cNvSpPr/>
          <p:nvPr/>
        </p:nvSpPr>
        <p:spPr>
          <a:xfrm>
            <a:off x="5649788" y="4322413"/>
            <a:ext cx="1543286" cy="17500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7D0C052-CBC3-5B17-9E1A-D897932C0715}"/>
              </a:ext>
            </a:extLst>
          </p:cNvPr>
          <p:cNvSpPr/>
          <p:nvPr/>
        </p:nvSpPr>
        <p:spPr>
          <a:xfrm>
            <a:off x="5649788" y="4670755"/>
            <a:ext cx="1543286" cy="14988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82BF4B-590B-C93F-027F-493D716E376C}"/>
              </a:ext>
            </a:extLst>
          </p:cNvPr>
          <p:cNvSpPr txBox="1"/>
          <p:nvPr/>
        </p:nvSpPr>
        <p:spPr>
          <a:xfrm>
            <a:off x="5896183" y="4301423"/>
            <a:ext cx="117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B1FC1D-882E-F72F-1DAC-0CDC6943F6B4}"/>
              </a:ext>
            </a:extLst>
          </p:cNvPr>
          <p:cNvSpPr/>
          <p:nvPr/>
        </p:nvSpPr>
        <p:spPr>
          <a:xfrm>
            <a:off x="5657952" y="4652618"/>
            <a:ext cx="1529509" cy="874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50BF2C-3A34-8A4B-72A3-90593DD25AF8}"/>
              </a:ext>
            </a:extLst>
          </p:cNvPr>
          <p:cNvSpPr txBox="1"/>
          <p:nvPr/>
        </p:nvSpPr>
        <p:spPr>
          <a:xfrm>
            <a:off x="5820791" y="4670755"/>
            <a:ext cx="1296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900" dirty="0" err="1">
                <a:solidFill>
                  <a:schemeClr val="bg1"/>
                </a:solidFill>
              </a:rPr>
              <a:t>Xxxxxxxxxxxx</a:t>
            </a:r>
            <a:endParaRPr lang="en-US" sz="9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Role:</a:t>
            </a:r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8EB9018-0512-24D8-BD17-37A29AAB0BA2}"/>
              </a:ext>
            </a:extLst>
          </p:cNvPr>
          <p:cNvSpPr/>
          <p:nvPr/>
        </p:nvSpPr>
        <p:spPr>
          <a:xfrm>
            <a:off x="7474825" y="5239638"/>
            <a:ext cx="45719" cy="4435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AD2BE5A-7309-420F-44A4-5B1629052ECA}"/>
              </a:ext>
            </a:extLst>
          </p:cNvPr>
          <p:cNvSpPr/>
          <p:nvPr/>
        </p:nvSpPr>
        <p:spPr>
          <a:xfrm flipH="1">
            <a:off x="7479388" y="5257359"/>
            <a:ext cx="45719" cy="9517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C77EA6E-2284-2E10-67A1-85A9F6D984A2}"/>
              </a:ext>
            </a:extLst>
          </p:cNvPr>
          <p:cNvSpPr/>
          <p:nvPr/>
        </p:nvSpPr>
        <p:spPr>
          <a:xfrm>
            <a:off x="7643228" y="4333633"/>
            <a:ext cx="1543286" cy="175002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78D459-6D5B-1017-6C2A-664E0CA17729}"/>
              </a:ext>
            </a:extLst>
          </p:cNvPr>
          <p:cNvSpPr/>
          <p:nvPr/>
        </p:nvSpPr>
        <p:spPr>
          <a:xfrm>
            <a:off x="7643228" y="4681975"/>
            <a:ext cx="1543286" cy="14988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499EC0-3A22-9BED-9997-F6B2901B7638}"/>
              </a:ext>
            </a:extLst>
          </p:cNvPr>
          <p:cNvSpPr txBox="1"/>
          <p:nvPr/>
        </p:nvSpPr>
        <p:spPr>
          <a:xfrm>
            <a:off x="8014050" y="4306434"/>
            <a:ext cx="87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Reviewer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1923C5-C4D2-9369-8A80-69957B72F0CE}"/>
              </a:ext>
            </a:extLst>
          </p:cNvPr>
          <p:cNvSpPr/>
          <p:nvPr/>
        </p:nvSpPr>
        <p:spPr>
          <a:xfrm>
            <a:off x="7651392" y="4663838"/>
            <a:ext cx="1529509" cy="874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FA74C0-8924-158A-750E-E433B932BB14}"/>
              </a:ext>
            </a:extLst>
          </p:cNvPr>
          <p:cNvSpPr txBox="1"/>
          <p:nvPr/>
        </p:nvSpPr>
        <p:spPr>
          <a:xfrm>
            <a:off x="7814231" y="4681975"/>
            <a:ext cx="1296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900" dirty="0" err="1">
                <a:solidFill>
                  <a:schemeClr val="bg1"/>
                </a:solidFill>
              </a:rPr>
              <a:t>Xxxxxxxxxxxx</a:t>
            </a:r>
            <a:endParaRPr lang="en-US" sz="9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Role:</a:t>
            </a:r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4DF8A11-1423-9B75-9899-C0B0AD96A2BD}"/>
              </a:ext>
            </a:extLst>
          </p:cNvPr>
          <p:cNvSpPr/>
          <p:nvPr/>
        </p:nvSpPr>
        <p:spPr>
          <a:xfrm>
            <a:off x="9468265" y="5194234"/>
            <a:ext cx="45719" cy="4435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4ACC817-8A5E-FDBF-76B9-E9363F447FC0}"/>
              </a:ext>
            </a:extLst>
          </p:cNvPr>
          <p:cNvSpPr/>
          <p:nvPr/>
        </p:nvSpPr>
        <p:spPr>
          <a:xfrm flipH="1">
            <a:off x="9472828" y="5211955"/>
            <a:ext cx="45719" cy="9517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403ED9F-7F5E-774E-FF5B-BDE49932B42D}"/>
              </a:ext>
            </a:extLst>
          </p:cNvPr>
          <p:cNvSpPr/>
          <p:nvPr/>
        </p:nvSpPr>
        <p:spPr>
          <a:xfrm>
            <a:off x="9632388" y="4331406"/>
            <a:ext cx="1543286" cy="175002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24EAC4C-DE99-6960-2F3B-A17EEC6E012A}"/>
              </a:ext>
            </a:extLst>
          </p:cNvPr>
          <p:cNvSpPr/>
          <p:nvPr/>
        </p:nvSpPr>
        <p:spPr>
          <a:xfrm>
            <a:off x="9632388" y="4679748"/>
            <a:ext cx="1543286" cy="14988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BC9E85-9432-7849-E355-62AFD6BB096E}"/>
              </a:ext>
            </a:extLst>
          </p:cNvPr>
          <p:cNvSpPr txBox="1"/>
          <p:nvPr/>
        </p:nvSpPr>
        <p:spPr>
          <a:xfrm>
            <a:off x="10205906" y="4310416"/>
            <a:ext cx="625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Tester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FBAF9D2-8EA4-2796-3ECD-081CFB951863}"/>
              </a:ext>
            </a:extLst>
          </p:cNvPr>
          <p:cNvSpPr/>
          <p:nvPr/>
        </p:nvSpPr>
        <p:spPr>
          <a:xfrm>
            <a:off x="9646902" y="4661611"/>
            <a:ext cx="1529509" cy="874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9AE0A7-C921-9749-C473-83E8FE9DAFF0}"/>
              </a:ext>
            </a:extLst>
          </p:cNvPr>
          <p:cNvSpPr txBox="1"/>
          <p:nvPr/>
        </p:nvSpPr>
        <p:spPr>
          <a:xfrm>
            <a:off x="9803391" y="4679748"/>
            <a:ext cx="1296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900" dirty="0" err="1">
                <a:solidFill>
                  <a:schemeClr val="bg1"/>
                </a:solidFill>
              </a:rPr>
              <a:t>Xxxxxxxxxxxx</a:t>
            </a:r>
            <a:endParaRPr lang="en-US" sz="9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Role:</a:t>
            </a:r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B9E9F65-E89B-C7BC-DE84-F0449B7051DD}"/>
              </a:ext>
            </a:extLst>
          </p:cNvPr>
          <p:cNvSpPr/>
          <p:nvPr/>
        </p:nvSpPr>
        <p:spPr>
          <a:xfrm>
            <a:off x="11457425" y="5248631"/>
            <a:ext cx="45719" cy="4435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0707C46-561F-45DD-D6BA-DB35E93A3F64}"/>
              </a:ext>
            </a:extLst>
          </p:cNvPr>
          <p:cNvSpPr/>
          <p:nvPr/>
        </p:nvSpPr>
        <p:spPr>
          <a:xfrm flipH="1">
            <a:off x="11461988" y="5266352"/>
            <a:ext cx="45719" cy="9517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B89C1C-EA2B-17D8-9DE2-1231FDC90B69}"/>
              </a:ext>
            </a:extLst>
          </p:cNvPr>
          <p:cNvSpPr/>
          <p:nvPr/>
        </p:nvSpPr>
        <p:spPr>
          <a:xfrm>
            <a:off x="11449231" y="5206231"/>
            <a:ext cx="45719" cy="4435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1C96CE6-7DB1-5F1A-FDC8-4E365CF6D021}"/>
              </a:ext>
            </a:extLst>
          </p:cNvPr>
          <p:cNvSpPr/>
          <p:nvPr/>
        </p:nvSpPr>
        <p:spPr>
          <a:xfrm flipH="1">
            <a:off x="11453794" y="5223952"/>
            <a:ext cx="45719" cy="9517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2B97481-300A-95AA-19FB-6DDDE90B4A41}"/>
              </a:ext>
            </a:extLst>
          </p:cNvPr>
          <p:cNvSpPr/>
          <p:nvPr/>
        </p:nvSpPr>
        <p:spPr>
          <a:xfrm>
            <a:off x="11613354" y="4343403"/>
            <a:ext cx="1543286" cy="175002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0104B95-C0C3-6B32-93B2-3689A3E4E315}"/>
              </a:ext>
            </a:extLst>
          </p:cNvPr>
          <p:cNvSpPr/>
          <p:nvPr/>
        </p:nvSpPr>
        <p:spPr>
          <a:xfrm>
            <a:off x="11613354" y="4691745"/>
            <a:ext cx="1543286" cy="14988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05CDB3-E876-EB41-3D4E-C6BED8EEEAAD}"/>
              </a:ext>
            </a:extLst>
          </p:cNvPr>
          <p:cNvSpPr txBox="1"/>
          <p:nvPr/>
        </p:nvSpPr>
        <p:spPr>
          <a:xfrm>
            <a:off x="11859222" y="4317882"/>
            <a:ext cx="1150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Documenter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5450A30-13E8-034F-E389-A7366632A305}"/>
              </a:ext>
            </a:extLst>
          </p:cNvPr>
          <p:cNvSpPr/>
          <p:nvPr/>
        </p:nvSpPr>
        <p:spPr>
          <a:xfrm>
            <a:off x="3906496" y="5757388"/>
            <a:ext cx="1100409" cy="1996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EDIT JOB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8F06C20-43D5-E323-7F27-9177290FBBAE}"/>
              </a:ext>
            </a:extLst>
          </p:cNvPr>
          <p:cNvSpPr/>
          <p:nvPr/>
        </p:nvSpPr>
        <p:spPr>
          <a:xfrm>
            <a:off x="11627868" y="4673608"/>
            <a:ext cx="1529509" cy="874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6C1DDD-5700-9BF7-8721-2C521E00FE5B}"/>
              </a:ext>
            </a:extLst>
          </p:cNvPr>
          <p:cNvSpPr txBox="1"/>
          <p:nvPr/>
        </p:nvSpPr>
        <p:spPr>
          <a:xfrm>
            <a:off x="11784357" y="4691745"/>
            <a:ext cx="1296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900" dirty="0" err="1">
                <a:solidFill>
                  <a:schemeClr val="bg1"/>
                </a:solidFill>
              </a:rPr>
              <a:t>Xxxxxxxxxxxx</a:t>
            </a:r>
            <a:endParaRPr lang="en-US" sz="9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Role:</a:t>
            </a:r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  <a:p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E67A2A7-5DE7-55FE-2C81-F43CF6958C5D}"/>
              </a:ext>
            </a:extLst>
          </p:cNvPr>
          <p:cNvSpPr/>
          <p:nvPr/>
        </p:nvSpPr>
        <p:spPr>
          <a:xfrm>
            <a:off x="13438391" y="5260628"/>
            <a:ext cx="45719" cy="4435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744FDDA-93A8-0B5E-99A9-A436F2A1EC6E}"/>
              </a:ext>
            </a:extLst>
          </p:cNvPr>
          <p:cNvSpPr/>
          <p:nvPr/>
        </p:nvSpPr>
        <p:spPr>
          <a:xfrm flipH="1">
            <a:off x="13442954" y="5278349"/>
            <a:ext cx="45719" cy="9517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70D0C8-0451-BA2C-30AA-070D8977602D}"/>
              </a:ext>
            </a:extLst>
          </p:cNvPr>
          <p:cNvSpPr/>
          <p:nvPr/>
        </p:nvSpPr>
        <p:spPr>
          <a:xfrm>
            <a:off x="5871226" y="5771750"/>
            <a:ext cx="1100409" cy="1996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EDIT JOB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4537162-584D-D194-543C-1D881B8C6697}"/>
              </a:ext>
            </a:extLst>
          </p:cNvPr>
          <p:cNvSpPr/>
          <p:nvPr/>
        </p:nvSpPr>
        <p:spPr>
          <a:xfrm>
            <a:off x="7877675" y="5741780"/>
            <a:ext cx="1100409" cy="1996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EDIT JOB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38BF0B35-0DFA-641A-9096-F4F86FECF62B}"/>
              </a:ext>
            </a:extLst>
          </p:cNvPr>
          <p:cNvSpPr/>
          <p:nvPr/>
        </p:nvSpPr>
        <p:spPr>
          <a:xfrm>
            <a:off x="9803391" y="5729783"/>
            <a:ext cx="1100409" cy="1996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EDIT JOB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7822A4C3-02DF-9EA2-8B9F-44DE1D776FAF}"/>
              </a:ext>
            </a:extLst>
          </p:cNvPr>
          <p:cNvSpPr/>
          <p:nvPr/>
        </p:nvSpPr>
        <p:spPr>
          <a:xfrm>
            <a:off x="11882321" y="5741780"/>
            <a:ext cx="1100409" cy="1996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EDIT JOB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0B8AA2-8D1E-98DD-0FAF-F86896F06F48}"/>
              </a:ext>
            </a:extLst>
          </p:cNvPr>
          <p:cNvSpPr txBox="1"/>
          <p:nvPr/>
        </p:nvSpPr>
        <p:spPr>
          <a:xfrm>
            <a:off x="1757367" y="6080218"/>
            <a:ext cx="1621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ROLE IS STRICTLY TEMPLATED</a:t>
            </a:r>
          </a:p>
          <a:p>
            <a:r>
              <a:rPr lang="en-US" sz="800" dirty="0">
                <a:solidFill>
                  <a:schemeClr val="bg1"/>
                </a:solidFill>
              </a:rPr>
              <a:t> MODIFY AT OWN RISK IN TEMPALTE MANAGER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7AD5A119-3A67-35E1-83EF-33D0D051CC70}"/>
              </a:ext>
            </a:extLst>
          </p:cNvPr>
          <p:cNvSpPr/>
          <p:nvPr/>
        </p:nvSpPr>
        <p:spPr>
          <a:xfrm>
            <a:off x="1571576" y="2418704"/>
            <a:ext cx="1438123" cy="3693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B681E1D-16E5-D268-28B3-23DC7B94767C}"/>
              </a:ext>
            </a:extLst>
          </p:cNvPr>
          <p:cNvSpPr txBox="1"/>
          <p:nvPr/>
        </p:nvSpPr>
        <p:spPr>
          <a:xfrm>
            <a:off x="3619806" y="6211669"/>
            <a:ext cx="8812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Sideways Scrollable.  Multiple agents of same time can are allowed, such as Two uniquely </a:t>
            </a:r>
            <a:r>
              <a:rPr lang="en-US" dirty="0" err="1">
                <a:solidFill>
                  <a:schemeClr val="bg1"/>
                </a:solidFill>
              </a:rPr>
              <a:t>ID’d</a:t>
            </a:r>
            <a:r>
              <a:rPr lang="en-US" dirty="0">
                <a:solidFill>
                  <a:schemeClr val="bg1"/>
                </a:solidFill>
              </a:rPr>
              <a:t> Implementors</a:t>
            </a:r>
          </a:p>
        </p:txBody>
      </p:sp>
    </p:spTree>
    <p:extLst>
      <p:ext uri="{BB962C8B-B14F-4D97-AF65-F5344CB8AC3E}">
        <p14:creationId xmlns:p14="http://schemas.microsoft.com/office/powerpoint/2010/main" val="215186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524CB-56FC-D0F7-4C65-5B2468C7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0CB8DA-FF3F-6ADD-69C6-0013753C7D1E}"/>
              </a:ext>
            </a:extLst>
          </p:cNvPr>
          <p:cNvSpPr/>
          <p:nvPr/>
        </p:nvSpPr>
        <p:spPr>
          <a:xfrm>
            <a:off x="-50092" y="0"/>
            <a:ext cx="109881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564BAC-F750-FD9B-9926-AC9D26876200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8E1CD8-7230-D96E-3F54-0207E981E6E4}"/>
              </a:ext>
            </a:extLst>
          </p:cNvPr>
          <p:cNvSpPr/>
          <p:nvPr/>
        </p:nvSpPr>
        <p:spPr>
          <a:xfrm>
            <a:off x="3660628" y="840707"/>
            <a:ext cx="4067168" cy="2426938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85A681-E045-AA4C-5D97-F284F536F714}"/>
              </a:ext>
            </a:extLst>
          </p:cNvPr>
          <p:cNvSpPr/>
          <p:nvPr/>
        </p:nvSpPr>
        <p:spPr>
          <a:xfrm>
            <a:off x="3660628" y="1134061"/>
            <a:ext cx="4067168" cy="2122644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E44797-3F5D-524C-30CF-8BCB4457698B}"/>
              </a:ext>
            </a:extLst>
          </p:cNvPr>
          <p:cNvSpPr txBox="1"/>
          <p:nvPr/>
        </p:nvSpPr>
        <p:spPr>
          <a:xfrm>
            <a:off x="4469339" y="80271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Description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2E8584-220A-6928-AA53-5D81E2BE31AF}"/>
              </a:ext>
            </a:extLst>
          </p:cNvPr>
          <p:cNvSpPr txBox="1"/>
          <p:nvPr/>
        </p:nvSpPr>
        <p:spPr>
          <a:xfrm>
            <a:off x="3798052" y="1280491"/>
            <a:ext cx="3679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Project description as written by the developer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(DB </a:t>
            </a:r>
            <a:r>
              <a:rPr lang="en-US" sz="1600" dirty="0" err="1">
                <a:solidFill>
                  <a:schemeClr val="bg1"/>
                </a:solidFill>
              </a:rPr>
              <a:t>project_description</a:t>
            </a:r>
            <a:r>
              <a:rPr lang="en-US" sz="1600" dirty="0">
                <a:solidFill>
                  <a:schemeClr val="bg1"/>
                </a:solidFill>
              </a:rPr>
              <a:t> or </a:t>
            </a:r>
            <a:r>
              <a:rPr lang="en-US" sz="1600" dirty="0" err="1">
                <a:solidFill>
                  <a:schemeClr val="bg1"/>
                </a:solidFill>
              </a:rPr>
              <a:t>project.description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ED13F0-FA01-2427-019D-2EFB279A79F5}"/>
              </a:ext>
            </a:extLst>
          </p:cNvPr>
          <p:cNvSpPr txBox="1"/>
          <p:nvPr/>
        </p:nvSpPr>
        <p:spPr>
          <a:xfrm>
            <a:off x="6821965" y="2862679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7730193-0610-4607-A50D-28BED0EB35B6}"/>
              </a:ext>
            </a:extLst>
          </p:cNvPr>
          <p:cNvSpPr/>
          <p:nvPr/>
        </p:nvSpPr>
        <p:spPr>
          <a:xfrm>
            <a:off x="6828362" y="2896693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D1F46D-EE28-D7CF-12BD-65314CCC7AAA}"/>
              </a:ext>
            </a:extLst>
          </p:cNvPr>
          <p:cNvSpPr/>
          <p:nvPr/>
        </p:nvSpPr>
        <p:spPr>
          <a:xfrm>
            <a:off x="7795001" y="856656"/>
            <a:ext cx="4067168" cy="2375355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938BA6B-EDFA-9ABF-7578-39E95E54224D}"/>
              </a:ext>
            </a:extLst>
          </p:cNvPr>
          <p:cNvSpPr/>
          <p:nvPr/>
        </p:nvSpPr>
        <p:spPr>
          <a:xfrm>
            <a:off x="7795001" y="1150010"/>
            <a:ext cx="4067168" cy="2082001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646865-F6D0-FF67-CF50-A78D96F29019}"/>
              </a:ext>
            </a:extLst>
          </p:cNvPr>
          <p:cNvSpPr txBox="1"/>
          <p:nvPr/>
        </p:nvSpPr>
        <p:spPr>
          <a:xfrm>
            <a:off x="8393239" y="824813"/>
            <a:ext cx="311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Orchestrator Created Mission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1F15CB-8E77-B773-D8B3-48BE3CA5D687}"/>
              </a:ext>
            </a:extLst>
          </p:cNvPr>
          <p:cNvSpPr txBox="1"/>
          <p:nvPr/>
        </p:nvSpPr>
        <p:spPr>
          <a:xfrm>
            <a:off x="7932425" y="1296440"/>
            <a:ext cx="36793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Mission appears here via </a:t>
            </a:r>
            <a:r>
              <a:rPr lang="en-US" sz="1600" dirty="0" err="1">
                <a:solidFill>
                  <a:schemeClr val="bg1"/>
                </a:solidFill>
              </a:rPr>
              <a:t>Websocket</a:t>
            </a:r>
            <a:r>
              <a:rPr lang="en-US" sz="1600" dirty="0">
                <a:solidFill>
                  <a:schemeClr val="bg1"/>
                </a:solidFill>
              </a:rPr>
              <a:t> structure when Orchestrator finishes creating and saving mission to DB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(DB </a:t>
            </a:r>
            <a:r>
              <a:rPr lang="en-US" sz="1600" dirty="0" err="1">
                <a:solidFill>
                  <a:schemeClr val="bg1"/>
                </a:solidFill>
              </a:rPr>
              <a:t>project_mission</a:t>
            </a:r>
            <a:r>
              <a:rPr lang="en-US" sz="1600" dirty="0">
                <a:solidFill>
                  <a:schemeClr val="bg1"/>
                </a:solidFill>
              </a:rPr>
              <a:t> or </a:t>
            </a:r>
            <a:r>
              <a:rPr lang="en-US" sz="1600" dirty="0" err="1">
                <a:solidFill>
                  <a:schemeClr val="bg1"/>
                </a:solidFill>
              </a:rPr>
              <a:t>project.missoin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4620B0-FE68-2422-8228-7FFD81761C38}"/>
              </a:ext>
            </a:extLst>
          </p:cNvPr>
          <p:cNvSpPr txBox="1"/>
          <p:nvPr/>
        </p:nvSpPr>
        <p:spPr>
          <a:xfrm>
            <a:off x="11121940" y="2755634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B587CFA-D351-C632-BDEA-A64C17426266}"/>
              </a:ext>
            </a:extLst>
          </p:cNvPr>
          <p:cNvSpPr/>
          <p:nvPr/>
        </p:nvSpPr>
        <p:spPr>
          <a:xfrm>
            <a:off x="11121940" y="2787357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22452D9-F841-262E-288E-5BAFDB877DC7}"/>
              </a:ext>
            </a:extLst>
          </p:cNvPr>
          <p:cNvSpPr/>
          <p:nvPr/>
        </p:nvSpPr>
        <p:spPr>
          <a:xfrm>
            <a:off x="7564566" y="1367446"/>
            <a:ext cx="72065" cy="1495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1DFBBD5-BC2D-6CD4-AEE5-E9BE29CB3E28}"/>
              </a:ext>
            </a:extLst>
          </p:cNvPr>
          <p:cNvSpPr/>
          <p:nvPr/>
        </p:nvSpPr>
        <p:spPr>
          <a:xfrm flipH="1">
            <a:off x="7569129" y="1385167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F0FE9D1-7F8E-9DB1-9494-78051F3E7B13}"/>
              </a:ext>
            </a:extLst>
          </p:cNvPr>
          <p:cNvSpPr/>
          <p:nvPr/>
        </p:nvSpPr>
        <p:spPr>
          <a:xfrm>
            <a:off x="11694534" y="1307222"/>
            <a:ext cx="73910" cy="13413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7F4450F-81DF-B1D4-C4B1-9BC0FA1F4405}"/>
              </a:ext>
            </a:extLst>
          </p:cNvPr>
          <p:cNvSpPr/>
          <p:nvPr/>
        </p:nvSpPr>
        <p:spPr>
          <a:xfrm flipH="1">
            <a:off x="11699097" y="1324943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DB2EB498-E5CF-7581-0045-4750EB8857DE}"/>
              </a:ext>
            </a:extLst>
          </p:cNvPr>
          <p:cNvSpPr/>
          <p:nvPr/>
        </p:nvSpPr>
        <p:spPr>
          <a:xfrm>
            <a:off x="1599850" y="3569365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B70B79D6-893D-5DCF-2B9D-3C98238F012A}"/>
              </a:ext>
            </a:extLst>
          </p:cNvPr>
          <p:cNvSpPr/>
          <p:nvPr/>
        </p:nvSpPr>
        <p:spPr>
          <a:xfrm>
            <a:off x="1599850" y="391770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A1AF62-9CC1-93AF-793D-1FAB114A5B96}"/>
              </a:ext>
            </a:extLst>
          </p:cNvPr>
          <p:cNvSpPr txBox="1"/>
          <p:nvPr/>
        </p:nvSpPr>
        <p:spPr>
          <a:xfrm>
            <a:off x="2005153" y="3548375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B7A9ED7-236A-BD05-C0E5-B2D81558087A}"/>
              </a:ext>
            </a:extLst>
          </p:cNvPr>
          <p:cNvSpPr/>
          <p:nvPr/>
        </p:nvSpPr>
        <p:spPr>
          <a:xfrm>
            <a:off x="1608014" y="389957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4CFA5FF-A464-B597-666D-E0A24AB199FD}"/>
              </a:ext>
            </a:extLst>
          </p:cNvPr>
          <p:cNvSpPr txBox="1"/>
          <p:nvPr/>
        </p:nvSpPr>
        <p:spPr>
          <a:xfrm>
            <a:off x="1770853" y="391770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5F5A06AF-933C-9D25-AA46-0DC95087A431}"/>
              </a:ext>
            </a:extLst>
          </p:cNvPr>
          <p:cNvSpPr/>
          <p:nvPr/>
        </p:nvSpPr>
        <p:spPr>
          <a:xfrm>
            <a:off x="3424887" y="448659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A545506-4A0B-CB28-C67D-B8BFFD0875E9}"/>
              </a:ext>
            </a:extLst>
          </p:cNvPr>
          <p:cNvSpPr/>
          <p:nvPr/>
        </p:nvSpPr>
        <p:spPr>
          <a:xfrm flipH="1">
            <a:off x="3429451" y="450431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FA5063B-8ECE-B1B7-5761-B50308546452}"/>
              </a:ext>
            </a:extLst>
          </p:cNvPr>
          <p:cNvSpPr txBox="1"/>
          <p:nvPr/>
        </p:nvSpPr>
        <p:spPr>
          <a:xfrm>
            <a:off x="2340908" y="3237344"/>
            <a:ext cx="929583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Agent team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F96ACF2-CFD2-4432-7485-D9831E392B7A}"/>
              </a:ext>
            </a:extLst>
          </p:cNvPr>
          <p:cNvSpPr txBox="1"/>
          <p:nvPr/>
        </p:nvSpPr>
        <p:spPr>
          <a:xfrm>
            <a:off x="2020396" y="558271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C82E67AC-0031-E2C2-98FF-D8E3AC81065A}"/>
              </a:ext>
            </a:extLst>
          </p:cNvPr>
          <p:cNvSpPr/>
          <p:nvPr/>
        </p:nvSpPr>
        <p:spPr>
          <a:xfrm>
            <a:off x="1921011" y="559819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E32E683-B9CA-63AB-2BAA-1800B0A00176}"/>
              </a:ext>
            </a:extLst>
          </p:cNvPr>
          <p:cNvSpPr/>
          <p:nvPr/>
        </p:nvSpPr>
        <p:spPr>
          <a:xfrm>
            <a:off x="1743731" y="1322453"/>
            <a:ext cx="1376433" cy="27681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Stage Project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4CE5612-0DCE-CA68-2208-5E20B0B1D9F2}"/>
              </a:ext>
            </a:extLst>
          </p:cNvPr>
          <p:cNvSpPr/>
          <p:nvPr/>
        </p:nvSpPr>
        <p:spPr>
          <a:xfrm>
            <a:off x="3589010" y="3569365"/>
            <a:ext cx="1930400" cy="24269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0048628B-3329-0BEF-F231-A5E03224DCE9}"/>
              </a:ext>
            </a:extLst>
          </p:cNvPr>
          <p:cNvSpPr/>
          <p:nvPr/>
        </p:nvSpPr>
        <p:spPr>
          <a:xfrm>
            <a:off x="3589010" y="391770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0A746D-8CFE-C703-21BB-E03FB9202A68}"/>
              </a:ext>
            </a:extLst>
          </p:cNvPr>
          <p:cNvSpPr txBox="1"/>
          <p:nvPr/>
        </p:nvSpPr>
        <p:spPr>
          <a:xfrm>
            <a:off x="3835405" y="3548375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4A48F5D-6659-B471-A498-3D0B1C019C6A}"/>
              </a:ext>
            </a:extLst>
          </p:cNvPr>
          <p:cNvSpPr/>
          <p:nvPr/>
        </p:nvSpPr>
        <p:spPr>
          <a:xfrm>
            <a:off x="3597174" y="389957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6233BE-AAF8-7A2C-8437-74327D35F983}"/>
              </a:ext>
            </a:extLst>
          </p:cNvPr>
          <p:cNvSpPr txBox="1"/>
          <p:nvPr/>
        </p:nvSpPr>
        <p:spPr>
          <a:xfrm>
            <a:off x="3760013" y="391770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E03C33D-4B89-FDEF-FDB3-1A9987F8381C}"/>
              </a:ext>
            </a:extLst>
          </p:cNvPr>
          <p:cNvSpPr/>
          <p:nvPr/>
        </p:nvSpPr>
        <p:spPr>
          <a:xfrm>
            <a:off x="5414047" y="448659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88D6CB0-2618-9FE8-CF3D-1507D8C0FFF3}"/>
              </a:ext>
            </a:extLst>
          </p:cNvPr>
          <p:cNvSpPr/>
          <p:nvPr/>
        </p:nvSpPr>
        <p:spPr>
          <a:xfrm flipH="1">
            <a:off x="5418611" y="450431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74FB5B0-8E23-323C-05F1-7E5015628084}"/>
              </a:ext>
            </a:extLst>
          </p:cNvPr>
          <p:cNvSpPr txBox="1"/>
          <p:nvPr/>
        </p:nvSpPr>
        <p:spPr>
          <a:xfrm>
            <a:off x="4009556" y="558271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01A8E86E-2767-2621-E47B-22E253F5668D}"/>
              </a:ext>
            </a:extLst>
          </p:cNvPr>
          <p:cNvSpPr/>
          <p:nvPr/>
        </p:nvSpPr>
        <p:spPr>
          <a:xfrm>
            <a:off x="3910171" y="559819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A2F8952-1424-F773-2476-3825D1108044}"/>
              </a:ext>
            </a:extLst>
          </p:cNvPr>
          <p:cNvSpPr/>
          <p:nvPr/>
        </p:nvSpPr>
        <p:spPr>
          <a:xfrm flipV="1">
            <a:off x="11636746" y="4503753"/>
            <a:ext cx="357316" cy="3834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591111C7-F48A-B514-AAE5-86262D4B1EC8}"/>
              </a:ext>
            </a:extLst>
          </p:cNvPr>
          <p:cNvSpPr/>
          <p:nvPr/>
        </p:nvSpPr>
        <p:spPr>
          <a:xfrm>
            <a:off x="5582450" y="3580585"/>
            <a:ext cx="1930400" cy="242693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C67D2F32-BA7B-0C56-585C-73E70683F4F4}"/>
              </a:ext>
            </a:extLst>
          </p:cNvPr>
          <p:cNvSpPr/>
          <p:nvPr/>
        </p:nvSpPr>
        <p:spPr>
          <a:xfrm>
            <a:off x="5582450" y="392892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3729749-8DCD-5B97-F052-12A378BD652E}"/>
              </a:ext>
            </a:extLst>
          </p:cNvPr>
          <p:cNvSpPr txBox="1"/>
          <p:nvPr/>
        </p:nvSpPr>
        <p:spPr>
          <a:xfrm>
            <a:off x="5953271" y="3553386"/>
            <a:ext cx="1089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Reviewer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7A1CF87-F4AA-768B-5763-04E17B440F85}"/>
              </a:ext>
            </a:extLst>
          </p:cNvPr>
          <p:cNvSpPr/>
          <p:nvPr/>
        </p:nvSpPr>
        <p:spPr>
          <a:xfrm>
            <a:off x="5590614" y="391079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55F8937-755D-82CD-41DC-014ABE7174F3}"/>
              </a:ext>
            </a:extLst>
          </p:cNvPr>
          <p:cNvSpPr txBox="1"/>
          <p:nvPr/>
        </p:nvSpPr>
        <p:spPr>
          <a:xfrm>
            <a:off x="5753453" y="392892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F4881FED-E37A-80D5-C391-006DA50DC83E}"/>
              </a:ext>
            </a:extLst>
          </p:cNvPr>
          <p:cNvSpPr/>
          <p:nvPr/>
        </p:nvSpPr>
        <p:spPr>
          <a:xfrm>
            <a:off x="7407487" y="4441186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91C8164-CE7B-F3AB-3344-2475E8AA7C4D}"/>
              </a:ext>
            </a:extLst>
          </p:cNvPr>
          <p:cNvSpPr/>
          <p:nvPr/>
        </p:nvSpPr>
        <p:spPr>
          <a:xfrm flipH="1">
            <a:off x="7412051" y="4458907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6E7A38A-459D-46F5-8FE4-CC8E689EC841}"/>
              </a:ext>
            </a:extLst>
          </p:cNvPr>
          <p:cNvSpPr txBox="1"/>
          <p:nvPr/>
        </p:nvSpPr>
        <p:spPr>
          <a:xfrm>
            <a:off x="6002996" y="559393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9B868ED4-45EB-59C6-494E-DB2445769941}"/>
              </a:ext>
            </a:extLst>
          </p:cNvPr>
          <p:cNvSpPr/>
          <p:nvPr/>
        </p:nvSpPr>
        <p:spPr>
          <a:xfrm>
            <a:off x="5903611" y="560941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84FC57B-156D-5DC9-7A0F-FD03386DA310}"/>
              </a:ext>
            </a:extLst>
          </p:cNvPr>
          <p:cNvSpPr/>
          <p:nvPr/>
        </p:nvSpPr>
        <p:spPr>
          <a:xfrm>
            <a:off x="7571610" y="3578358"/>
            <a:ext cx="1930400" cy="242693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3E1A9B68-C5D7-4EBB-53E1-89FE6C05FA0E}"/>
              </a:ext>
            </a:extLst>
          </p:cNvPr>
          <p:cNvSpPr/>
          <p:nvPr/>
        </p:nvSpPr>
        <p:spPr>
          <a:xfrm>
            <a:off x="7571610" y="3926700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37BF4DA-AF92-8337-5E06-A0C651FB6574}"/>
              </a:ext>
            </a:extLst>
          </p:cNvPr>
          <p:cNvSpPr txBox="1"/>
          <p:nvPr/>
        </p:nvSpPr>
        <p:spPr>
          <a:xfrm>
            <a:off x="8145128" y="3557368"/>
            <a:ext cx="78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Tester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0CE696E-25F2-1011-5C47-93B750C1E8E0}"/>
              </a:ext>
            </a:extLst>
          </p:cNvPr>
          <p:cNvSpPr/>
          <p:nvPr/>
        </p:nvSpPr>
        <p:spPr>
          <a:xfrm>
            <a:off x="7586124" y="3908563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AAECA2B-F2B5-374C-31CC-5F391936813C}"/>
              </a:ext>
            </a:extLst>
          </p:cNvPr>
          <p:cNvSpPr txBox="1"/>
          <p:nvPr/>
        </p:nvSpPr>
        <p:spPr>
          <a:xfrm>
            <a:off x="7742613" y="3926700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2C18434D-7FC8-7378-8987-E80E5DAC6DF8}"/>
              </a:ext>
            </a:extLst>
          </p:cNvPr>
          <p:cNvSpPr/>
          <p:nvPr/>
        </p:nvSpPr>
        <p:spPr>
          <a:xfrm>
            <a:off x="9396647" y="4495583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986C2A9F-B2DA-E8F3-D2D4-924B2068BBF3}"/>
              </a:ext>
            </a:extLst>
          </p:cNvPr>
          <p:cNvSpPr/>
          <p:nvPr/>
        </p:nvSpPr>
        <p:spPr>
          <a:xfrm flipH="1">
            <a:off x="9401211" y="4513304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0AB16B6-459E-E55D-D2BE-C2494378CE81}"/>
              </a:ext>
            </a:extLst>
          </p:cNvPr>
          <p:cNvSpPr txBox="1"/>
          <p:nvPr/>
        </p:nvSpPr>
        <p:spPr>
          <a:xfrm>
            <a:off x="7992156" y="5591710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D197E480-6F33-AB5B-5D35-479B30897ABA}"/>
              </a:ext>
            </a:extLst>
          </p:cNvPr>
          <p:cNvSpPr/>
          <p:nvPr/>
        </p:nvSpPr>
        <p:spPr>
          <a:xfrm>
            <a:off x="7892771" y="5607191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40ECB47E-0581-C3B7-7B3F-B6794353D390}"/>
              </a:ext>
            </a:extLst>
          </p:cNvPr>
          <p:cNvSpPr/>
          <p:nvPr/>
        </p:nvSpPr>
        <p:spPr>
          <a:xfrm>
            <a:off x="9388453" y="4453183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A3A51B3E-F3BC-641B-F945-CD992B86376D}"/>
              </a:ext>
            </a:extLst>
          </p:cNvPr>
          <p:cNvSpPr/>
          <p:nvPr/>
        </p:nvSpPr>
        <p:spPr>
          <a:xfrm flipH="1">
            <a:off x="9393017" y="4470904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3EBEAB93-BF28-C106-FDDF-104306067465}"/>
              </a:ext>
            </a:extLst>
          </p:cNvPr>
          <p:cNvSpPr/>
          <p:nvPr/>
        </p:nvSpPr>
        <p:spPr>
          <a:xfrm>
            <a:off x="9552576" y="3590355"/>
            <a:ext cx="1930400" cy="242693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EEDBB7F4-09B1-0B03-E77A-EF0093D328F6}"/>
              </a:ext>
            </a:extLst>
          </p:cNvPr>
          <p:cNvSpPr/>
          <p:nvPr/>
        </p:nvSpPr>
        <p:spPr>
          <a:xfrm>
            <a:off x="9552576" y="393869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F67F616-3F8C-53D2-9F1B-5A23A4638C7E}"/>
              </a:ext>
            </a:extLst>
          </p:cNvPr>
          <p:cNvSpPr txBox="1"/>
          <p:nvPr/>
        </p:nvSpPr>
        <p:spPr>
          <a:xfrm>
            <a:off x="9798444" y="3564834"/>
            <a:ext cx="143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Documenter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EC4526C-1533-FFC0-AD7E-3A0FBE5E71AE}"/>
              </a:ext>
            </a:extLst>
          </p:cNvPr>
          <p:cNvSpPr/>
          <p:nvPr/>
        </p:nvSpPr>
        <p:spPr>
          <a:xfrm>
            <a:off x="9567090" y="392056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10B5A6A-A43B-6F5A-EEBD-1CBB71B344B6}"/>
              </a:ext>
            </a:extLst>
          </p:cNvPr>
          <p:cNvSpPr txBox="1"/>
          <p:nvPr/>
        </p:nvSpPr>
        <p:spPr>
          <a:xfrm>
            <a:off x="9723579" y="393869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783B3BEE-AB4F-65B9-F7EA-31985D642A58}"/>
              </a:ext>
            </a:extLst>
          </p:cNvPr>
          <p:cNvSpPr/>
          <p:nvPr/>
        </p:nvSpPr>
        <p:spPr>
          <a:xfrm>
            <a:off x="11377613" y="450758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6288AAA6-002A-DF07-204F-105766EAD841}"/>
              </a:ext>
            </a:extLst>
          </p:cNvPr>
          <p:cNvSpPr/>
          <p:nvPr/>
        </p:nvSpPr>
        <p:spPr>
          <a:xfrm flipH="1">
            <a:off x="11382177" y="452530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9531646-18B9-1592-8B55-23779B27557B}"/>
              </a:ext>
            </a:extLst>
          </p:cNvPr>
          <p:cNvSpPr txBox="1"/>
          <p:nvPr/>
        </p:nvSpPr>
        <p:spPr>
          <a:xfrm>
            <a:off x="9973122" y="560370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F3121A0C-06D7-D08A-79B8-0969423EEEAA}"/>
              </a:ext>
            </a:extLst>
          </p:cNvPr>
          <p:cNvSpPr/>
          <p:nvPr/>
        </p:nvSpPr>
        <p:spPr>
          <a:xfrm>
            <a:off x="9873737" y="561918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A0B93E1B-0D9A-CAB3-A8B5-E6F557C11B1C}"/>
              </a:ext>
            </a:extLst>
          </p:cNvPr>
          <p:cNvSpPr/>
          <p:nvPr/>
        </p:nvSpPr>
        <p:spPr>
          <a:xfrm>
            <a:off x="1121880" y="4611423"/>
            <a:ext cx="357316" cy="383450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E1C31AF0-097C-CD5C-588F-BEEFED95FE55}"/>
              </a:ext>
            </a:extLst>
          </p:cNvPr>
          <p:cNvSpPr/>
          <p:nvPr/>
        </p:nvSpPr>
        <p:spPr>
          <a:xfrm>
            <a:off x="5306129" y="6268641"/>
            <a:ext cx="3621457" cy="39092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Launch jobs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7E23780D-3623-4860-C143-E7E1ACD6F602}"/>
              </a:ext>
            </a:extLst>
          </p:cNvPr>
          <p:cNvSpPr/>
          <p:nvPr/>
        </p:nvSpPr>
        <p:spPr>
          <a:xfrm>
            <a:off x="9114579" y="6282267"/>
            <a:ext cx="926888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ECBA8EF-66C3-3203-98C4-6496FDED0C4F}"/>
              </a:ext>
            </a:extLst>
          </p:cNvPr>
          <p:cNvSpPr txBox="1"/>
          <p:nvPr/>
        </p:nvSpPr>
        <p:spPr>
          <a:xfrm>
            <a:off x="10104954" y="6166847"/>
            <a:ext cx="1913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Cancel will delete all agents, delete mission, and reset staging completely</a:t>
            </a:r>
          </a:p>
          <a:p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8B254D2-8B06-5AEC-E13D-10CCF682F093}"/>
              </a:ext>
            </a:extLst>
          </p:cNvPr>
          <p:cNvSpPr txBox="1"/>
          <p:nvPr/>
        </p:nvSpPr>
        <p:spPr>
          <a:xfrm>
            <a:off x="51785" y="104464"/>
            <a:ext cx="135235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Initial State </a:t>
            </a:r>
          </a:p>
        </p:txBody>
      </p:sp>
    </p:spTree>
    <p:extLst>
      <p:ext uri="{BB962C8B-B14F-4D97-AF65-F5344CB8AC3E}">
        <p14:creationId xmlns:p14="http://schemas.microsoft.com/office/powerpoint/2010/main" val="92586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07FA9-6225-0B18-A2B1-72B8B40D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D94842-6EA2-F3B7-E91D-AFDE50A1C8C6}"/>
              </a:ext>
            </a:extLst>
          </p:cNvPr>
          <p:cNvSpPr/>
          <p:nvPr/>
        </p:nvSpPr>
        <p:spPr>
          <a:xfrm>
            <a:off x="-50092" y="0"/>
            <a:ext cx="174171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F81A1-9FA7-54A7-D2AE-004831D7C243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757293-20CC-9E94-7643-A3BE5199E422}"/>
              </a:ext>
            </a:extLst>
          </p:cNvPr>
          <p:cNvSpPr/>
          <p:nvPr/>
        </p:nvSpPr>
        <p:spPr>
          <a:xfrm>
            <a:off x="1827139" y="1528121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E64643-AEF1-79E9-98B6-7ED37665D48F}"/>
              </a:ext>
            </a:extLst>
          </p:cNvPr>
          <p:cNvSpPr/>
          <p:nvPr/>
        </p:nvSpPr>
        <p:spPr>
          <a:xfrm>
            <a:off x="1827139" y="1876463"/>
            <a:ext cx="1930400" cy="237890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6B2BC0-77A3-7B42-F9C8-B64B8FE01D6E}"/>
              </a:ext>
            </a:extLst>
          </p:cNvPr>
          <p:cNvSpPr txBox="1"/>
          <p:nvPr/>
        </p:nvSpPr>
        <p:spPr>
          <a:xfrm>
            <a:off x="2121514" y="1528121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6D5E68-2ACC-1AB6-B6F9-67EC86340EF3}"/>
              </a:ext>
            </a:extLst>
          </p:cNvPr>
          <p:cNvSpPr/>
          <p:nvPr/>
        </p:nvSpPr>
        <p:spPr>
          <a:xfrm>
            <a:off x="117035" y="5793014"/>
            <a:ext cx="246743" cy="2104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2E03C1-0309-3B94-F92C-53F676C3BE7E}"/>
              </a:ext>
            </a:extLst>
          </p:cNvPr>
          <p:cNvSpPr/>
          <p:nvPr/>
        </p:nvSpPr>
        <p:spPr>
          <a:xfrm>
            <a:off x="178720" y="6160306"/>
            <a:ext cx="123372" cy="1407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4F1A59-04C8-3105-C96F-DB396D57AA27}"/>
              </a:ext>
            </a:extLst>
          </p:cNvPr>
          <p:cNvSpPr/>
          <p:nvPr/>
        </p:nvSpPr>
        <p:spPr>
          <a:xfrm>
            <a:off x="162161" y="6387495"/>
            <a:ext cx="123372" cy="1407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830AA-38B8-CEA0-F96C-C0FDB4FFBE5A}"/>
              </a:ext>
            </a:extLst>
          </p:cNvPr>
          <p:cNvSpPr txBox="1"/>
          <p:nvPr/>
        </p:nvSpPr>
        <p:spPr>
          <a:xfrm>
            <a:off x="363778" y="5934629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These are the icons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B95A61-253C-1CC3-9B09-84A3C3D58D52}"/>
              </a:ext>
            </a:extLst>
          </p:cNvPr>
          <p:cNvSpPr/>
          <p:nvPr/>
        </p:nvSpPr>
        <p:spPr>
          <a:xfrm>
            <a:off x="15222" y="5608410"/>
            <a:ext cx="1567756" cy="11756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1B6524E-4E18-3335-41C6-FA7D5788D5DA}"/>
              </a:ext>
            </a:extLst>
          </p:cNvPr>
          <p:cNvSpPr/>
          <p:nvPr/>
        </p:nvSpPr>
        <p:spPr>
          <a:xfrm>
            <a:off x="1841653" y="1858326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D99832-10D1-F355-86BC-F633A5F8D367}"/>
              </a:ext>
            </a:extLst>
          </p:cNvPr>
          <p:cNvGrpSpPr/>
          <p:nvPr/>
        </p:nvGrpSpPr>
        <p:grpSpPr>
          <a:xfrm>
            <a:off x="1965023" y="3288898"/>
            <a:ext cx="1654630" cy="817767"/>
            <a:chOff x="2155370" y="2863857"/>
            <a:chExt cx="1654630" cy="81776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5AB6774-90D0-3AEA-4317-5683F32FA583}"/>
                </a:ext>
              </a:extLst>
            </p:cNvPr>
            <p:cNvSpPr/>
            <p:nvPr/>
          </p:nvSpPr>
          <p:spPr>
            <a:xfrm>
              <a:off x="2155370" y="2891972"/>
              <a:ext cx="1654629" cy="3519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8C3ACB1-58B3-B30B-DD7A-AA67D81E8112}"/>
                </a:ext>
              </a:extLst>
            </p:cNvPr>
            <p:cNvSpPr/>
            <p:nvPr/>
          </p:nvSpPr>
          <p:spPr>
            <a:xfrm>
              <a:off x="2155371" y="3294744"/>
              <a:ext cx="1654629" cy="3519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2043611-126B-6EF2-11AC-9856683145D9}"/>
                </a:ext>
              </a:extLst>
            </p:cNvPr>
            <p:cNvSpPr/>
            <p:nvPr/>
          </p:nvSpPr>
          <p:spPr>
            <a:xfrm>
              <a:off x="2188489" y="2962728"/>
              <a:ext cx="246743" cy="21045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0CA03B-CF51-059F-CD3A-360683B2500F}"/>
                </a:ext>
              </a:extLst>
            </p:cNvPr>
            <p:cNvSpPr txBox="1"/>
            <p:nvPr/>
          </p:nvSpPr>
          <p:spPr>
            <a:xfrm>
              <a:off x="2435232" y="2863857"/>
              <a:ext cx="12409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Claude Code Launch Prompt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BF3C257-E682-0307-9045-0446A42E7CBA}"/>
                </a:ext>
              </a:extLst>
            </p:cNvPr>
            <p:cNvSpPr/>
            <p:nvPr/>
          </p:nvSpPr>
          <p:spPr>
            <a:xfrm>
              <a:off x="2250174" y="3330020"/>
              <a:ext cx="123372" cy="140709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28AC86A-E664-7A5F-0BF2-BBD6FA2F0D36}"/>
                </a:ext>
              </a:extLst>
            </p:cNvPr>
            <p:cNvSpPr/>
            <p:nvPr/>
          </p:nvSpPr>
          <p:spPr>
            <a:xfrm>
              <a:off x="2250174" y="3491490"/>
              <a:ext cx="123372" cy="14070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77DE1E-80B9-1E5B-197A-7CA6A25F8AEC}"/>
                </a:ext>
              </a:extLst>
            </p:cNvPr>
            <p:cNvSpPr txBox="1"/>
            <p:nvPr/>
          </p:nvSpPr>
          <p:spPr>
            <a:xfrm>
              <a:off x="2373546" y="3266126"/>
              <a:ext cx="124097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Codex/Gemini Launch Prompt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2FEBBED-6520-1446-D3BE-AB3661ACABAB}"/>
              </a:ext>
            </a:extLst>
          </p:cNvPr>
          <p:cNvSpPr txBox="1"/>
          <p:nvPr/>
        </p:nvSpPr>
        <p:spPr>
          <a:xfrm>
            <a:off x="1998142" y="1876463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{Waiting}</a:t>
            </a:r>
            <a:endParaRPr lang="en-US" sz="6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92FBF22-1419-75DA-6E28-D1688AD58ED1}"/>
              </a:ext>
            </a:extLst>
          </p:cNvPr>
          <p:cNvSpPr/>
          <p:nvPr/>
        </p:nvSpPr>
        <p:spPr>
          <a:xfrm>
            <a:off x="9651999" y="1052867"/>
            <a:ext cx="2457820" cy="5107439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904833-A009-C05B-A66F-2590D6645FCA}"/>
              </a:ext>
            </a:extLst>
          </p:cNvPr>
          <p:cNvSpPr txBox="1"/>
          <p:nvPr/>
        </p:nvSpPr>
        <p:spPr>
          <a:xfrm>
            <a:off x="10270833" y="1061777"/>
            <a:ext cx="118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Messages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A4A671-54AA-37EA-1DFD-D7073CEDD1C7}"/>
              </a:ext>
            </a:extLst>
          </p:cNvPr>
          <p:cNvSpPr/>
          <p:nvPr/>
        </p:nvSpPr>
        <p:spPr>
          <a:xfrm>
            <a:off x="7788817" y="181962"/>
            <a:ext cx="1290897" cy="559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Scroll bar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53E3669-4759-2202-3F6F-11F6088FDFEC}"/>
              </a:ext>
            </a:extLst>
          </p:cNvPr>
          <p:cNvSpPr/>
          <p:nvPr/>
        </p:nvSpPr>
        <p:spPr>
          <a:xfrm>
            <a:off x="11942184" y="1503433"/>
            <a:ext cx="69347" cy="45000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056DFFA-0347-F8B3-B5E0-D10B70129E19}"/>
              </a:ext>
            </a:extLst>
          </p:cNvPr>
          <p:cNvSpPr/>
          <p:nvPr/>
        </p:nvSpPr>
        <p:spPr>
          <a:xfrm>
            <a:off x="4348369" y="1585967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BA2E30B1-44DF-C309-1939-70CABBA79571}"/>
              </a:ext>
            </a:extLst>
          </p:cNvPr>
          <p:cNvSpPr/>
          <p:nvPr/>
        </p:nvSpPr>
        <p:spPr>
          <a:xfrm>
            <a:off x="4348369" y="193430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586837-E6D7-760F-C468-1ACF455B8839}"/>
              </a:ext>
            </a:extLst>
          </p:cNvPr>
          <p:cNvSpPr txBox="1"/>
          <p:nvPr/>
        </p:nvSpPr>
        <p:spPr>
          <a:xfrm>
            <a:off x="4753672" y="1564977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7E3B8D0-861C-8FD9-1AA9-680A70DE043C}"/>
              </a:ext>
            </a:extLst>
          </p:cNvPr>
          <p:cNvSpPr/>
          <p:nvPr/>
        </p:nvSpPr>
        <p:spPr>
          <a:xfrm>
            <a:off x="4362883" y="191617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4C906A-D63F-BDBD-65D3-80E186693B81}"/>
              </a:ext>
            </a:extLst>
          </p:cNvPr>
          <p:cNvSpPr txBox="1"/>
          <p:nvPr/>
        </p:nvSpPr>
        <p:spPr>
          <a:xfrm>
            <a:off x="4519372" y="1934309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</a:t>
            </a:r>
            <a:r>
              <a:rPr lang="en-US" sz="900" dirty="0">
                <a:solidFill>
                  <a:schemeClr val="bg1"/>
                </a:solidFill>
              </a:rPr>
              <a:t>{Waiting}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8A19C992-F1E0-6A4E-AD4A-38F4BBBC01F1}"/>
              </a:ext>
            </a:extLst>
          </p:cNvPr>
          <p:cNvSpPr/>
          <p:nvPr/>
        </p:nvSpPr>
        <p:spPr>
          <a:xfrm>
            <a:off x="6173406" y="250319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134350F-2C77-6796-4DE6-B1E1227853E9}"/>
              </a:ext>
            </a:extLst>
          </p:cNvPr>
          <p:cNvSpPr/>
          <p:nvPr/>
        </p:nvSpPr>
        <p:spPr>
          <a:xfrm flipH="1">
            <a:off x="6177970" y="252091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699A797-B895-0FB6-41BF-D5A4CDD0900C}"/>
              </a:ext>
            </a:extLst>
          </p:cNvPr>
          <p:cNvSpPr txBox="1"/>
          <p:nvPr/>
        </p:nvSpPr>
        <p:spPr>
          <a:xfrm>
            <a:off x="4480845" y="3516169"/>
            <a:ext cx="17417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Each agent requires its own Terminal window and agentic AI tool started.</a:t>
            </a:r>
          </a:p>
          <a:p>
            <a:r>
              <a:rPr lang="en-US" sz="700" dirty="0">
                <a:solidFill>
                  <a:schemeClr val="bg1"/>
                </a:solidFill>
              </a:rPr>
              <a:t>Claude Code uses subagents, and does not require individual terminal windows per agent but can still be used this way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5C7CD9A-8036-62A3-E13D-17DBC12BADCF}"/>
              </a:ext>
            </a:extLst>
          </p:cNvPr>
          <p:cNvSpPr/>
          <p:nvPr/>
        </p:nvSpPr>
        <p:spPr>
          <a:xfrm>
            <a:off x="4578457" y="3230574"/>
            <a:ext cx="1494412" cy="26242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589758-F099-023D-0DEE-73FA1BEF06C2}"/>
              </a:ext>
            </a:extLst>
          </p:cNvPr>
          <p:cNvSpPr txBox="1"/>
          <p:nvPr/>
        </p:nvSpPr>
        <p:spPr>
          <a:xfrm>
            <a:off x="4607844" y="3199469"/>
            <a:ext cx="155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Launch Agent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6FBEEA-135C-26AD-FD4C-FB29001B6CC0}"/>
              </a:ext>
            </a:extLst>
          </p:cNvPr>
          <p:cNvSpPr/>
          <p:nvPr/>
        </p:nvSpPr>
        <p:spPr>
          <a:xfrm>
            <a:off x="9635399" y="6196238"/>
            <a:ext cx="2474419" cy="438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</a:t>
            </a:r>
            <a:r>
              <a:rPr lang="en-US" dirty="0"/>
              <a:t>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46C500-F7CE-823E-B68A-71A075415A2B}"/>
              </a:ext>
            </a:extLst>
          </p:cNvPr>
          <p:cNvSpPr txBox="1"/>
          <p:nvPr/>
        </p:nvSpPr>
        <p:spPr>
          <a:xfrm>
            <a:off x="1763717" y="889803"/>
            <a:ext cx="21587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Project: </a:t>
            </a:r>
            <a:r>
              <a:rPr lang="en-US" sz="2400" dirty="0">
                <a:solidFill>
                  <a:srgbClr val="FFC000"/>
                </a:solidFill>
              </a:rPr>
              <a:t>{TITLE}</a:t>
            </a:r>
          </a:p>
          <a:p>
            <a:r>
              <a:rPr lang="en-US" sz="900" dirty="0">
                <a:solidFill>
                  <a:schemeClr val="bg1"/>
                </a:solidFill>
              </a:rPr>
              <a:t>Project ID: </a:t>
            </a:r>
            <a:r>
              <a:rPr lang="en-US" sz="900" dirty="0" err="1">
                <a:solidFill>
                  <a:schemeClr val="bg1"/>
                </a:solidFill>
              </a:rPr>
              <a:t>xxxxxxxx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AB7037-5506-90EE-98AE-B65D81ED5CFE}"/>
              </a:ext>
            </a:extLst>
          </p:cNvPr>
          <p:cNvSpPr/>
          <p:nvPr/>
        </p:nvSpPr>
        <p:spPr>
          <a:xfrm>
            <a:off x="6892134" y="1564977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1AFB6AC-E638-6647-087F-CBAABA77511F}"/>
              </a:ext>
            </a:extLst>
          </p:cNvPr>
          <p:cNvSpPr/>
          <p:nvPr/>
        </p:nvSpPr>
        <p:spPr>
          <a:xfrm>
            <a:off x="6892134" y="191331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6DA5CC-7F31-813A-50D2-EC6C939E98A0}"/>
              </a:ext>
            </a:extLst>
          </p:cNvPr>
          <p:cNvSpPr txBox="1"/>
          <p:nvPr/>
        </p:nvSpPr>
        <p:spPr>
          <a:xfrm>
            <a:off x="7160105" y="1528121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6455AD-590E-387F-7FD2-D3AA81F76C1D}"/>
              </a:ext>
            </a:extLst>
          </p:cNvPr>
          <p:cNvSpPr/>
          <p:nvPr/>
        </p:nvSpPr>
        <p:spPr>
          <a:xfrm>
            <a:off x="6906648" y="189518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07E4B5-704E-C059-1BEC-0CE3007B592A}"/>
              </a:ext>
            </a:extLst>
          </p:cNvPr>
          <p:cNvSpPr txBox="1"/>
          <p:nvPr/>
        </p:nvSpPr>
        <p:spPr>
          <a:xfrm>
            <a:off x="7063137" y="1913319"/>
            <a:ext cx="162151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</a:t>
            </a:r>
            <a:r>
              <a:rPr lang="en-US" sz="1000" dirty="0">
                <a:solidFill>
                  <a:schemeClr val="bg1"/>
                </a:solidFill>
              </a:rPr>
              <a:t>Working}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info, like </a:t>
            </a:r>
            <a:r>
              <a:rPr lang="en-US" sz="800" dirty="0" err="1">
                <a:solidFill>
                  <a:schemeClr val="bg1"/>
                </a:solidFill>
              </a:rPr>
              <a:t>todo</a:t>
            </a:r>
            <a:r>
              <a:rPr lang="en-US" sz="800" dirty="0">
                <a:solidFill>
                  <a:schemeClr val="bg1"/>
                </a:solidFill>
              </a:rPr>
              <a:t> list etc. (may be undefined yet)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22CC8A9-3E9B-511E-DA39-1BC7595015AE}"/>
              </a:ext>
            </a:extLst>
          </p:cNvPr>
          <p:cNvSpPr/>
          <p:nvPr/>
        </p:nvSpPr>
        <p:spPr>
          <a:xfrm>
            <a:off x="8717171" y="248220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BE3851B-96C6-993A-F90E-7CC68B148ADF}"/>
              </a:ext>
            </a:extLst>
          </p:cNvPr>
          <p:cNvSpPr/>
          <p:nvPr/>
        </p:nvSpPr>
        <p:spPr>
          <a:xfrm flipH="1">
            <a:off x="8721735" y="249992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3308F0-924D-28AF-5D7B-09363F25B6DF}"/>
              </a:ext>
            </a:extLst>
          </p:cNvPr>
          <p:cNvSpPr txBox="1"/>
          <p:nvPr/>
        </p:nvSpPr>
        <p:spPr>
          <a:xfrm>
            <a:off x="7429347" y="3526438"/>
            <a:ext cx="889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38F960D-D5F5-DFC0-C3F6-FE1E4EEB0461}"/>
              </a:ext>
            </a:extLst>
          </p:cNvPr>
          <p:cNvSpPr/>
          <p:nvPr/>
        </p:nvSpPr>
        <p:spPr>
          <a:xfrm>
            <a:off x="7126686" y="3588573"/>
            <a:ext cx="1494412" cy="26242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0F11381-811B-9C83-B5F5-2B080A3013AA}"/>
              </a:ext>
            </a:extLst>
          </p:cNvPr>
          <p:cNvSpPr/>
          <p:nvPr/>
        </p:nvSpPr>
        <p:spPr>
          <a:xfrm>
            <a:off x="1822576" y="4285860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0B3AF2E-9A4D-72E1-EF3D-0B662D17D825}"/>
              </a:ext>
            </a:extLst>
          </p:cNvPr>
          <p:cNvSpPr/>
          <p:nvPr/>
        </p:nvSpPr>
        <p:spPr>
          <a:xfrm>
            <a:off x="1822576" y="4634202"/>
            <a:ext cx="1930400" cy="2109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8F4E33-9F87-78AD-F967-8D369BA09F5B}"/>
              </a:ext>
            </a:extLst>
          </p:cNvPr>
          <p:cNvSpPr txBox="1"/>
          <p:nvPr/>
        </p:nvSpPr>
        <p:spPr>
          <a:xfrm>
            <a:off x="1954327" y="4274596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676FF7-4C5F-BF5B-1234-4AEDA7FE2D4D}"/>
              </a:ext>
            </a:extLst>
          </p:cNvPr>
          <p:cNvSpPr/>
          <p:nvPr/>
        </p:nvSpPr>
        <p:spPr>
          <a:xfrm>
            <a:off x="1837090" y="461606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815CA5-89A7-9559-05CF-D10EFCA105C6}"/>
              </a:ext>
            </a:extLst>
          </p:cNvPr>
          <p:cNvSpPr txBox="1"/>
          <p:nvPr/>
        </p:nvSpPr>
        <p:spPr>
          <a:xfrm>
            <a:off x="1993579" y="4634202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{Complete</a:t>
            </a:r>
            <a:r>
              <a:rPr lang="en-US" sz="10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2896784-46F8-0792-A8FE-18D8815B5CE2}"/>
              </a:ext>
            </a:extLst>
          </p:cNvPr>
          <p:cNvSpPr/>
          <p:nvPr/>
        </p:nvSpPr>
        <p:spPr>
          <a:xfrm>
            <a:off x="3647613" y="5203085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6CC04E4-1830-C245-94FA-F52F77747BB5}"/>
              </a:ext>
            </a:extLst>
          </p:cNvPr>
          <p:cNvSpPr/>
          <p:nvPr/>
        </p:nvSpPr>
        <p:spPr>
          <a:xfrm flipH="1">
            <a:off x="3652177" y="5220806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32292C-3BC0-719E-BA7D-09DA5C7113BE}"/>
              </a:ext>
            </a:extLst>
          </p:cNvPr>
          <p:cNvSpPr txBox="1"/>
          <p:nvPr/>
        </p:nvSpPr>
        <p:spPr>
          <a:xfrm>
            <a:off x="2211468" y="6256001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8DD54AF-36E4-D3F4-C6F3-26E1AC330CD8}"/>
              </a:ext>
            </a:extLst>
          </p:cNvPr>
          <p:cNvSpPr/>
          <p:nvPr/>
        </p:nvSpPr>
        <p:spPr>
          <a:xfrm>
            <a:off x="2057128" y="6309456"/>
            <a:ext cx="1494412" cy="262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994C5D-A686-8B38-63BB-D845FC60AEBC}"/>
              </a:ext>
            </a:extLst>
          </p:cNvPr>
          <p:cNvSpPr txBox="1"/>
          <p:nvPr/>
        </p:nvSpPr>
        <p:spPr>
          <a:xfrm>
            <a:off x="6060440" y="6309456"/>
            <a:ext cx="83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ETC….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333F95B-3BBA-B1BA-8E24-66D9BA40C862}"/>
              </a:ext>
            </a:extLst>
          </p:cNvPr>
          <p:cNvSpPr/>
          <p:nvPr/>
        </p:nvSpPr>
        <p:spPr>
          <a:xfrm>
            <a:off x="9200312" y="1137750"/>
            <a:ext cx="101658" cy="557504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EC26B87-95D8-8726-11A3-DE49A8D47CDE}"/>
              </a:ext>
            </a:extLst>
          </p:cNvPr>
          <p:cNvSpPr/>
          <p:nvPr/>
        </p:nvSpPr>
        <p:spPr>
          <a:xfrm flipH="1">
            <a:off x="9204874" y="1155471"/>
            <a:ext cx="101658" cy="466193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E29301C-2441-36C9-A678-F307D82FA916}"/>
              </a:ext>
            </a:extLst>
          </p:cNvPr>
          <p:cNvCxnSpPr/>
          <p:nvPr/>
        </p:nvCxnSpPr>
        <p:spPr>
          <a:xfrm>
            <a:off x="9448800" y="889803"/>
            <a:ext cx="0" cy="60867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2B79F64-CFC5-5778-565D-F3CEE1A6F252}"/>
              </a:ext>
            </a:extLst>
          </p:cNvPr>
          <p:cNvSpPr txBox="1"/>
          <p:nvPr/>
        </p:nvSpPr>
        <p:spPr>
          <a:xfrm>
            <a:off x="4020947" y="4486663"/>
            <a:ext cx="42974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Finished agents move to bottom</a:t>
            </a:r>
          </a:p>
          <a:p>
            <a:r>
              <a:rPr lang="en-US" sz="1000" dirty="0">
                <a:solidFill>
                  <a:srgbClr val="FF0000"/>
                </a:solidFill>
              </a:rPr>
              <a:t>Agent ready to launch are first, then working agents, agents that have failure or are blocked to top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332255F-E323-A498-0FCB-AEA421C68BCC}"/>
              </a:ext>
            </a:extLst>
          </p:cNvPr>
          <p:cNvSpPr/>
          <p:nvPr/>
        </p:nvSpPr>
        <p:spPr>
          <a:xfrm>
            <a:off x="4207933" y="5220806"/>
            <a:ext cx="1092200" cy="42268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Failure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D3E1C9E-BD1E-7D40-250A-43355C0C4C2E}"/>
              </a:ext>
            </a:extLst>
          </p:cNvPr>
          <p:cNvSpPr/>
          <p:nvPr/>
        </p:nvSpPr>
        <p:spPr>
          <a:xfrm>
            <a:off x="5425613" y="5211319"/>
            <a:ext cx="1366036" cy="42268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4DAFE30-19FD-873A-C969-E0568E6F7A80}"/>
              </a:ext>
            </a:extLst>
          </p:cNvPr>
          <p:cNvSpPr txBox="1"/>
          <p:nvPr/>
        </p:nvSpPr>
        <p:spPr>
          <a:xfrm>
            <a:off x="3765631" y="6202829"/>
            <a:ext cx="125752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button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23FE0D4-5B47-F0CF-BADC-128C27FECAB6}"/>
              </a:ext>
            </a:extLst>
          </p:cNvPr>
          <p:cNvCxnSpPr>
            <a:endCxn id="63" idx="3"/>
          </p:cNvCxnSpPr>
          <p:nvPr/>
        </p:nvCxnSpPr>
        <p:spPr>
          <a:xfrm flipH="1">
            <a:off x="3387239" y="6415603"/>
            <a:ext cx="363018" cy="25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55FFCB80-72E9-D65D-2475-304E54D2228B}"/>
              </a:ext>
            </a:extLst>
          </p:cNvPr>
          <p:cNvSpPr/>
          <p:nvPr/>
        </p:nvSpPr>
        <p:spPr>
          <a:xfrm>
            <a:off x="9688666" y="6272740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A19618CB-79CC-C7FF-3E17-223188378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873" y="6319102"/>
            <a:ext cx="195033" cy="195033"/>
          </a:xfrm>
          <a:prstGeom prst="rect">
            <a:avLst/>
          </a:prstGeom>
        </p:spPr>
      </p:pic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A8B679FD-A502-9729-F780-9BEB2C5AB5BE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323992" y="4186212"/>
            <a:ext cx="1897306" cy="947090"/>
          </a:xfrm>
          <a:prstGeom prst="bentConnector3">
            <a:avLst>
              <a:gd name="adj1" fmla="val 9998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32BC711-D128-2480-AB38-9303476636B4}"/>
              </a:ext>
            </a:extLst>
          </p:cNvPr>
          <p:cNvCxnSpPr>
            <a:cxnSpLocks/>
          </p:cNvCxnSpPr>
          <p:nvPr/>
        </p:nvCxnSpPr>
        <p:spPr>
          <a:xfrm>
            <a:off x="8811616" y="753661"/>
            <a:ext cx="268098" cy="372063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AC4CC2A-8622-2D19-7DC0-B2880773B038}"/>
              </a:ext>
            </a:extLst>
          </p:cNvPr>
          <p:cNvSpPr txBox="1"/>
          <p:nvPr/>
        </p:nvSpPr>
        <p:spPr>
          <a:xfrm>
            <a:off x="51785" y="104464"/>
            <a:ext cx="691247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JOB PANEL SHOWING AGENT CARD DESIGN AND LAYOUT</a:t>
            </a:r>
          </a:p>
        </p:txBody>
      </p:sp>
    </p:spTree>
    <p:extLst>
      <p:ext uri="{BB962C8B-B14F-4D97-AF65-F5344CB8AC3E}">
        <p14:creationId xmlns:p14="http://schemas.microsoft.com/office/powerpoint/2010/main" val="305584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D1A97-659A-5DE7-2584-768D5B60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78EF91-E15B-AC05-A02D-1792EF289F92}"/>
              </a:ext>
            </a:extLst>
          </p:cNvPr>
          <p:cNvSpPr/>
          <p:nvPr/>
        </p:nvSpPr>
        <p:spPr>
          <a:xfrm>
            <a:off x="-50092" y="0"/>
            <a:ext cx="174171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E90B67-71CE-C05A-90BF-1F4B1D49A7D5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272DA2-F9A8-11E3-3BE4-4EF495E2F524}"/>
              </a:ext>
            </a:extLst>
          </p:cNvPr>
          <p:cNvSpPr/>
          <p:nvPr/>
        </p:nvSpPr>
        <p:spPr>
          <a:xfrm>
            <a:off x="1827139" y="1528121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6F464A-B2FC-F62D-865F-C5F989CB23EF}"/>
              </a:ext>
            </a:extLst>
          </p:cNvPr>
          <p:cNvSpPr/>
          <p:nvPr/>
        </p:nvSpPr>
        <p:spPr>
          <a:xfrm>
            <a:off x="1827139" y="1876463"/>
            <a:ext cx="1930400" cy="237890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0BA79C-8EE4-2738-F60D-1DA725ECC9A6}"/>
              </a:ext>
            </a:extLst>
          </p:cNvPr>
          <p:cNvSpPr txBox="1"/>
          <p:nvPr/>
        </p:nvSpPr>
        <p:spPr>
          <a:xfrm>
            <a:off x="2121514" y="1528121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0D7C286-5BE8-848F-40A9-A09AA58C2A5C}"/>
              </a:ext>
            </a:extLst>
          </p:cNvPr>
          <p:cNvSpPr/>
          <p:nvPr/>
        </p:nvSpPr>
        <p:spPr>
          <a:xfrm>
            <a:off x="117035" y="5793014"/>
            <a:ext cx="246743" cy="2104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B6B5C3-BD17-ACF9-69D3-563B640527FB}"/>
              </a:ext>
            </a:extLst>
          </p:cNvPr>
          <p:cNvSpPr/>
          <p:nvPr/>
        </p:nvSpPr>
        <p:spPr>
          <a:xfrm>
            <a:off x="178720" y="6160306"/>
            <a:ext cx="123372" cy="1407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2973B1-2B50-87F7-2A4B-0AE59C907043}"/>
              </a:ext>
            </a:extLst>
          </p:cNvPr>
          <p:cNvSpPr/>
          <p:nvPr/>
        </p:nvSpPr>
        <p:spPr>
          <a:xfrm>
            <a:off x="162161" y="6387495"/>
            <a:ext cx="123372" cy="1407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9DBA8-CB03-4649-6E46-44CFF65BD19A}"/>
              </a:ext>
            </a:extLst>
          </p:cNvPr>
          <p:cNvSpPr txBox="1"/>
          <p:nvPr/>
        </p:nvSpPr>
        <p:spPr>
          <a:xfrm>
            <a:off x="363778" y="5934629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These are the icons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76CF7A-B3B3-74E7-0059-23E4CC431ADC}"/>
              </a:ext>
            </a:extLst>
          </p:cNvPr>
          <p:cNvSpPr/>
          <p:nvPr/>
        </p:nvSpPr>
        <p:spPr>
          <a:xfrm>
            <a:off x="15222" y="5608410"/>
            <a:ext cx="1567756" cy="11756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AED5B7D-B537-E353-327E-395CA6B2BC44}"/>
              </a:ext>
            </a:extLst>
          </p:cNvPr>
          <p:cNvSpPr/>
          <p:nvPr/>
        </p:nvSpPr>
        <p:spPr>
          <a:xfrm>
            <a:off x="1841653" y="1858326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A29445-FC70-DDC2-A466-158DB7DF429B}"/>
              </a:ext>
            </a:extLst>
          </p:cNvPr>
          <p:cNvGrpSpPr/>
          <p:nvPr/>
        </p:nvGrpSpPr>
        <p:grpSpPr>
          <a:xfrm>
            <a:off x="1965023" y="3288898"/>
            <a:ext cx="1654630" cy="817767"/>
            <a:chOff x="2155370" y="2863857"/>
            <a:chExt cx="1654630" cy="81776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799F6B4-02C2-2DBC-EC34-FC4A0CFEB33B}"/>
                </a:ext>
              </a:extLst>
            </p:cNvPr>
            <p:cNvSpPr/>
            <p:nvPr/>
          </p:nvSpPr>
          <p:spPr>
            <a:xfrm>
              <a:off x="2155370" y="2891972"/>
              <a:ext cx="1654629" cy="3519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B39C2BD-81E0-6331-3339-303A871BE0A7}"/>
                </a:ext>
              </a:extLst>
            </p:cNvPr>
            <p:cNvSpPr/>
            <p:nvPr/>
          </p:nvSpPr>
          <p:spPr>
            <a:xfrm>
              <a:off x="2155371" y="3294744"/>
              <a:ext cx="1654629" cy="3519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792891A-45F0-8838-8792-23C036FF2A98}"/>
                </a:ext>
              </a:extLst>
            </p:cNvPr>
            <p:cNvSpPr/>
            <p:nvPr/>
          </p:nvSpPr>
          <p:spPr>
            <a:xfrm>
              <a:off x="2188489" y="2962728"/>
              <a:ext cx="246743" cy="21045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E55770-BC47-9DF2-7717-2B1B52D7C788}"/>
                </a:ext>
              </a:extLst>
            </p:cNvPr>
            <p:cNvSpPr txBox="1"/>
            <p:nvPr/>
          </p:nvSpPr>
          <p:spPr>
            <a:xfrm>
              <a:off x="2435232" y="2863857"/>
              <a:ext cx="12409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Claude Code Launch Prompt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B5BA1B2-F090-05D1-2E35-B0FF52341AE0}"/>
                </a:ext>
              </a:extLst>
            </p:cNvPr>
            <p:cNvSpPr/>
            <p:nvPr/>
          </p:nvSpPr>
          <p:spPr>
            <a:xfrm>
              <a:off x="2250174" y="3330020"/>
              <a:ext cx="123372" cy="140709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5B55B56-5CA4-4A8B-DF39-291705AA6AD1}"/>
                </a:ext>
              </a:extLst>
            </p:cNvPr>
            <p:cNvSpPr/>
            <p:nvPr/>
          </p:nvSpPr>
          <p:spPr>
            <a:xfrm>
              <a:off x="2250174" y="3491490"/>
              <a:ext cx="123372" cy="14070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3AB1A8-ED60-A87E-3E33-55B1B738E0A3}"/>
                </a:ext>
              </a:extLst>
            </p:cNvPr>
            <p:cNvSpPr txBox="1"/>
            <p:nvPr/>
          </p:nvSpPr>
          <p:spPr>
            <a:xfrm>
              <a:off x="2373546" y="3266126"/>
              <a:ext cx="124097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Codex/Gemini Launch Prompt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21BFD21-BA3A-ECCF-60F2-9DED9E46F4AF}"/>
              </a:ext>
            </a:extLst>
          </p:cNvPr>
          <p:cNvSpPr txBox="1"/>
          <p:nvPr/>
        </p:nvSpPr>
        <p:spPr>
          <a:xfrm>
            <a:off x="1998142" y="1876463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{Waiting}</a:t>
            </a:r>
            <a:endParaRPr lang="en-US" sz="6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D46C486-2A7B-6351-4D58-2B7C975A570F}"/>
              </a:ext>
            </a:extLst>
          </p:cNvPr>
          <p:cNvSpPr/>
          <p:nvPr/>
        </p:nvSpPr>
        <p:spPr>
          <a:xfrm>
            <a:off x="9651999" y="1052867"/>
            <a:ext cx="2457820" cy="5107439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0ABF43-FF14-7A09-0F5D-059B1D0E25D8}"/>
              </a:ext>
            </a:extLst>
          </p:cNvPr>
          <p:cNvSpPr txBox="1"/>
          <p:nvPr/>
        </p:nvSpPr>
        <p:spPr>
          <a:xfrm>
            <a:off x="10270833" y="1061777"/>
            <a:ext cx="118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Messages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E4E02EE-9FDC-6624-9C78-EE0A5E8E7BCC}"/>
              </a:ext>
            </a:extLst>
          </p:cNvPr>
          <p:cNvSpPr/>
          <p:nvPr/>
        </p:nvSpPr>
        <p:spPr>
          <a:xfrm>
            <a:off x="7788817" y="181962"/>
            <a:ext cx="1290897" cy="559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Scroll bar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3B4F1A9-7EB1-61DD-FFB8-E9860E8286D1}"/>
              </a:ext>
            </a:extLst>
          </p:cNvPr>
          <p:cNvSpPr/>
          <p:nvPr/>
        </p:nvSpPr>
        <p:spPr>
          <a:xfrm>
            <a:off x="11942184" y="1503433"/>
            <a:ext cx="69347" cy="45000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8B5C438-FF3B-D819-372F-1A25775B6544}"/>
              </a:ext>
            </a:extLst>
          </p:cNvPr>
          <p:cNvSpPr/>
          <p:nvPr/>
        </p:nvSpPr>
        <p:spPr>
          <a:xfrm>
            <a:off x="4348369" y="1585967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D0C6A4E-2D82-9BFD-00BA-5EEF6A80CF3A}"/>
              </a:ext>
            </a:extLst>
          </p:cNvPr>
          <p:cNvSpPr/>
          <p:nvPr/>
        </p:nvSpPr>
        <p:spPr>
          <a:xfrm>
            <a:off x="4348369" y="193430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7C71E24-17B9-FC1F-D631-76DDD1D2DDC2}"/>
              </a:ext>
            </a:extLst>
          </p:cNvPr>
          <p:cNvSpPr txBox="1"/>
          <p:nvPr/>
        </p:nvSpPr>
        <p:spPr>
          <a:xfrm>
            <a:off x="4753672" y="1564977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ED55F06-98F4-AB7F-460C-817D64FBAF2E}"/>
              </a:ext>
            </a:extLst>
          </p:cNvPr>
          <p:cNvSpPr/>
          <p:nvPr/>
        </p:nvSpPr>
        <p:spPr>
          <a:xfrm>
            <a:off x="4362883" y="191617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770DF75-5734-5371-1531-D901197B8852}"/>
              </a:ext>
            </a:extLst>
          </p:cNvPr>
          <p:cNvSpPr txBox="1"/>
          <p:nvPr/>
        </p:nvSpPr>
        <p:spPr>
          <a:xfrm>
            <a:off x="4519372" y="1934309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</a:t>
            </a:r>
            <a:r>
              <a:rPr lang="en-US" sz="900" dirty="0">
                <a:solidFill>
                  <a:schemeClr val="bg1"/>
                </a:solidFill>
              </a:rPr>
              <a:t>{Waiting}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85FB3DA-290D-B945-8F7F-6458A20039C7}"/>
              </a:ext>
            </a:extLst>
          </p:cNvPr>
          <p:cNvSpPr/>
          <p:nvPr/>
        </p:nvSpPr>
        <p:spPr>
          <a:xfrm>
            <a:off x="6173406" y="250319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E8205B8-DC0E-46B1-B9E6-5CF6F8BE90ED}"/>
              </a:ext>
            </a:extLst>
          </p:cNvPr>
          <p:cNvSpPr/>
          <p:nvPr/>
        </p:nvSpPr>
        <p:spPr>
          <a:xfrm flipH="1">
            <a:off x="6177970" y="252091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B83CE50-4808-ABC6-D613-ADE664160CDA}"/>
              </a:ext>
            </a:extLst>
          </p:cNvPr>
          <p:cNvSpPr txBox="1"/>
          <p:nvPr/>
        </p:nvSpPr>
        <p:spPr>
          <a:xfrm>
            <a:off x="4480845" y="3516169"/>
            <a:ext cx="17417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Each agent requires its own Terminal window and agentic AI tool started.</a:t>
            </a:r>
          </a:p>
          <a:p>
            <a:r>
              <a:rPr lang="en-US" sz="700" dirty="0">
                <a:solidFill>
                  <a:schemeClr val="bg1"/>
                </a:solidFill>
              </a:rPr>
              <a:t>Claude Code uses subagents, and does not require individual terminal windows per agent but can still be used this way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FC3350-B5D9-AE65-5FF3-F94F02E216EC}"/>
              </a:ext>
            </a:extLst>
          </p:cNvPr>
          <p:cNvSpPr/>
          <p:nvPr/>
        </p:nvSpPr>
        <p:spPr>
          <a:xfrm>
            <a:off x="4578457" y="3230574"/>
            <a:ext cx="1494412" cy="26242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7F9A0-E476-2011-A32E-4A1214353B53}"/>
              </a:ext>
            </a:extLst>
          </p:cNvPr>
          <p:cNvSpPr txBox="1"/>
          <p:nvPr/>
        </p:nvSpPr>
        <p:spPr>
          <a:xfrm>
            <a:off x="4607844" y="3199469"/>
            <a:ext cx="155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Launch Agent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AFD718-EE78-0E96-221C-564AF1474DBE}"/>
              </a:ext>
            </a:extLst>
          </p:cNvPr>
          <p:cNvSpPr/>
          <p:nvPr/>
        </p:nvSpPr>
        <p:spPr>
          <a:xfrm>
            <a:off x="9635399" y="6196238"/>
            <a:ext cx="2474419" cy="438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</a:t>
            </a:r>
            <a:r>
              <a:rPr lang="en-US" dirty="0"/>
              <a:t>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716F79-20BB-1C40-2D99-06E731DE2E65}"/>
              </a:ext>
            </a:extLst>
          </p:cNvPr>
          <p:cNvSpPr txBox="1"/>
          <p:nvPr/>
        </p:nvSpPr>
        <p:spPr>
          <a:xfrm>
            <a:off x="1763717" y="889803"/>
            <a:ext cx="21587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Project: </a:t>
            </a:r>
            <a:r>
              <a:rPr lang="en-US" sz="2400" dirty="0">
                <a:solidFill>
                  <a:srgbClr val="FFC000"/>
                </a:solidFill>
              </a:rPr>
              <a:t>{TITLE}</a:t>
            </a:r>
          </a:p>
          <a:p>
            <a:r>
              <a:rPr lang="en-US" sz="900" dirty="0">
                <a:solidFill>
                  <a:schemeClr val="bg1"/>
                </a:solidFill>
              </a:rPr>
              <a:t>Project ID: </a:t>
            </a:r>
            <a:r>
              <a:rPr lang="en-US" sz="900" dirty="0" err="1">
                <a:solidFill>
                  <a:schemeClr val="bg1"/>
                </a:solidFill>
              </a:rPr>
              <a:t>xxxxxxxx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60923-73D4-D1D3-6465-626C80AC0F8A}"/>
              </a:ext>
            </a:extLst>
          </p:cNvPr>
          <p:cNvSpPr/>
          <p:nvPr/>
        </p:nvSpPr>
        <p:spPr>
          <a:xfrm>
            <a:off x="6892134" y="1564977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1BAA315-A935-FB9F-7A6B-08F0CF8A2B17}"/>
              </a:ext>
            </a:extLst>
          </p:cNvPr>
          <p:cNvSpPr/>
          <p:nvPr/>
        </p:nvSpPr>
        <p:spPr>
          <a:xfrm>
            <a:off x="6892134" y="191331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27C948-DEF3-94B3-CB3C-E75F9CEBF50D}"/>
              </a:ext>
            </a:extLst>
          </p:cNvPr>
          <p:cNvSpPr txBox="1"/>
          <p:nvPr/>
        </p:nvSpPr>
        <p:spPr>
          <a:xfrm>
            <a:off x="7160105" y="1528121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3DC055-2BE2-A409-2B0F-084CDC98307B}"/>
              </a:ext>
            </a:extLst>
          </p:cNvPr>
          <p:cNvSpPr/>
          <p:nvPr/>
        </p:nvSpPr>
        <p:spPr>
          <a:xfrm>
            <a:off x="6906648" y="189518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12FC04-476E-0519-1145-DAF53B4F9864}"/>
              </a:ext>
            </a:extLst>
          </p:cNvPr>
          <p:cNvSpPr txBox="1"/>
          <p:nvPr/>
        </p:nvSpPr>
        <p:spPr>
          <a:xfrm>
            <a:off x="7063137" y="1913319"/>
            <a:ext cx="162151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</a:t>
            </a:r>
            <a:r>
              <a:rPr lang="en-US" sz="1000" dirty="0">
                <a:solidFill>
                  <a:schemeClr val="bg1"/>
                </a:solidFill>
              </a:rPr>
              <a:t>Working}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info, like </a:t>
            </a:r>
            <a:r>
              <a:rPr lang="en-US" sz="800" dirty="0" err="1">
                <a:solidFill>
                  <a:schemeClr val="bg1"/>
                </a:solidFill>
              </a:rPr>
              <a:t>todo</a:t>
            </a:r>
            <a:r>
              <a:rPr lang="en-US" sz="800" dirty="0">
                <a:solidFill>
                  <a:schemeClr val="bg1"/>
                </a:solidFill>
              </a:rPr>
              <a:t> list etc. (may be undefined yet)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CA68785-D2E4-55DD-FB95-D964BAB78446}"/>
              </a:ext>
            </a:extLst>
          </p:cNvPr>
          <p:cNvSpPr/>
          <p:nvPr/>
        </p:nvSpPr>
        <p:spPr>
          <a:xfrm>
            <a:off x="8717171" y="248220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08BC0D3-FBC6-285E-5386-28D5CE8A205E}"/>
              </a:ext>
            </a:extLst>
          </p:cNvPr>
          <p:cNvSpPr/>
          <p:nvPr/>
        </p:nvSpPr>
        <p:spPr>
          <a:xfrm flipH="1">
            <a:off x="8721735" y="249992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B94668-8704-2117-16E6-17358E9FAD80}"/>
              </a:ext>
            </a:extLst>
          </p:cNvPr>
          <p:cNvSpPr txBox="1"/>
          <p:nvPr/>
        </p:nvSpPr>
        <p:spPr>
          <a:xfrm>
            <a:off x="7429347" y="3526438"/>
            <a:ext cx="889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101FE97-93CA-CADB-706C-3A96FFA5DEC2}"/>
              </a:ext>
            </a:extLst>
          </p:cNvPr>
          <p:cNvSpPr/>
          <p:nvPr/>
        </p:nvSpPr>
        <p:spPr>
          <a:xfrm>
            <a:off x="7126686" y="3588573"/>
            <a:ext cx="1494412" cy="26242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57F9F3D-DE8D-CCA9-0392-A8F37AE7ECDA}"/>
              </a:ext>
            </a:extLst>
          </p:cNvPr>
          <p:cNvSpPr/>
          <p:nvPr/>
        </p:nvSpPr>
        <p:spPr>
          <a:xfrm>
            <a:off x="1822576" y="4285860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4D000DD-C44A-903F-6E72-D7395C853170}"/>
              </a:ext>
            </a:extLst>
          </p:cNvPr>
          <p:cNvSpPr/>
          <p:nvPr/>
        </p:nvSpPr>
        <p:spPr>
          <a:xfrm>
            <a:off x="1822576" y="4634202"/>
            <a:ext cx="1930400" cy="2109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37B657-EABE-31F9-FE57-46949D51FE98}"/>
              </a:ext>
            </a:extLst>
          </p:cNvPr>
          <p:cNvSpPr txBox="1"/>
          <p:nvPr/>
        </p:nvSpPr>
        <p:spPr>
          <a:xfrm>
            <a:off x="1954327" y="4274596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D6CE5D-FDBA-41B7-683B-AA4E0ABA2129}"/>
              </a:ext>
            </a:extLst>
          </p:cNvPr>
          <p:cNvSpPr/>
          <p:nvPr/>
        </p:nvSpPr>
        <p:spPr>
          <a:xfrm>
            <a:off x="1837090" y="461606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B5B8C6-6750-F363-A548-8B8AD7C423E9}"/>
              </a:ext>
            </a:extLst>
          </p:cNvPr>
          <p:cNvSpPr txBox="1"/>
          <p:nvPr/>
        </p:nvSpPr>
        <p:spPr>
          <a:xfrm>
            <a:off x="1993579" y="4634202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{Complete</a:t>
            </a:r>
            <a:r>
              <a:rPr lang="en-US" sz="10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A7B697A-C0C0-FD0F-47F5-B914F791F1E4}"/>
              </a:ext>
            </a:extLst>
          </p:cNvPr>
          <p:cNvSpPr/>
          <p:nvPr/>
        </p:nvSpPr>
        <p:spPr>
          <a:xfrm>
            <a:off x="3647613" y="5203085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BCA89BF-5332-7B38-1415-BF69181AF30A}"/>
              </a:ext>
            </a:extLst>
          </p:cNvPr>
          <p:cNvSpPr/>
          <p:nvPr/>
        </p:nvSpPr>
        <p:spPr>
          <a:xfrm flipH="1">
            <a:off x="3652177" y="5220806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76FBC3-8CEF-9F65-ED79-DF43D1E14795}"/>
              </a:ext>
            </a:extLst>
          </p:cNvPr>
          <p:cNvSpPr txBox="1"/>
          <p:nvPr/>
        </p:nvSpPr>
        <p:spPr>
          <a:xfrm>
            <a:off x="2211468" y="6256001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8DD5DB7-5838-D1AF-2BC6-37328470957A}"/>
              </a:ext>
            </a:extLst>
          </p:cNvPr>
          <p:cNvSpPr/>
          <p:nvPr/>
        </p:nvSpPr>
        <p:spPr>
          <a:xfrm>
            <a:off x="2057128" y="6309456"/>
            <a:ext cx="1494412" cy="262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E8216D-8287-5227-E58E-E22E8A52AF52}"/>
              </a:ext>
            </a:extLst>
          </p:cNvPr>
          <p:cNvSpPr txBox="1"/>
          <p:nvPr/>
        </p:nvSpPr>
        <p:spPr>
          <a:xfrm>
            <a:off x="6060440" y="6309456"/>
            <a:ext cx="83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ETC….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D8B0D83-4B59-8780-E47E-6AD45D81C844}"/>
              </a:ext>
            </a:extLst>
          </p:cNvPr>
          <p:cNvSpPr/>
          <p:nvPr/>
        </p:nvSpPr>
        <p:spPr>
          <a:xfrm>
            <a:off x="9200312" y="1137750"/>
            <a:ext cx="101658" cy="557504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C132781-1608-97E6-C051-24AD4941827E}"/>
              </a:ext>
            </a:extLst>
          </p:cNvPr>
          <p:cNvSpPr/>
          <p:nvPr/>
        </p:nvSpPr>
        <p:spPr>
          <a:xfrm flipH="1">
            <a:off x="9204874" y="1155471"/>
            <a:ext cx="101658" cy="466193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77221-F49B-8446-96DA-9415CB6FDBD0}"/>
              </a:ext>
            </a:extLst>
          </p:cNvPr>
          <p:cNvCxnSpPr/>
          <p:nvPr/>
        </p:nvCxnSpPr>
        <p:spPr>
          <a:xfrm>
            <a:off x="9448800" y="889803"/>
            <a:ext cx="0" cy="60867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EE44184-D4F9-016E-A913-3C37E9413D66}"/>
              </a:ext>
            </a:extLst>
          </p:cNvPr>
          <p:cNvSpPr txBox="1"/>
          <p:nvPr/>
        </p:nvSpPr>
        <p:spPr>
          <a:xfrm>
            <a:off x="4020947" y="4486663"/>
            <a:ext cx="42974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Finished agents move to bottom</a:t>
            </a:r>
          </a:p>
          <a:p>
            <a:r>
              <a:rPr lang="en-US" sz="1000" dirty="0">
                <a:solidFill>
                  <a:srgbClr val="FF0000"/>
                </a:solidFill>
              </a:rPr>
              <a:t>Agent ready to launch are first, then working agents, agents that have failure or are blocked to top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8648452-BD0C-93AD-8127-BEDDA851CA73}"/>
              </a:ext>
            </a:extLst>
          </p:cNvPr>
          <p:cNvSpPr/>
          <p:nvPr/>
        </p:nvSpPr>
        <p:spPr>
          <a:xfrm>
            <a:off x="4207933" y="5220806"/>
            <a:ext cx="1092200" cy="42268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Failure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B49DDFC-A448-12A4-558E-A5D1D21291E8}"/>
              </a:ext>
            </a:extLst>
          </p:cNvPr>
          <p:cNvSpPr/>
          <p:nvPr/>
        </p:nvSpPr>
        <p:spPr>
          <a:xfrm>
            <a:off x="5425613" y="5211319"/>
            <a:ext cx="1366036" cy="42268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36D5630-11E4-7F29-BD00-A63B5F1E74E2}"/>
              </a:ext>
            </a:extLst>
          </p:cNvPr>
          <p:cNvSpPr txBox="1"/>
          <p:nvPr/>
        </p:nvSpPr>
        <p:spPr>
          <a:xfrm>
            <a:off x="3765631" y="6202829"/>
            <a:ext cx="125752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button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62488A0-BF52-1F30-4254-018580A5A1CE}"/>
              </a:ext>
            </a:extLst>
          </p:cNvPr>
          <p:cNvCxnSpPr>
            <a:endCxn id="63" idx="3"/>
          </p:cNvCxnSpPr>
          <p:nvPr/>
        </p:nvCxnSpPr>
        <p:spPr>
          <a:xfrm flipH="1">
            <a:off x="3387239" y="6415603"/>
            <a:ext cx="363018" cy="25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D7F4DD0D-88FD-478D-5FBF-333C07A655BC}"/>
              </a:ext>
            </a:extLst>
          </p:cNvPr>
          <p:cNvSpPr/>
          <p:nvPr/>
        </p:nvSpPr>
        <p:spPr>
          <a:xfrm>
            <a:off x="9688666" y="6272740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49E99F4B-4210-8DC0-602E-30A85E9A6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873" y="6319102"/>
            <a:ext cx="195033" cy="195033"/>
          </a:xfrm>
          <a:prstGeom prst="rect">
            <a:avLst/>
          </a:prstGeom>
        </p:spPr>
      </p:pic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D606C3E-0E78-5B6C-6CF0-ABE2B4B0FEC9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323992" y="4186212"/>
            <a:ext cx="1897306" cy="947090"/>
          </a:xfrm>
          <a:prstGeom prst="bentConnector3">
            <a:avLst>
              <a:gd name="adj1" fmla="val 9998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6F094E0-2743-0E04-DE6F-F2840AED2D96}"/>
              </a:ext>
            </a:extLst>
          </p:cNvPr>
          <p:cNvCxnSpPr>
            <a:cxnSpLocks/>
          </p:cNvCxnSpPr>
          <p:nvPr/>
        </p:nvCxnSpPr>
        <p:spPr>
          <a:xfrm>
            <a:off x="8811616" y="753661"/>
            <a:ext cx="268098" cy="372063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1AC740-A569-DF38-338B-4A7476C6AE4B}"/>
              </a:ext>
            </a:extLst>
          </p:cNvPr>
          <p:cNvSpPr txBox="1"/>
          <p:nvPr/>
        </p:nvSpPr>
        <p:spPr>
          <a:xfrm>
            <a:off x="51785" y="104464"/>
            <a:ext cx="6954981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JOB PANEL EXPLAINING KEY BAGES INSIDE AGENT CARDS</a:t>
            </a:r>
          </a:p>
        </p:txBody>
      </p:sp>
    </p:spTree>
    <p:extLst>
      <p:ext uri="{BB962C8B-B14F-4D97-AF65-F5344CB8AC3E}">
        <p14:creationId xmlns:p14="http://schemas.microsoft.com/office/powerpoint/2010/main" val="251000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C18AD-2434-734C-E96F-26C9D0B05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5A8958-41E8-FFE9-13BA-FC59DE482592}"/>
              </a:ext>
            </a:extLst>
          </p:cNvPr>
          <p:cNvSpPr/>
          <p:nvPr/>
        </p:nvSpPr>
        <p:spPr>
          <a:xfrm>
            <a:off x="-50092" y="0"/>
            <a:ext cx="174171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D8C3A-53D9-1829-60FB-EA00DBACA526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FDA857-65CB-7E2B-16FE-CB7B67582F9D}"/>
              </a:ext>
            </a:extLst>
          </p:cNvPr>
          <p:cNvSpPr/>
          <p:nvPr/>
        </p:nvSpPr>
        <p:spPr>
          <a:xfrm>
            <a:off x="1827139" y="1528121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E7F867-EDDD-414C-BBE8-0AB77096C502}"/>
              </a:ext>
            </a:extLst>
          </p:cNvPr>
          <p:cNvSpPr/>
          <p:nvPr/>
        </p:nvSpPr>
        <p:spPr>
          <a:xfrm>
            <a:off x="1827139" y="1876463"/>
            <a:ext cx="1930400" cy="237890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58D7A-054A-4813-BFE6-D526AA500835}"/>
              </a:ext>
            </a:extLst>
          </p:cNvPr>
          <p:cNvSpPr txBox="1"/>
          <p:nvPr/>
        </p:nvSpPr>
        <p:spPr>
          <a:xfrm>
            <a:off x="2121514" y="1528121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625935C-2E0D-EF42-E286-54A85825B743}"/>
              </a:ext>
            </a:extLst>
          </p:cNvPr>
          <p:cNvSpPr/>
          <p:nvPr/>
        </p:nvSpPr>
        <p:spPr>
          <a:xfrm>
            <a:off x="1841653" y="1858326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693139-04A0-AD65-1A24-0A8826B6868C}"/>
              </a:ext>
            </a:extLst>
          </p:cNvPr>
          <p:cNvSpPr txBox="1"/>
          <p:nvPr/>
        </p:nvSpPr>
        <p:spPr>
          <a:xfrm>
            <a:off x="1998142" y="1876463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{Waiting}</a:t>
            </a:r>
            <a:endParaRPr lang="en-US" sz="6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81A7113-D4FC-8820-BC5B-F22AFEE6D323}"/>
              </a:ext>
            </a:extLst>
          </p:cNvPr>
          <p:cNvSpPr/>
          <p:nvPr/>
        </p:nvSpPr>
        <p:spPr>
          <a:xfrm>
            <a:off x="9651999" y="1052867"/>
            <a:ext cx="2457820" cy="5107439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D198F99-A7E1-959B-54D8-08752E167252}"/>
              </a:ext>
            </a:extLst>
          </p:cNvPr>
          <p:cNvSpPr/>
          <p:nvPr/>
        </p:nvSpPr>
        <p:spPr>
          <a:xfrm>
            <a:off x="9688666" y="2038677"/>
            <a:ext cx="2457819" cy="2426939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8750AB-9D94-4B66-0EAF-DB05F5FAA8C6}"/>
              </a:ext>
            </a:extLst>
          </p:cNvPr>
          <p:cNvSpPr txBox="1"/>
          <p:nvPr/>
        </p:nvSpPr>
        <p:spPr>
          <a:xfrm>
            <a:off x="10270833" y="1061777"/>
            <a:ext cx="118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Messages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A033672-09B8-D6E2-E878-7A4A370B1C18}"/>
              </a:ext>
            </a:extLst>
          </p:cNvPr>
          <p:cNvSpPr/>
          <p:nvPr/>
        </p:nvSpPr>
        <p:spPr>
          <a:xfrm>
            <a:off x="10108683" y="163269"/>
            <a:ext cx="1290897" cy="559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Scroll bar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ABE9992-924D-AB79-8A01-63676B2FCC5A}"/>
              </a:ext>
            </a:extLst>
          </p:cNvPr>
          <p:cNvSpPr/>
          <p:nvPr/>
        </p:nvSpPr>
        <p:spPr>
          <a:xfrm>
            <a:off x="11942184" y="1503433"/>
            <a:ext cx="69347" cy="45000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8AF9C10-4F19-83D5-FA0F-9B05DD32E52D}"/>
              </a:ext>
            </a:extLst>
          </p:cNvPr>
          <p:cNvSpPr/>
          <p:nvPr/>
        </p:nvSpPr>
        <p:spPr>
          <a:xfrm>
            <a:off x="4348369" y="1585967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1BF7051-4756-8A3E-6167-57E1C3F48B82}"/>
              </a:ext>
            </a:extLst>
          </p:cNvPr>
          <p:cNvSpPr/>
          <p:nvPr/>
        </p:nvSpPr>
        <p:spPr>
          <a:xfrm>
            <a:off x="4348369" y="193430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67605D6-E69B-59CE-E7E3-34EC32A6CA1F}"/>
              </a:ext>
            </a:extLst>
          </p:cNvPr>
          <p:cNvSpPr txBox="1"/>
          <p:nvPr/>
        </p:nvSpPr>
        <p:spPr>
          <a:xfrm>
            <a:off x="4753672" y="1564977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150CB7D-C7EB-D66A-F544-3774EFDA14B7}"/>
              </a:ext>
            </a:extLst>
          </p:cNvPr>
          <p:cNvSpPr/>
          <p:nvPr/>
        </p:nvSpPr>
        <p:spPr>
          <a:xfrm>
            <a:off x="4362883" y="191617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B99ECA8-FFA7-9CC6-C50C-648BB965E4C1}"/>
              </a:ext>
            </a:extLst>
          </p:cNvPr>
          <p:cNvSpPr txBox="1"/>
          <p:nvPr/>
        </p:nvSpPr>
        <p:spPr>
          <a:xfrm>
            <a:off x="4519372" y="1934309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</a:t>
            </a:r>
            <a:r>
              <a:rPr lang="en-US" sz="900" dirty="0">
                <a:solidFill>
                  <a:schemeClr val="bg1"/>
                </a:solidFill>
              </a:rPr>
              <a:t>{Complete</a:t>
            </a:r>
            <a:r>
              <a:rPr lang="en-US" sz="8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5E1C1A17-34B2-87E4-FA3B-BC5BB03EE672}"/>
              </a:ext>
            </a:extLst>
          </p:cNvPr>
          <p:cNvSpPr/>
          <p:nvPr/>
        </p:nvSpPr>
        <p:spPr>
          <a:xfrm>
            <a:off x="6173406" y="250319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FEF10194-3B7E-08A4-57EC-278BEC285795}"/>
              </a:ext>
            </a:extLst>
          </p:cNvPr>
          <p:cNvSpPr/>
          <p:nvPr/>
        </p:nvSpPr>
        <p:spPr>
          <a:xfrm flipH="1">
            <a:off x="6177970" y="252091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33E070-940A-773A-6CC9-57BE3C22255B}"/>
              </a:ext>
            </a:extLst>
          </p:cNvPr>
          <p:cNvSpPr/>
          <p:nvPr/>
        </p:nvSpPr>
        <p:spPr>
          <a:xfrm>
            <a:off x="9635399" y="6196238"/>
            <a:ext cx="2474419" cy="438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</a:t>
            </a:r>
            <a:r>
              <a:rPr lang="en-US" dirty="0"/>
              <a:t>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69CC82-3370-6127-0974-C644222D283C}"/>
              </a:ext>
            </a:extLst>
          </p:cNvPr>
          <p:cNvSpPr txBox="1"/>
          <p:nvPr/>
        </p:nvSpPr>
        <p:spPr>
          <a:xfrm>
            <a:off x="1763717" y="889803"/>
            <a:ext cx="21587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Project: </a:t>
            </a:r>
            <a:r>
              <a:rPr lang="en-US" sz="2400" dirty="0">
                <a:solidFill>
                  <a:srgbClr val="FFC000"/>
                </a:solidFill>
              </a:rPr>
              <a:t>{TITLE}</a:t>
            </a:r>
          </a:p>
          <a:p>
            <a:r>
              <a:rPr lang="en-US" sz="900" dirty="0">
                <a:solidFill>
                  <a:schemeClr val="bg1"/>
                </a:solidFill>
              </a:rPr>
              <a:t>Project ID: </a:t>
            </a:r>
            <a:r>
              <a:rPr lang="en-US" sz="900" dirty="0" err="1">
                <a:solidFill>
                  <a:schemeClr val="bg1"/>
                </a:solidFill>
              </a:rPr>
              <a:t>xxxxxxxx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786E492-C263-0911-226C-E93430CC30AF}"/>
              </a:ext>
            </a:extLst>
          </p:cNvPr>
          <p:cNvSpPr/>
          <p:nvPr/>
        </p:nvSpPr>
        <p:spPr>
          <a:xfrm>
            <a:off x="6892134" y="1564977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CA55D02-88B5-CEA8-3872-5E7D6CB78445}"/>
              </a:ext>
            </a:extLst>
          </p:cNvPr>
          <p:cNvSpPr/>
          <p:nvPr/>
        </p:nvSpPr>
        <p:spPr>
          <a:xfrm>
            <a:off x="6892134" y="191331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9439B4-B862-2756-0CA5-EFC28679276D}"/>
              </a:ext>
            </a:extLst>
          </p:cNvPr>
          <p:cNvSpPr txBox="1"/>
          <p:nvPr/>
        </p:nvSpPr>
        <p:spPr>
          <a:xfrm>
            <a:off x="7160105" y="1528121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D45A34-3DEE-1C98-EBFA-5C127A5C32E7}"/>
              </a:ext>
            </a:extLst>
          </p:cNvPr>
          <p:cNvSpPr/>
          <p:nvPr/>
        </p:nvSpPr>
        <p:spPr>
          <a:xfrm>
            <a:off x="6906648" y="189518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D7A77C-F661-AE86-4813-ACE6049C93CD}"/>
              </a:ext>
            </a:extLst>
          </p:cNvPr>
          <p:cNvSpPr txBox="1"/>
          <p:nvPr/>
        </p:nvSpPr>
        <p:spPr>
          <a:xfrm>
            <a:off x="7063137" y="1913319"/>
            <a:ext cx="162151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</a:t>
            </a:r>
            <a:r>
              <a:rPr lang="en-US" sz="1000" dirty="0">
                <a:solidFill>
                  <a:schemeClr val="bg1"/>
                </a:solidFill>
              </a:rPr>
              <a:t>Complete</a:t>
            </a:r>
            <a:r>
              <a:rPr lang="en-US" sz="8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info, like </a:t>
            </a:r>
            <a:r>
              <a:rPr lang="en-US" sz="800" dirty="0" err="1">
                <a:solidFill>
                  <a:schemeClr val="bg1"/>
                </a:solidFill>
              </a:rPr>
              <a:t>todo</a:t>
            </a:r>
            <a:r>
              <a:rPr lang="en-US" sz="800" dirty="0">
                <a:solidFill>
                  <a:schemeClr val="bg1"/>
                </a:solidFill>
              </a:rPr>
              <a:t> list etc. (may be undefined yet)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B776D72-7250-4EAD-F5F7-B6F911CBC400}"/>
              </a:ext>
            </a:extLst>
          </p:cNvPr>
          <p:cNvSpPr/>
          <p:nvPr/>
        </p:nvSpPr>
        <p:spPr>
          <a:xfrm>
            <a:off x="8717171" y="248220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042DFE5-5C0B-0989-514F-E4ED7CA548C1}"/>
              </a:ext>
            </a:extLst>
          </p:cNvPr>
          <p:cNvSpPr/>
          <p:nvPr/>
        </p:nvSpPr>
        <p:spPr>
          <a:xfrm flipH="1">
            <a:off x="8721735" y="249992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EC44B9F-3016-5361-3215-CA2633D90515}"/>
              </a:ext>
            </a:extLst>
          </p:cNvPr>
          <p:cNvSpPr/>
          <p:nvPr/>
        </p:nvSpPr>
        <p:spPr>
          <a:xfrm>
            <a:off x="1822576" y="4285860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E2C9BC6-2FDF-BD70-1181-DF9F9B320016}"/>
              </a:ext>
            </a:extLst>
          </p:cNvPr>
          <p:cNvSpPr/>
          <p:nvPr/>
        </p:nvSpPr>
        <p:spPr>
          <a:xfrm>
            <a:off x="1822576" y="4634202"/>
            <a:ext cx="1930400" cy="2109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30B076-2272-952E-2915-E87560DF74C4}"/>
              </a:ext>
            </a:extLst>
          </p:cNvPr>
          <p:cNvSpPr txBox="1"/>
          <p:nvPr/>
        </p:nvSpPr>
        <p:spPr>
          <a:xfrm>
            <a:off x="1954327" y="4274596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B54766-45AD-154B-4E64-60E7F3785BA3}"/>
              </a:ext>
            </a:extLst>
          </p:cNvPr>
          <p:cNvSpPr/>
          <p:nvPr/>
        </p:nvSpPr>
        <p:spPr>
          <a:xfrm>
            <a:off x="1837090" y="461606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F579A5-7319-9C0D-328A-602ECC2B6091}"/>
              </a:ext>
            </a:extLst>
          </p:cNvPr>
          <p:cNvSpPr txBox="1"/>
          <p:nvPr/>
        </p:nvSpPr>
        <p:spPr>
          <a:xfrm>
            <a:off x="1993579" y="4634202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{Complete</a:t>
            </a:r>
            <a:r>
              <a:rPr lang="en-US" sz="10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8C95849-17FA-A010-CDA8-9E969FEA645B}"/>
              </a:ext>
            </a:extLst>
          </p:cNvPr>
          <p:cNvSpPr/>
          <p:nvPr/>
        </p:nvSpPr>
        <p:spPr>
          <a:xfrm>
            <a:off x="3647613" y="5203085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CB3B4D2-C449-B364-6BBD-15309A975E3C}"/>
              </a:ext>
            </a:extLst>
          </p:cNvPr>
          <p:cNvSpPr/>
          <p:nvPr/>
        </p:nvSpPr>
        <p:spPr>
          <a:xfrm flipH="1">
            <a:off x="3652177" y="5220806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2EA780-903D-2239-9931-7BE9CD207611}"/>
              </a:ext>
            </a:extLst>
          </p:cNvPr>
          <p:cNvSpPr txBox="1"/>
          <p:nvPr/>
        </p:nvSpPr>
        <p:spPr>
          <a:xfrm>
            <a:off x="7247767" y="3705621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ED6DC8C-1757-5FF9-34D7-547EE585D890}"/>
              </a:ext>
            </a:extLst>
          </p:cNvPr>
          <p:cNvSpPr/>
          <p:nvPr/>
        </p:nvSpPr>
        <p:spPr>
          <a:xfrm>
            <a:off x="2057128" y="6309456"/>
            <a:ext cx="1494412" cy="262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C19CFBB-F1D1-5958-7ED8-82F9B979D3DB}"/>
              </a:ext>
            </a:extLst>
          </p:cNvPr>
          <p:cNvSpPr/>
          <p:nvPr/>
        </p:nvSpPr>
        <p:spPr>
          <a:xfrm>
            <a:off x="9200312" y="1137750"/>
            <a:ext cx="101658" cy="557504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262FA88-4AFB-D6DD-609B-D68DCD2D14D0}"/>
              </a:ext>
            </a:extLst>
          </p:cNvPr>
          <p:cNvSpPr/>
          <p:nvPr/>
        </p:nvSpPr>
        <p:spPr>
          <a:xfrm flipH="1">
            <a:off x="9204874" y="1155471"/>
            <a:ext cx="101658" cy="466193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7E2EA76-F03E-7D01-035F-F388FFAD0F7E}"/>
              </a:ext>
            </a:extLst>
          </p:cNvPr>
          <p:cNvCxnSpPr/>
          <p:nvPr/>
        </p:nvCxnSpPr>
        <p:spPr>
          <a:xfrm>
            <a:off x="9448800" y="889803"/>
            <a:ext cx="0" cy="60867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83B0A8D4-09D2-AA3C-6D02-CF21BCA00D18}"/>
              </a:ext>
            </a:extLst>
          </p:cNvPr>
          <p:cNvSpPr/>
          <p:nvPr/>
        </p:nvSpPr>
        <p:spPr>
          <a:xfrm>
            <a:off x="9688666" y="6272740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951FBD75-BF3E-E8D9-DAE0-87C0DE598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873" y="6319102"/>
            <a:ext cx="195033" cy="195033"/>
          </a:xfrm>
          <a:prstGeom prst="rect">
            <a:avLst/>
          </a:prstGeom>
        </p:spPr>
      </p:pic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6E5ED902-F2E8-2A36-D886-8EBBE667A606}"/>
              </a:ext>
            </a:extLst>
          </p:cNvPr>
          <p:cNvSpPr/>
          <p:nvPr/>
        </p:nvSpPr>
        <p:spPr>
          <a:xfrm>
            <a:off x="2000199" y="3614789"/>
            <a:ext cx="1502847" cy="48179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Closeout Project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EA7191E-C6A0-0199-BCB7-19478646A140}"/>
              </a:ext>
            </a:extLst>
          </p:cNvPr>
          <p:cNvSpPr txBox="1"/>
          <p:nvPr/>
        </p:nvSpPr>
        <p:spPr>
          <a:xfrm>
            <a:off x="45515" y="2316781"/>
            <a:ext cx="1604977" cy="36933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Appears when  Done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Switches to a summary view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Same summary view can later be viewed in /dashboard modal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252F7A3-EE10-2F3E-CD53-E75C4812FCA9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1640541" y="3129022"/>
            <a:ext cx="1111082" cy="4857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3D7E5D72-A9E8-BBC0-CE21-72483F0ACF4F}"/>
              </a:ext>
            </a:extLst>
          </p:cNvPr>
          <p:cNvSpPr txBox="1"/>
          <p:nvPr/>
        </p:nvSpPr>
        <p:spPr>
          <a:xfrm>
            <a:off x="51785" y="104464"/>
            <a:ext cx="523688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JOB PANEL EXPLAINING Project Close out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7AEB45D-8B2E-9512-5C16-A61D23E96552}"/>
              </a:ext>
            </a:extLst>
          </p:cNvPr>
          <p:cNvSpPr txBox="1"/>
          <p:nvPr/>
        </p:nvSpPr>
        <p:spPr>
          <a:xfrm>
            <a:off x="4712988" y="3694626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9A48D11-51F4-6D63-A401-747B98608FAC}"/>
              </a:ext>
            </a:extLst>
          </p:cNvPr>
          <p:cNvSpPr txBox="1"/>
          <p:nvPr/>
        </p:nvSpPr>
        <p:spPr>
          <a:xfrm>
            <a:off x="2363868" y="6408401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8227614-31C4-C64A-8556-20C81C7D9739}"/>
              </a:ext>
            </a:extLst>
          </p:cNvPr>
          <p:cNvSpPr/>
          <p:nvPr/>
        </p:nvSpPr>
        <p:spPr>
          <a:xfrm>
            <a:off x="5886126" y="889803"/>
            <a:ext cx="3108556" cy="43977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agents report complete</a:t>
            </a:r>
          </a:p>
        </p:txBody>
      </p:sp>
    </p:spTree>
    <p:extLst>
      <p:ext uri="{BB962C8B-B14F-4D97-AF65-F5344CB8AC3E}">
        <p14:creationId xmlns:p14="http://schemas.microsoft.com/office/powerpoint/2010/main" val="409493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1D813-A557-B804-A5D8-2FC9BBBD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2155DC-98A8-318B-B065-789CEAC8656B}"/>
              </a:ext>
            </a:extLst>
          </p:cNvPr>
          <p:cNvSpPr/>
          <p:nvPr/>
        </p:nvSpPr>
        <p:spPr>
          <a:xfrm>
            <a:off x="-50092" y="0"/>
            <a:ext cx="174171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EDFF8F-76A4-6A90-0CAA-15362EC4A3EE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A2EF40-75AF-EB70-C526-EDC023828DFB}"/>
              </a:ext>
            </a:extLst>
          </p:cNvPr>
          <p:cNvSpPr/>
          <p:nvPr/>
        </p:nvSpPr>
        <p:spPr>
          <a:xfrm>
            <a:off x="1827139" y="1528121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6DE2AF-414F-E4FB-FB71-61DDB7558183}"/>
              </a:ext>
            </a:extLst>
          </p:cNvPr>
          <p:cNvSpPr/>
          <p:nvPr/>
        </p:nvSpPr>
        <p:spPr>
          <a:xfrm>
            <a:off x="1827139" y="1876463"/>
            <a:ext cx="1930400" cy="237890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3A1BBB4-FA96-2343-140F-FC0562CFB8F8}"/>
              </a:ext>
            </a:extLst>
          </p:cNvPr>
          <p:cNvSpPr/>
          <p:nvPr/>
        </p:nvSpPr>
        <p:spPr>
          <a:xfrm>
            <a:off x="1841653" y="1858326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5BD306E-7019-42D9-6770-43F1A43FBB68}"/>
              </a:ext>
            </a:extLst>
          </p:cNvPr>
          <p:cNvSpPr/>
          <p:nvPr/>
        </p:nvSpPr>
        <p:spPr>
          <a:xfrm>
            <a:off x="9651999" y="1052867"/>
            <a:ext cx="2457820" cy="5107439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20D1F17-0487-75FC-9EA9-53A533AB6E9E}"/>
              </a:ext>
            </a:extLst>
          </p:cNvPr>
          <p:cNvSpPr/>
          <p:nvPr/>
        </p:nvSpPr>
        <p:spPr>
          <a:xfrm>
            <a:off x="9688666" y="2038677"/>
            <a:ext cx="2457819" cy="2426939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16EF58-6112-4AD6-BB96-8A5FEE56DFA3}"/>
              </a:ext>
            </a:extLst>
          </p:cNvPr>
          <p:cNvSpPr txBox="1"/>
          <p:nvPr/>
        </p:nvSpPr>
        <p:spPr>
          <a:xfrm>
            <a:off x="10270833" y="1061777"/>
            <a:ext cx="118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Messages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7AA769C-C9F5-7F50-2866-6F56979ED46F}"/>
              </a:ext>
            </a:extLst>
          </p:cNvPr>
          <p:cNvSpPr/>
          <p:nvPr/>
        </p:nvSpPr>
        <p:spPr>
          <a:xfrm>
            <a:off x="11942184" y="1503433"/>
            <a:ext cx="69347" cy="45000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A65BBB3-9D35-8A8B-CC53-8A77F197D49C}"/>
              </a:ext>
            </a:extLst>
          </p:cNvPr>
          <p:cNvSpPr/>
          <p:nvPr/>
        </p:nvSpPr>
        <p:spPr>
          <a:xfrm flipH="1">
            <a:off x="11946747" y="1521154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884373E-4B4F-0711-459D-EE29793A1CC3}"/>
              </a:ext>
            </a:extLst>
          </p:cNvPr>
          <p:cNvSpPr/>
          <p:nvPr/>
        </p:nvSpPr>
        <p:spPr>
          <a:xfrm>
            <a:off x="4348369" y="1585967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B5DA213-AACC-968F-0826-FCFAE23D791A}"/>
              </a:ext>
            </a:extLst>
          </p:cNvPr>
          <p:cNvSpPr/>
          <p:nvPr/>
        </p:nvSpPr>
        <p:spPr>
          <a:xfrm>
            <a:off x="4348369" y="193430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7D9EC3A-024D-9818-3121-DFF03E04E359}"/>
              </a:ext>
            </a:extLst>
          </p:cNvPr>
          <p:cNvSpPr/>
          <p:nvPr/>
        </p:nvSpPr>
        <p:spPr>
          <a:xfrm>
            <a:off x="4362883" y="191617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B8B700-EC7B-3FD9-3D5E-657F5F4E64F1}"/>
              </a:ext>
            </a:extLst>
          </p:cNvPr>
          <p:cNvSpPr/>
          <p:nvPr/>
        </p:nvSpPr>
        <p:spPr>
          <a:xfrm>
            <a:off x="9635399" y="6196238"/>
            <a:ext cx="2474419" cy="438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</a:t>
            </a:r>
            <a:r>
              <a:rPr lang="en-US" dirty="0"/>
              <a:t>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DA3618-8FDA-0B2B-5DBB-3FA255716EEF}"/>
              </a:ext>
            </a:extLst>
          </p:cNvPr>
          <p:cNvSpPr txBox="1"/>
          <p:nvPr/>
        </p:nvSpPr>
        <p:spPr>
          <a:xfrm>
            <a:off x="1763717" y="889803"/>
            <a:ext cx="21587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Project: </a:t>
            </a:r>
            <a:r>
              <a:rPr lang="en-US" sz="2400" dirty="0">
                <a:solidFill>
                  <a:srgbClr val="FFC000"/>
                </a:solidFill>
              </a:rPr>
              <a:t>{TITLE}</a:t>
            </a:r>
          </a:p>
          <a:p>
            <a:r>
              <a:rPr lang="en-US" sz="900" dirty="0">
                <a:solidFill>
                  <a:schemeClr val="bg1"/>
                </a:solidFill>
              </a:rPr>
              <a:t>Project ID: </a:t>
            </a:r>
            <a:r>
              <a:rPr lang="en-US" sz="900" dirty="0" err="1">
                <a:solidFill>
                  <a:schemeClr val="bg1"/>
                </a:solidFill>
              </a:rPr>
              <a:t>xxxxxxxx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1459C55-F5E2-97B8-9B7D-D22240E534A3}"/>
              </a:ext>
            </a:extLst>
          </p:cNvPr>
          <p:cNvSpPr/>
          <p:nvPr/>
        </p:nvSpPr>
        <p:spPr>
          <a:xfrm>
            <a:off x="6892134" y="1564977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64D755C-96ED-AC18-BCE8-3B1705E24FC8}"/>
              </a:ext>
            </a:extLst>
          </p:cNvPr>
          <p:cNvSpPr/>
          <p:nvPr/>
        </p:nvSpPr>
        <p:spPr>
          <a:xfrm>
            <a:off x="6892134" y="191331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C08216-DA01-90A9-D278-70A264F36C14}"/>
              </a:ext>
            </a:extLst>
          </p:cNvPr>
          <p:cNvSpPr/>
          <p:nvPr/>
        </p:nvSpPr>
        <p:spPr>
          <a:xfrm>
            <a:off x="6906648" y="189518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E2A1864-C092-E7D3-9618-1DC5C2FF1C92}"/>
              </a:ext>
            </a:extLst>
          </p:cNvPr>
          <p:cNvSpPr/>
          <p:nvPr/>
        </p:nvSpPr>
        <p:spPr>
          <a:xfrm>
            <a:off x="1822576" y="4285860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9273928-7C6F-CAD7-EA31-9794DFFC10F0}"/>
              </a:ext>
            </a:extLst>
          </p:cNvPr>
          <p:cNvSpPr/>
          <p:nvPr/>
        </p:nvSpPr>
        <p:spPr>
          <a:xfrm>
            <a:off x="1822576" y="4634202"/>
            <a:ext cx="1930400" cy="2109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897784-F094-4567-D53D-5427002F2133}"/>
              </a:ext>
            </a:extLst>
          </p:cNvPr>
          <p:cNvSpPr/>
          <p:nvPr/>
        </p:nvSpPr>
        <p:spPr>
          <a:xfrm>
            <a:off x="1837090" y="461606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528B002-1975-2218-5188-B85C5229BAF9}"/>
              </a:ext>
            </a:extLst>
          </p:cNvPr>
          <p:cNvCxnSpPr/>
          <p:nvPr/>
        </p:nvCxnSpPr>
        <p:spPr>
          <a:xfrm>
            <a:off x="9448800" y="889803"/>
            <a:ext cx="0" cy="60867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7C133757-1014-C129-E92D-995D793863EF}"/>
              </a:ext>
            </a:extLst>
          </p:cNvPr>
          <p:cNvSpPr/>
          <p:nvPr/>
        </p:nvSpPr>
        <p:spPr>
          <a:xfrm>
            <a:off x="9739327" y="1567639"/>
            <a:ext cx="263009" cy="2906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An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F7666E0-21FE-8F22-E770-7FD56545C728}"/>
              </a:ext>
            </a:extLst>
          </p:cNvPr>
          <p:cNvSpPr/>
          <p:nvPr/>
        </p:nvSpPr>
        <p:spPr>
          <a:xfrm>
            <a:off x="9752618" y="1913318"/>
            <a:ext cx="263009" cy="2906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An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ED8F878-9F84-AA32-13F3-8D0DB1636B77}"/>
              </a:ext>
            </a:extLst>
          </p:cNvPr>
          <p:cNvSpPr/>
          <p:nvPr/>
        </p:nvSpPr>
        <p:spPr>
          <a:xfrm>
            <a:off x="9739207" y="2269003"/>
            <a:ext cx="263009" cy="290687"/>
          </a:xfrm>
          <a:prstGeom prst="ellipse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Or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5091824-F159-38D4-8AC5-0F189EC04323}"/>
              </a:ext>
            </a:extLst>
          </p:cNvPr>
          <p:cNvSpPr/>
          <p:nvPr/>
        </p:nvSpPr>
        <p:spPr>
          <a:xfrm>
            <a:off x="9739207" y="2633102"/>
            <a:ext cx="263009" cy="2906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 err="1"/>
              <a:t>Im</a:t>
            </a:r>
            <a:endParaRPr lang="en-US" sz="1100" b="1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C67B38C-981F-8BAF-3038-87FFFF56AD45}"/>
              </a:ext>
            </a:extLst>
          </p:cNvPr>
          <p:cNvSpPr/>
          <p:nvPr/>
        </p:nvSpPr>
        <p:spPr>
          <a:xfrm>
            <a:off x="9780401" y="4128598"/>
            <a:ext cx="263009" cy="2906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DECE9C8-4481-3A69-DC41-31768B9C6D60}"/>
              </a:ext>
            </a:extLst>
          </p:cNvPr>
          <p:cNvSpPr/>
          <p:nvPr/>
        </p:nvSpPr>
        <p:spPr>
          <a:xfrm>
            <a:off x="11580887" y="3004091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3" name="Graphic 92" descr="User with solid fill">
            <a:extLst>
              <a:ext uri="{FF2B5EF4-FFF2-40B4-BE49-F238E27FC236}">
                <a16:creationId xmlns:a16="http://schemas.microsoft.com/office/drawing/2014/main" id="{7AEF316C-DCDD-DAAA-F7A2-F1A4B8F0F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3116" y="3032228"/>
            <a:ext cx="195033" cy="195033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4931F400-8053-AB16-80CB-3362EA6E88A3}"/>
              </a:ext>
            </a:extLst>
          </p:cNvPr>
          <p:cNvSpPr/>
          <p:nvPr/>
        </p:nvSpPr>
        <p:spPr>
          <a:xfrm>
            <a:off x="9688666" y="6272740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20E064DD-4A9C-63CC-AF92-972E7B535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873" y="6319102"/>
            <a:ext cx="195033" cy="19503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1ABACA14-7C16-D433-D4C5-89AC9CA2066A}"/>
              </a:ext>
            </a:extLst>
          </p:cNvPr>
          <p:cNvSpPr txBox="1"/>
          <p:nvPr/>
        </p:nvSpPr>
        <p:spPr>
          <a:xfrm>
            <a:off x="10015627" y="1576526"/>
            <a:ext cx="20056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To Implementor: Ipsum Lorem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99EAEE3-48BF-9EC7-ED66-43856181C2F9}"/>
              </a:ext>
            </a:extLst>
          </p:cNvPr>
          <p:cNvSpPr txBox="1"/>
          <p:nvPr/>
        </p:nvSpPr>
        <p:spPr>
          <a:xfrm>
            <a:off x="10002216" y="1911664"/>
            <a:ext cx="17427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To </a:t>
            </a:r>
            <a:r>
              <a:rPr lang="en-US" sz="1050" dirty="0" err="1">
                <a:solidFill>
                  <a:schemeClr val="bg1"/>
                </a:solidFill>
              </a:rPr>
              <a:t>orchestor</a:t>
            </a:r>
            <a:r>
              <a:rPr lang="en-US" sz="1050" dirty="0">
                <a:solidFill>
                  <a:schemeClr val="bg1"/>
                </a:solidFill>
              </a:rPr>
              <a:t>: Ipsum Lorem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19A257-BF0D-A21D-399D-4C4031424DC4}"/>
              </a:ext>
            </a:extLst>
          </p:cNvPr>
          <p:cNvSpPr txBox="1"/>
          <p:nvPr/>
        </p:nvSpPr>
        <p:spPr>
          <a:xfrm>
            <a:off x="9976816" y="2270103"/>
            <a:ext cx="15776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Broadcast Ipsum Lorem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7DE23A-A3EA-0FCE-B44B-72C757059144}"/>
              </a:ext>
            </a:extLst>
          </p:cNvPr>
          <p:cNvSpPr txBox="1"/>
          <p:nvPr/>
        </p:nvSpPr>
        <p:spPr>
          <a:xfrm>
            <a:off x="9982471" y="2658994"/>
            <a:ext cx="1933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To Orchestrator: </a:t>
            </a:r>
            <a:r>
              <a:rPr lang="en-US" sz="1000" dirty="0" err="1">
                <a:solidFill>
                  <a:schemeClr val="bg1"/>
                </a:solidFill>
              </a:rPr>
              <a:t>Acknolwedged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619DA26-81B2-21C0-5573-42AD5DDD949A}"/>
              </a:ext>
            </a:extLst>
          </p:cNvPr>
          <p:cNvSpPr/>
          <p:nvPr/>
        </p:nvSpPr>
        <p:spPr>
          <a:xfrm rot="10800000">
            <a:off x="11747582" y="6254875"/>
            <a:ext cx="245533" cy="2823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1F996E2-9E13-94EF-2400-8EED2D294071}"/>
              </a:ext>
            </a:extLst>
          </p:cNvPr>
          <p:cNvSpPr/>
          <p:nvPr/>
        </p:nvSpPr>
        <p:spPr>
          <a:xfrm>
            <a:off x="11357309" y="6254875"/>
            <a:ext cx="362899" cy="32621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en-US" sz="1200" dirty="0"/>
              <a:t>To</a:t>
            </a:r>
            <a:endParaRPr lang="en-US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A701D8C-9CCB-C119-5274-CA3B82052109}"/>
              </a:ext>
            </a:extLst>
          </p:cNvPr>
          <p:cNvSpPr/>
          <p:nvPr/>
        </p:nvSpPr>
        <p:spPr>
          <a:xfrm>
            <a:off x="9795768" y="3644195"/>
            <a:ext cx="263009" cy="290687"/>
          </a:xfrm>
          <a:prstGeom prst="ellipse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Or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651FFF6-3E84-EA8B-985E-234216CB27D9}"/>
              </a:ext>
            </a:extLst>
          </p:cNvPr>
          <p:cNvSpPr txBox="1"/>
          <p:nvPr/>
        </p:nvSpPr>
        <p:spPr>
          <a:xfrm>
            <a:off x="10089466" y="2931107"/>
            <a:ext cx="18220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To Orchestrator: Tell Implementor 2 to change </a:t>
            </a:r>
            <a:r>
              <a:rPr lang="en-US" sz="1000" dirty="0" err="1">
                <a:solidFill>
                  <a:schemeClr val="bg1"/>
                </a:solidFill>
              </a:rPr>
              <a:t>xyzxyzxyz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9D4A4AE-3E20-A392-554E-3BC0420268B0}"/>
              </a:ext>
            </a:extLst>
          </p:cNvPr>
          <p:cNvSpPr txBox="1"/>
          <p:nvPr/>
        </p:nvSpPr>
        <p:spPr>
          <a:xfrm>
            <a:off x="10015627" y="3608295"/>
            <a:ext cx="18122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To Implementor 2: Ipsum Lorem </a:t>
            </a:r>
            <a:r>
              <a:rPr lang="en-US" sz="1050" dirty="0" err="1">
                <a:solidFill>
                  <a:schemeClr val="bg1"/>
                </a:solidFill>
              </a:rPr>
              <a:t>xyz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4C5B5BB-C873-2E35-B233-8517AA2F8489}"/>
              </a:ext>
            </a:extLst>
          </p:cNvPr>
          <p:cNvSpPr txBox="1"/>
          <p:nvPr/>
        </p:nvSpPr>
        <p:spPr>
          <a:xfrm>
            <a:off x="9999058" y="4167329"/>
            <a:ext cx="1933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To Orchestrator: </a:t>
            </a:r>
            <a:r>
              <a:rPr lang="en-US" sz="1000" dirty="0" err="1">
                <a:solidFill>
                  <a:schemeClr val="bg1"/>
                </a:solidFill>
              </a:rPr>
              <a:t>Acknolwedged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603E02A-FAB0-9651-09CC-FCA5BC1535C4}"/>
              </a:ext>
            </a:extLst>
          </p:cNvPr>
          <p:cNvCxnSpPr>
            <a:cxnSpLocks/>
          </p:cNvCxnSpPr>
          <p:nvPr/>
        </p:nvCxnSpPr>
        <p:spPr>
          <a:xfrm>
            <a:off x="7857334" y="651933"/>
            <a:ext cx="35832" cy="23787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B0AF232-A78C-D843-C48F-1DE3CEEE399F}"/>
              </a:ext>
            </a:extLst>
          </p:cNvPr>
          <p:cNvSpPr txBox="1"/>
          <p:nvPr/>
        </p:nvSpPr>
        <p:spPr>
          <a:xfrm>
            <a:off x="51785" y="104464"/>
            <a:ext cx="536563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JOB PANEL EXPLAINING Message handling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6468E1-28F0-86A6-621E-F4DEB8E40540}"/>
              </a:ext>
            </a:extLst>
          </p:cNvPr>
          <p:cNvSpPr txBox="1"/>
          <p:nvPr/>
        </p:nvSpPr>
        <p:spPr>
          <a:xfrm>
            <a:off x="4958063" y="4488417"/>
            <a:ext cx="4389138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Selects who to send message to, default now is Orchestrator and Broadcast.  Users can chat in CLI terminal , but this creates audit log via MCP message archive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D665A3A-05CB-FD3C-B47C-0F368944ECC9}"/>
              </a:ext>
            </a:extLst>
          </p:cNvPr>
          <p:cNvCxnSpPr>
            <a:stCxn id="27" idx="3"/>
            <a:endCxn id="107" idx="0"/>
          </p:cNvCxnSpPr>
          <p:nvPr/>
        </p:nvCxnSpPr>
        <p:spPr>
          <a:xfrm>
            <a:off x="9347201" y="5088582"/>
            <a:ext cx="2191558" cy="1166293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573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1120</Words>
  <Application>Microsoft Office PowerPoint</Application>
  <PresentationFormat>Widescreen</PresentationFormat>
  <Paragraphs>358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Pettersson</dc:creator>
  <cp:lastModifiedBy>Patrik Pettersson</cp:lastModifiedBy>
  <cp:revision>1</cp:revision>
  <dcterms:created xsi:type="dcterms:W3CDTF">2025-10-30T16:09:35Z</dcterms:created>
  <dcterms:modified xsi:type="dcterms:W3CDTF">2025-11-07T20:47:56Z</dcterms:modified>
</cp:coreProperties>
</file>